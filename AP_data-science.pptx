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7" r:id="rId1"/>
  </p:sldMasterIdLst>
  <p:notesMasterIdLst>
    <p:notesMasterId r:id="rId29"/>
  </p:notesMasterIdLst>
  <p:sldIdLst>
    <p:sldId id="256" r:id="rId2"/>
    <p:sldId id="257" r:id="rId3"/>
    <p:sldId id="258" r:id="rId4"/>
    <p:sldId id="260" r:id="rId5"/>
    <p:sldId id="309" r:id="rId6"/>
    <p:sldId id="311" r:id="rId7"/>
    <p:sldId id="310" r:id="rId8"/>
    <p:sldId id="312" r:id="rId9"/>
    <p:sldId id="313" r:id="rId10"/>
    <p:sldId id="314" r:id="rId11"/>
    <p:sldId id="315" r:id="rId12"/>
    <p:sldId id="316" r:id="rId13"/>
    <p:sldId id="319" r:id="rId14"/>
    <p:sldId id="259" r:id="rId15"/>
    <p:sldId id="317" r:id="rId16"/>
    <p:sldId id="320" r:id="rId17"/>
    <p:sldId id="322" r:id="rId18"/>
    <p:sldId id="321" r:id="rId19"/>
    <p:sldId id="323" r:id="rId20"/>
    <p:sldId id="326" r:id="rId21"/>
    <p:sldId id="324" r:id="rId22"/>
    <p:sldId id="325" r:id="rId23"/>
    <p:sldId id="327" r:id="rId24"/>
    <p:sldId id="328" r:id="rId25"/>
    <p:sldId id="329" r:id="rId26"/>
    <p:sldId id="330" r:id="rId27"/>
    <p:sldId id="331" r:id="rId28"/>
  </p:sldIdLst>
  <p:sldSz cx="9144000" cy="5143500" type="screen16x9"/>
  <p:notesSz cx="6858000" cy="9144000"/>
  <p:embeddedFontLst>
    <p:embeddedFont>
      <p:font typeface="Fredoka One" panose="02000000000000000000" pitchFamily="2" charset="0"/>
      <p:regular r:id="rId30"/>
    </p:embeddedFont>
    <p:embeddedFont>
      <p:font typeface="Mitra" panose="00000400000000000000" pitchFamily="2" charset="-78"/>
      <p:regular r:id="rId31"/>
      <p:bold r:id="rId32"/>
    </p:embeddedFont>
    <p:embeddedFont>
      <p:font typeface="Raleway" pitchFamily="2" charset="0"/>
      <p:regular r:id="rId33"/>
      <p:bold r:id="rId34"/>
      <p:italic r:id="rId35"/>
      <p:boldItalic r:id="rId36"/>
    </p:embeddedFont>
    <p:embeddedFont>
      <p:font typeface="Vazir" panose="020B0603030804020204" pitchFamily="34" charset="-78"/>
      <p:regular r:id="rId37"/>
      <p:bold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FBC8"/>
    <a:srgbClr val="F3F3F3"/>
    <a:srgbClr val="CBA0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AD932C6-365A-434B-87D1-EDD6AB729607}">
  <a:tblStyle styleId="{5AD932C6-365A-434B-87D1-EDD6AB72960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9" d="100"/>
          <a:sy n="139" d="100"/>
        </p:scale>
        <p:origin x="804" y="1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6T16:34:46.967"/>
    </inkml:context>
    <inkml:brush xml:id="br0">
      <inkml:brushProperty name="width" value="0.35" units="cm"/>
      <inkml:brushProperty name="height" value="0.35" units="cm"/>
      <inkml:brushProperty name="color" value="#FFFFFF"/>
    </inkml:brush>
  </inkml:definitions>
  <inkml:trace contextRef="#ctx0" brushRef="#br0">295 3358 24575,'15'-1'0,"0"-1"0,-1 0 0,1-1 0,-1-1 0,0-1 0,26-11 0,-25 10 0,-1 0 0,1 0 0,1 2 0,-1 0 0,0 1 0,19-2 0,-7 5 0,-21 1 0,1 0 0,0-1 0,0-1 0,0 1 0,0-1 0,-1 0 0,14-4 0,-30 0 0,-9 2 0,-145 2 0,-13 0 0,141-8 0,36 9 0,-1 0 0,1 0 0,0 0 0,-1 0 0,1-1 0,0 1 0,0 0 0,-1 0 0,1 0 0,0-1 0,0 1 0,-1 0 0,1-1 0,0 1 0,0 0 0,0 0 0,-1-1 0,1 1 0,0 0 0,0-1 0,0 1 0,0 0 0,0-1 0,0 1 0,0 0 0,0-1 0,0 1 0,0 0 0,0-1 0,0 1 0,0 0 0,0-1 0,17-13 0,10 2 0,55-17 0,-44 16 0,-28 9 0,-10 0 0,-21 0 0,-34 2 0,-272 3 0,484-12 0,-113 6 0,278 1 0,-172 7 0,995-3 0,-1132-1 0,0-1 0,0 0 0,0 0 0,20-8 0,-19 6 0,0 0 0,0 1 0,27-3 0,-16 6 0,-1-2 0,0 0 0,0-1 0,0-2 0,0-1 0,34-12 0,-26 8 0,0 1 0,42-6 0,40-12 0,-70 12 0,49-13 0,129-32 0,-215 58 0,157-46 0,-151 44 0,-1-1 0,1 0 0,-1-1 0,0-1 0,0 1 0,-1-2 0,0 0 0,0 0 0,13-13 0,-17 15 0,0 1 0,1 0 0,0 0 0,0 1 0,0 0 0,0 1 0,16-5 0,22-11 0,-15 3 0,0 2 0,1 1 0,56-16 0,-72 24 0,0-1 0,0-1 0,-1 0 0,1-1 0,-2-1 0,1 0 0,-1-1 0,23-22 0,-6 7 0,-6 7 0,1 2 0,45-23 0,11-5 0,112-73 0,-177 107 0,1 1 0,0 1 0,0 0 0,1 2 0,0 0 0,25-4 0,-17 3 0,-15 3 0,0 0 0,-1-1 0,0-1 0,0 0 0,0 0 0,15-13 0,-16 12 0,1-1 0,0 2 0,0-1 0,0 1 0,1 1 0,16-6 0,8 0 0,-1-2 0,59-31 0,-6 3 0,-78 37 0,1-1 0,-1-1 0,0 1 0,-1-2 0,0 1 0,0-1 0,0-1 0,-1 1 0,0-2 0,13-16 0,-21 25 0,0 0 0,0 0 0,0 0 0,0 0 0,0 0 0,0-1 0,0 1 0,0 0 0,0 0 0,0 0 0,0 0 0,0 0 0,0 0 0,0-1 0,0 1 0,0 0 0,0 0 0,0 0 0,-1 0 0,1 0 0,0 0 0,0-1 0,0 1 0,0 0 0,0 0 0,0 0 0,0 0 0,-1 0 0,1 0 0,0 0 0,0 0 0,0 0 0,0 0 0,0 0 0,0 0 0,-1 0 0,1 0 0,0 0 0,0 0 0,0 0 0,0 0 0,0 0 0,-1 0 0,1 0 0,0 0 0,0 0 0,0 0 0,0 0 0,0 0 0,0 0 0,-1 0 0,1 0 0,0 0 0,0 0 0,0 0 0,0 0 0,0 0 0,0 0 0,-1 1 0,1-1 0,0 0 0,0 0 0,0 0 0,0 0 0,0 0 0,0 1 0,-22 6 0,-25 13 0,-83 58 0,5-3 0,50-26 0,62-39 0,0 0 0,-2-1 0,1 0 0,-1-1 0,-16 6 0,9-6 0,13-6 0,0 1 0,0 0 0,0 0 0,1 1 0,-1 1 0,1-1 0,0 1 0,0 0 0,1 1 0,-1 0 0,1 0 0,-6 8 0,7-7 0,0-1 0,0 0 0,-1 0 0,0 0 0,-8 4 0,-9 8 0,24-18 0,0 1 0,1-1 0,-1 0 0,0 1 0,0-1 0,1 0 0,-1 1 0,1-1 0,-1 0 0,0 0 0,1 0 0,-1 1 0,0-1 0,1 0 0,-1 0 0,1 0 0,-1 0 0,1 0 0,-1 0 0,0 0 0,1 0 0,-1 0 0,1 0 0,-1 0 0,1 0 0,-1 0 0,0 0 0,1 0 0,-1 0 0,1 0 0,-1-1 0,0 1 0,1 0 0,-1 0 0,1 0 0,0-1 0,24-4 0,-9 1 0,-1-2 0,0 0 0,0 0 0,27-18 0,-37 21 0,-1 0 0,0 0 0,-1-1 0,1 1 0,-1-1 0,1 0 0,-1 0 0,0 0 0,0 0 0,-1 0 0,1-1 0,-1 0 0,0 1 0,0-1 0,-1 0 0,1 0 0,-1 0 0,0 0 0,0 0 0,-1-6 0,1 1 0,-1 2 0,1-1 0,-1 1 0,-1-1 0,0 1 0,0-1 0,-3-10 0,3 17 0,0-1 0,0 1 0,0 0 0,0 0 0,-1 0 0,1 0 0,-1 0 0,1 0 0,-1 0 0,0 1 0,0-1 0,0 1 0,0-1 0,0 1 0,0 0 0,0-1 0,0 1 0,0 0 0,-1 0 0,1 1 0,0-1 0,-1 0 0,1 1 0,-1 0 0,1-1 0,-4 1 0,-39-2 0,-72 5 0,122-4 0,6 1 0,0-1 0,0 0 0,0-1 0,0 0 0,0 0 0,-1-2 0,17-6 0,149-73 0,-158 74 0,-1-1 0,-1-1 0,22-17 0,-22 16 0,-1 1 0,1 0 0,28-13 0,-25 15 0,-1-1 0,-1 0 0,0-1 0,0-1 0,29-28 0,-11 7 0,-23 20 0,0 1 0,1 0 0,1 1 0,0 1 0,25-14 0,-34 20 0,1 0 0,-1 0 0,1 0 0,-1-1 0,-1 0 0,1 0 0,-1 0 0,1 0 0,-2-1 0,5-7 0,22-26 0,-14 23 0,-1 0 0,0 0 0,-1-2 0,-1 0 0,-1 0 0,0-1 0,-2-1 0,0 0 0,-1 0 0,6-22 0,-1 5 0,1 2 0,2 0 0,2 1 0,1 1 0,37-47 0,-54 75 0,35-44 0,50-50 0,-75 85 0,70-87 0,-54 62 0,41-42 0,-61 70 0,0 0 0,-1-1 0,-1 0 0,0 0 0,0-1 0,-1 0 0,-1 0 0,7-28 0,-7 23 0,1 1 0,1 0 0,0 0 0,17-27 0,8-12 0,-28 47 0,0 0 0,1 0 0,0 1 0,1-1 0,0 1 0,0 0 0,1 1 0,-1 0 0,17-13 0,-12 13 0,0-1 0,0 0 0,0-1 0,-1 0 0,0 0 0,-1-1 0,0-1 0,0 1 0,-1-2 0,7-12 0,9-20 0,-17 34 0,-1-1 0,-1 1 0,0-1 0,0 0 0,5-20 0,-9 26 0,0 1 0,0-1 0,-1 0 0,1 0 0,-1 0 0,0 0 0,-1 0 0,-1-9 0,2 13 0,-1 0 0,1 0 0,-1 0 0,1-1 0,-1 1 0,0 0 0,1 0 0,-1 0 0,0 0 0,0 0 0,0 0 0,0 1 0,0-1 0,0 0 0,0 0 0,0 1 0,0-1 0,0 0 0,0 1 0,0-1 0,-1 1 0,1-1 0,0 1 0,0 0 0,0 0 0,-1 0 0,1-1 0,0 1 0,-1 0 0,1 0 0,0 1 0,0-1 0,-1 0 0,1 0 0,0 1 0,0-1 0,0 0 0,-1 1 0,1-1 0,-1 2 0,0-1 0,0 0 0,1-1 0,-1 2 0,1-1 0,-1 0 0,1 0 0,-1 0 0,1 1 0,0-1 0,0 1 0,-1-1 0,1 1 0,0-1 0,1 1 0,-1 0 0,0-1 0,0 1 0,1 0 0,-1 0 0,1 0 0,-1 2 0,-5 49 0,3-27 0,-2 7 0,-2 0 0,-1 0 0,-1-1 0,-19 42 0,21-58 2,2 1 0,0 1 0,0-1 0,2 1 0,-2 22 0,-3 13-1379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6T16:34:48.767"/>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6T16:34:57.226"/>
    </inkml:context>
    <inkml:brush xml:id="br0">
      <inkml:brushProperty name="width" value="0.35" units="cm"/>
      <inkml:brushProperty name="height" value="0.35" units="cm"/>
      <inkml:brushProperty name="color" value="#FFFFFF"/>
    </inkml:brush>
  </inkml:definitions>
  <inkml:trace contextRef="#ctx0" brushRef="#br0">2698 0 24575,'3'4'0,"0"0"0,0 0 0,-1 1 0,0-1 0,0 1 0,0-1 0,2 9 0,9 19 0,-6-19 0,-1 1 0,-1-1 0,0 1 0,-1 0 0,-1 0 0,0 0 0,-1 0 0,0 1 0,-1 19 0,-2 22 0,-8 57 0,8-107 0,-92 541 0,6-52 0,95-582 0,16-120 0,66-179 0,-11 59 0,-12 21 0,-64 446 0,-5 1 0,-8 266 0,2-305 0,-42 199 0,21-186 0,-27 123 0,56-237 0,-1 0 0,1 1 0,0-1 0,-1 0 0,1 1 0,0-1 0,0 0 0,0 1 0,0-1 0,0 1 0,0-1 0,1 0 0,-1 1 0,0-1 0,1 0 0,-1 0 0,1 1 0,-1-1 0,1 0 0,-1 0 0,2 2 0,-1-3 0,0 0 0,0 1 0,-1-1 0,1 0 0,0 0 0,0 0 0,0 0 0,0 0 0,0 0 0,0 0 0,0 0 0,0 0 0,-1 0 0,1 0 0,0 0 0,0-1 0,0 1 0,0 0 0,0-1 0,-1 1 0,1-1 0,1 0 0,7-4 0,0-1 0,-1-1 0,14-12 0,90-102 0,-112 120 0,1 0 0,-1 1 0,1-1 0,0 0 0,-1 1 0,1-1 0,-1 0 0,1 1 0,0-1 0,0 1 0,-1-1 0,1 1 0,0-1 0,0 1 0,0 0 0,0 0 0,-1-1 0,1 1 0,0 0 0,0 0 0,0 0 0,0 0 0,0 0 0,0 0 0,-1 0 0,1 0 0,0 0 0,0 0 0,0 0 0,0 0 0,0 1 0,0-1 0,-1 0 0,2 1 0,-1 1 0,0 0 0,0 0 0,0 0 0,0 0 0,0 0 0,-1 0 0,1 0 0,0 0 0,-1 0 0,0 0 0,0 0 0,1 1 0,-2 2 0,1 11 0,-1 0 0,-5 28 0,-48 129 0,22-77 0,25-78 0,0 1 0,-1-2 0,-1 1 0,0-1 0,-2-1 0,0 1 0,-1-2 0,-24 26 0,4-10 0,-2-2 0,-63 43 0,44-30 0,118-66 0,3-4 0,-30 14 0,-1-1 0,0-2 0,-2-2 0,0-1 0,39-30 0,-74 49 0,1 1 0,0-1 0,-1 1 0,1-1 0,0 1 0,-1-1 0,1 1 0,-1-1 0,1 1 0,-1-1 0,1 0 0,-1 1 0,0-1 0,1 0 0,-1 1 0,0-1 0,1 0 0,-1 1 0,0-1 0,0 0 0,0 0 0,0 1 0,0-1 0,1 0 0,-1 0 0,-1 0 0,1 1 0,0-2 0,-1 0 0,0 1 0,0 0 0,1 1 0,-1-1 0,0 0 0,0 0 0,-1 0 0,1 1 0,0-1 0,0 0 0,0 1 0,0-1 0,-1 1 0,1-1 0,-2 1 0,-53-9 0,53 9 0,-44-4 0,0 3 0,0 1 0,0 3 0,0 1 0,1 3 0,-1 1 0,-47 17 0,23-3 0,1-1 0,-89 42 0,-106 43 0,30-14 0,158-65 0,189-66 0,627-295 0,-725 328 0,30-18 0,-44 24 0,0 0 0,0 0 0,1 0 0,-1 0 0,0 0 0,0 0 0,0 0 0,0 0 0,0 0 0,0 0 0,0 0 0,1 0 0,-1-1 0,0 1 0,0 0 0,0 0 0,0 0 0,0 0 0,0 0 0,0 0 0,0-1 0,0 1 0,0 0 0,0 0 0,0 0 0,0 0 0,0 0 0,0 0 0,0-1 0,0 1 0,0 0 0,0 0 0,0 0 0,0 0 0,0 0 0,0-1 0,0 1 0,0 0 0,0 0 0,0 0 0,0 0 0,0 0 0,0 0 0,0 0 0,0-1 0,-1 1 0,1 0 0,0 0 0,0 0 0,0 0 0,0 0 0,0 0 0,0 0 0,0 0 0,-1 0 0,-11-4 0,-15 3 0,-12 1 0,-1 1 0,1 3 0,-1 1 0,1 1 0,1 3 0,-1 1 0,-68 28 0,-127 50 0,165-63 0,-1-4 0,0-3 0,-125 17 0,-52 11 0,-198 59 0,211-59 0,227-44 0,0 1 0,-1 0 0,2 1 0,-1 0 0,-11 8 0,12-8 0,0 0 0,1 0 0,-2-1 0,1 0 0,0 0 0,-10 3 0,16-6 0,0 0 0,-1 0 0,1 1 0,-1-1 0,1 0 0,-1 0 0,1 0 0,0 1 0,-1-1 0,1 0 0,-1 0 0,1 0 0,-1 0 0,1 0 0,-1 0 0,1 0 0,-1 0 0,1 0 0,-1 0 0,1 0 0,0 0 0,-1-1 0,1 1 0,-1 0 0,1 0 0,-1 0 0,1-1 0,0 1 0,-1 0 0,1 0 0,-1-1 0,1 1 0,0 0 0,-1-1 0,1 1 0,0 0 0,0-1 0,-1 1 0,1-1 0,0 1 0,0 0 0,-1-1 0,1 1 0,0-1 0,0 1 0,0-1 0,0 1 0,0-1 0,0 1 0,0 0 0,0-1 0,0 1 0,0-1 0,0 1 0,0-1 0,0 1 0,0-1 0,0 1 0,0-1 0,1 1 0,-1 0 0,0-1 0,0 1 0,0-1 0,1 1 0,-1 0 0,0-1 0,1 0 0,1-2 0,0 0 0,0-1 0,0 1 0,0 0 0,1 0 0,-1 0 0,1 1 0,3-4 0,259-161 0,-232 146 0,55-46 0,0 0 0,-62 50 0,1 2 0,1 1 0,0 1 0,1 1 0,0 2 0,41-10 0,-37 5 0,-24 7 0,-21 7 0,-14 7 0,1 0 0,-1 2 0,2 1 0,-25 12 0,-29 11 0,-474 123 0,270-82 0,256-64 0,34-7 0,44-6 0,-48 3 0,50-4 0,0-3 0,-1-2 0,91-30 0,280-159 0,-137 58 0,-247 121 0,43-29 0,-12 5 0,248-154 0,-138 82 0,12-15 0,-75 30 0,-39 30 0,-8 11 0,-71 60 0,0 0 0,0 0 0,0-1 0,0 1 0,1 0 0,-1 0 0,0 0 0,0-1 0,0 1 0,0 0 0,0 0 0,1 0 0,-1 0 0,0 0 0,0 0 0,0-1 0,1 1 0,-1 0 0,0 0 0,0 0 0,0 0 0,1 0 0,-1 0 0,0 0 0,0 0 0,1 0 0,-1 0 0,0 0 0,0 0 0,0 0 0,1 0 0,-1 0 0,0 0 0,0 0 0,0 0 0,1 1 0,-1-1 0,0 0 0,0 0 0,0 0 0,1 0 0,-1 0 0,0 0 0,0 1 0,0-1 0,0 0 0,1 0 0,2 16 0,-7 19 0,-11 15 0,-3-1 0,-1-1 0,-3-1 0,-2 0 0,-2-2 0,-1-1 0,-3-1 0,-50 57 0,1-2 0,56-66 0,-2-1 0,-1-1 0,-32 28 0,5-15 0,-1-3 0,-93 52 0,229-159 0,48-18 0,213-103 0,-333 183 0,71-32 0,-2-4 0,-1-4 0,75-57 0,-134 86 0,-18 12 0,-35 18 0,10-3 0,-18 12 0,2 0 0,0 3 0,2 1 0,1 2 0,-62 63 0,49-46 0,28-31 0,21-15 0,1 0 0,0 0 0,-1-1 0,1 1 0,0 0 0,0 0 0,-1 0 0,1-1 0,0 1 0,0 0 0,0 0 0,-1 0 0,1-1 0,0 1 0,0 0 0,0-1 0,0 1 0,-1 0 0,1 0 0,0-1 0,0 1 0,0 0 0,0-1 0,0 1 0,0 0 0,0-1 0,0 1 0,0 0 0,0 0 0,0-1 0,0 1 0,0 0 0,0-1 0,0 1 0,0 0 0,0-1 0,1 1 0,-1 0 0,0-1 0,18-48 0,-15 41 0,28-55 0,71-110 0,-67 119 0,-2-1 0,43-99 0,42-211 0,-116 358 0,0 0 0,1 0 0,1 0 0,-1 0 0,1 1 0,0 0 0,0 0 0,1 0 0,-1 0 0,9-6 0,4-4 0,39-25 0,10-9 0,-17 10 0,-41 35 0,-1 0 0,0 0 0,0 0 0,0-1 0,-1 0 0,0-1 0,0 1 0,-1-1 0,0 0 0,0-1 0,0 1 0,-1-1 0,0 0 0,-1 0 0,6-17 0,-8 19 0,1-1 0,-1 0 0,0 1 0,0-1 0,-1 0 0,0 0 0,0 0 0,-1 1 0,0-1 0,-1-8 0,1 13 0,-1 0 0,1-1 0,0 1 0,-1 0 0,1 0 0,-1 0 0,1 0 0,-1 0 0,0 1 0,0-1 0,0 0 0,0 1 0,0-1 0,0 1 0,0 0 0,-1 0 0,1 0 0,0 0 0,-1 0 0,1 0 0,-1 1 0,1-1 0,-1 1 0,1 0 0,-1 0 0,1-1 0,-1 2 0,1-1 0,-5 1 0,3-1 0,-1 1 0,1 0 0,0 0 0,-1 0 0,1 0 0,0 1 0,0 0 0,0 0 0,0 0 0,0 0 0,1 0 0,-6 5 0,-39 41 0,19-18 0,25-26 0,0 1 0,1 0 0,-1 0 0,1 0 0,0 0 0,1 1 0,-1-1 0,1 1 0,0-1 0,0 1 0,1 0 0,-2 9 0,2-8 0,0-1 0,0 1 0,-1-1 0,0 0 0,-1 0 0,1 1 0,-1-1 0,0-1 0,-1 1 0,-4 6 0,-5 6 0,1 0 0,0 2 0,1-1 0,2 1 0,0 1 0,-9 29 0,-12 28 0,13-41 0,7-11 0,-2 0 0,-1 0 0,-1-2 0,-1 1 0,-26 31 0,4-14 0,1 1 0,-34 58 0,62-90 0,-1 0 0,-1 0 0,0-1 0,0 0 0,-1-1 0,-1 0 0,-12 8 0,9-6 0,0 0 0,1 0 0,-22 25 0,-12 15 0,41-46 0,6-8 0,19-31 0,7-5 0,2-4 0,37-77 0,-41 78 0,2 0 0,1 2 0,2 0 0,2 2 0,2 2 0,40-37 0,-14 19 0,-34 34 0,-1-2 0,-1 0 0,29-39 0,-48 55 0,0 0 0,-1 0 0,1 0 0,-1 0 0,0-1 0,-1 1 0,1-1 0,-1 1 0,0-1 0,-1-11 0,0 11 0,0 1 0,0-1 0,1 1 0,0 0 0,0-1 0,1 1 0,0 0 0,0 0 0,0 0 0,1 0 0,0 0 0,5-9 0,11-5 0,-15 16 0,0 1 0,0-1 0,-1 0 0,1 0 0,-1 0 0,0-1 0,-1 1 0,4-8 0,-52 70 0,19-23 0,1-4 0,1 1 0,1 1 0,2 2 0,2 0 0,-25 58 0,8 40-1365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8ceba84788_0_29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8ceba84788_0_29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9653453a32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0" name="Google Shape;880;g9653453a32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8ceba84788_0_7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9" name="Google Shape;919;g8ceba84788_0_7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a:extLst>
            <a:ext uri="{FF2B5EF4-FFF2-40B4-BE49-F238E27FC236}">
              <a16:creationId xmlns:a16="http://schemas.microsoft.com/office/drawing/2014/main" id="{2D56C046-ADCD-DDC2-CE95-4A7C46F63CBB}"/>
            </a:ext>
          </a:extLst>
        </p:cNvPr>
        <p:cNvGrpSpPr/>
        <p:nvPr/>
      </p:nvGrpSpPr>
      <p:grpSpPr>
        <a:xfrm>
          <a:off x="0" y="0"/>
          <a:ext cx="0" cy="0"/>
          <a:chOff x="0" y="0"/>
          <a:chExt cx="0" cy="0"/>
        </a:xfrm>
      </p:grpSpPr>
      <p:sp>
        <p:nvSpPr>
          <p:cNvPr id="1220" name="Google Shape;1220;g8ceba84788_0_2347:notes">
            <a:extLst>
              <a:ext uri="{FF2B5EF4-FFF2-40B4-BE49-F238E27FC236}">
                <a16:creationId xmlns:a16="http://schemas.microsoft.com/office/drawing/2014/main" id="{D55E7C4D-ADB7-3028-B5AF-FA1811E524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8ceba84788_0_2347:notes">
            <a:extLst>
              <a:ext uri="{FF2B5EF4-FFF2-40B4-BE49-F238E27FC236}">
                <a16:creationId xmlns:a16="http://schemas.microsoft.com/office/drawing/2014/main" id="{5D56F387-D586-2A22-DA7A-0F8AF87E4C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51103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8">
          <a:extLst>
            <a:ext uri="{FF2B5EF4-FFF2-40B4-BE49-F238E27FC236}">
              <a16:creationId xmlns:a16="http://schemas.microsoft.com/office/drawing/2014/main" id="{F550D9B8-41F4-1BF6-0198-1021E277EE37}"/>
            </a:ext>
          </a:extLst>
        </p:cNvPr>
        <p:cNvGrpSpPr/>
        <p:nvPr/>
      </p:nvGrpSpPr>
      <p:grpSpPr>
        <a:xfrm>
          <a:off x="0" y="0"/>
          <a:ext cx="0" cy="0"/>
          <a:chOff x="0" y="0"/>
          <a:chExt cx="0" cy="0"/>
        </a:xfrm>
      </p:grpSpPr>
      <p:sp>
        <p:nvSpPr>
          <p:cNvPr id="1609" name="Google Shape;1609;g9781e09573_0_327:notes">
            <a:extLst>
              <a:ext uri="{FF2B5EF4-FFF2-40B4-BE49-F238E27FC236}">
                <a16:creationId xmlns:a16="http://schemas.microsoft.com/office/drawing/2014/main" id="{8ED4AAF9-9BA6-224C-3E0D-FE2880AF80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0" name="Google Shape;1610;g9781e09573_0_327:notes">
            <a:extLst>
              <a:ext uri="{FF2B5EF4-FFF2-40B4-BE49-F238E27FC236}">
                <a16:creationId xmlns:a16="http://schemas.microsoft.com/office/drawing/2014/main" id="{A94103D7-4C89-C6DB-BF0E-B3B1A0F4AC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0075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6">
          <a:extLst>
            <a:ext uri="{FF2B5EF4-FFF2-40B4-BE49-F238E27FC236}">
              <a16:creationId xmlns:a16="http://schemas.microsoft.com/office/drawing/2014/main" id="{6A251832-5F5F-F668-5655-B2FB56DBBCA8}"/>
            </a:ext>
          </a:extLst>
        </p:cNvPr>
        <p:cNvGrpSpPr/>
        <p:nvPr/>
      </p:nvGrpSpPr>
      <p:grpSpPr>
        <a:xfrm>
          <a:off x="0" y="0"/>
          <a:ext cx="0" cy="0"/>
          <a:chOff x="0" y="0"/>
          <a:chExt cx="0" cy="0"/>
        </a:xfrm>
      </p:grpSpPr>
      <p:sp>
        <p:nvSpPr>
          <p:cNvPr id="1157" name="Google Shape;1157;g8c835154f2_0_218:notes">
            <a:extLst>
              <a:ext uri="{FF2B5EF4-FFF2-40B4-BE49-F238E27FC236}">
                <a16:creationId xmlns:a16="http://schemas.microsoft.com/office/drawing/2014/main" id="{571B5ADC-4BA1-4D7F-BA04-EC1F783FB8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8" name="Google Shape;1158;g8c835154f2_0_218:notes">
            <a:extLst>
              <a:ext uri="{FF2B5EF4-FFF2-40B4-BE49-F238E27FC236}">
                <a16:creationId xmlns:a16="http://schemas.microsoft.com/office/drawing/2014/main" id="{21B2E513-EF44-61E6-4E80-00D0C0B687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9067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a:extLst>
            <a:ext uri="{FF2B5EF4-FFF2-40B4-BE49-F238E27FC236}">
              <a16:creationId xmlns:a16="http://schemas.microsoft.com/office/drawing/2014/main" id="{C21CE7AF-A4C8-A344-E491-354749E15362}"/>
            </a:ext>
          </a:extLst>
        </p:cNvPr>
        <p:cNvGrpSpPr/>
        <p:nvPr/>
      </p:nvGrpSpPr>
      <p:grpSpPr>
        <a:xfrm>
          <a:off x="0" y="0"/>
          <a:ext cx="0" cy="0"/>
          <a:chOff x="0" y="0"/>
          <a:chExt cx="0" cy="0"/>
        </a:xfrm>
      </p:grpSpPr>
      <p:sp>
        <p:nvSpPr>
          <p:cNvPr id="879" name="Google Shape;879;g9653453a32_0_4:notes">
            <a:extLst>
              <a:ext uri="{FF2B5EF4-FFF2-40B4-BE49-F238E27FC236}">
                <a16:creationId xmlns:a16="http://schemas.microsoft.com/office/drawing/2014/main" id="{5EFCFA47-6AB9-12D4-7FBB-CE82AF98C6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0" name="Google Shape;880;g9653453a32_0_4:notes">
            <a:extLst>
              <a:ext uri="{FF2B5EF4-FFF2-40B4-BE49-F238E27FC236}">
                <a16:creationId xmlns:a16="http://schemas.microsoft.com/office/drawing/2014/main" id="{997C2689-DBFE-CF74-9BC8-933CCA53F3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67206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6">
          <a:extLst>
            <a:ext uri="{FF2B5EF4-FFF2-40B4-BE49-F238E27FC236}">
              <a16:creationId xmlns:a16="http://schemas.microsoft.com/office/drawing/2014/main" id="{8ED4EEC8-A23F-15B0-4A2E-2BFB0DB91A97}"/>
            </a:ext>
          </a:extLst>
        </p:cNvPr>
        <p:cNvGrpSpPr/>
        <p:nvPr/>
      </p:nvGrpSpPr>
      <p:grpSpPr>
        <a:xfrm>
          <a:off x="0" y="0"/>
          <a:ext cx="0" cy="0"/>
          <a:chOff x="0" y="0"/>
          <a:chExt cx="0" cy="0"/>
        </a:xfrm>
      </p:grpSpPr>
      <p:sp>
        <p:nvSpPr>
          <p:cNvPr id="2417" name="Google Shape;2417;g9653453a32_0_546:notes">
            <a:extLst>
              <a:ext uri="{FF2B5EF4-FFF2-40B4-BE49-F238E27FC236}">
                <a16:creationId xmlns:a16="http://schemas.microsoft.com/office/drawing/2014/main" id="{D69527E2-4B38-A234-EA33-2CD1966A73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8" name="Google Shape;2418;g9653453a32_0_546:notes">
            <a:extLst>
              <a:ext uri="{FF2B5EF4-FFF2-40B4-BE49-F238E27FC236}">
                <a16:creationId xmlns:a16="http://schemas.microsoft.com/office/drawing/2014/main" id="{277B2B5D-F3C7-AFB0-D268-8111396EAE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2101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8ceba84788_0_6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6" name="Google Shape;886;g8ceba84788_0_6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a:extLst>
            <a:ext uri="{FF2B5EF4-FFF2-40B4-BE49-F238E27FC236}">
              <a16:creationId xmlns:a16="http://schemas.microsoft.com/office/drawing/2014/main" id="{936396A6-B0F4-DDC2-76D7-347A254246A9}"/>
            </a:ext>
          </a:extLst>
        </p:cNvPr>
        <p:cNvGrpSpPr/>
        <p:nvPr/>
      </p:nvGrpSpPr>
      <p:grpSpPr>
        <a:xfrm>
          <a:off x="0" y="0"/>
          <a:ext cx="0" cy="0"/>
          <a:chOff x="0" y="0"/>
          <a:chExt cx="0" cy="0"/>
        </a:xfrm>
      </p:grpSpPr>
      <p:sp>
        <p:nvSpPr>
          <p:cNvPr id="885" name="Google Shape;885;g8ceba84788_0_646:notes">
            <a:extLst>
              <a:ext uri="{FF2B5EF4-FFF2-40B4-BE49-F238E27FC236}">
                <a16:creationId xmlns:a16="http://schemas.microsoft.com/office/drawing/2014/main" id="{C1603C34-F6B5-B0F7-AA61-AC0055AD61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6" name="Google Shape;886;g8ceba84788_0_646:notes">
            <a:extLst>
              <a:ext uri="{FF2B5EF4-FFF2-40B4-BE49-F238E27FC236}">
                <a16:creationId xmlns:a16="http://schemas.microsoft.com/office/drawing/2014/main" id="{262D6DEB-6E2A-1996-BA79-10EC924FFE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2945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862077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a:extLst>
            <a:ext uri="{FF2B5EF4-FFF2-40B4-BE49-F238E27FC236}">
              <a16:creationId xmlns:a16="http://schemas.microsoft.com/office/drawing/2014/main" id="{E9F05882-B823-EBF5-0384-201A4E201202}"/>
            </a:ext>
          </a:extLst>
        </p:cNvPr>
        <p:cNvGrpSpPr/>
        <p:nvPr/>
      </p:nvGrpSpPr>
      <p:grpSpPr>
        <a:xfrm>
          <a:off x="0" y="0"/>
          <a:ext cx="0" cy="0"/>
          <a:chOff x="0" y="0"/>
          <a:chExt cx="0" cy="0"/>
        </a:xfrm>
      </p:grpSpPr>
      <p:sp>
        <p:nvSpPr>
          <p:cNvPr id="879" name="Google Shape;879;g9653453a32_0_4:notes">
            <a:extLst>
              <a:ext uri="{FF2B5EF4-FFF2-40B4-BE49-F238E27FC236}">
                <a16:creationId xmlns:a16="http://schemas.microsoft.com/office/drawing/2014/main" id="{5D568E8F-654E-25A4-6E61-56C8DE95F4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0" name="Google Shape;880;g9653453a32_0_4:notes">
            <a:extLst>
              <a:ext uri="{FF2B5EF4-FFF2-40B4-BE49-F238E27FC236}">
                <a16:creationId xmlns:a16="http://schemas.microsoft.com/office/drawing/2014/main" id="{A4C4C215-5F0F-194C-0F92-69F3FE43D8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15415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a:extLst>
            <a:ext uri="{FF2B5EF4-FFF2-40B4-BE49-F238E27FC236}">
              <a16:creationId xmlns:a16="http://schemas.microsoft.com/office/drawing/2014/main" id="{1B32ABB1-DACB-876E-F435-6BC14F578876}"/>
            </a:ext>
          </a:extLst>
        </p:cNvPr>
        <p:cNvGrpSpPr/>
        <p:nvPr/>
      </p:nvGrpSpPr>
      <p:grpSpPr>
        <a:xfrm>
          <a:off x="0" y="0"/>
          <a:ext cx="0" cy="0"/>
          <a:chOff x="0" y="0"/>
          <a:chExt cx="0" cy="0"/>
        </a:xfrm>
      </p:grpSpPr>
      <p:sp>
        <p:nvSpPr>
          <p:cNvPr id="879" name="Google Shape;879;g9653453a32_0_4:notes">
            <a:extLst>
              <a:ext uri="{FF2B5EF4-FFF2-40B4-BE49-F238E27FC236}">
                <a16:creationId xmlns:a16="http://schemas.microsoft.com/office/drawing/2014/main" id="{DFED8635-9556-892E-CD35-DB7FF33862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0" name="Google Shape;880;g9653453a32_0_4:notes">
            <a:extLst>
              <a:ext uri="{FF2B5EF4-FFF2-40B4-BE49-F238E27FC236}">
                <a16:creationId xmlns:a16="http://schemas.microsoft.com/office/drawing/2014/main" id="{D312C573-CB7B-D2A8-C9B9-19C8F62170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0389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85800" y="534963"/>
            <a:ext cx="4410300" cy="17064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5000">
                <a:solidFill>
                  <a:srgbClr val="FFFFFF"/>
                </a:solidFill>
                <a:latin typeface="Fredoka One"/>
                <a:ea typeface="Fredoka One"/>
                <a:cs typeface="Fredoka One"/>
                <a:sym typeface="Fredoka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685800" y="2278345"/>
            <a:ext cx="4410300" cy="444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FFFFF"/>
                </a:solidFill>
                <a:latin typeface="Raleway"/>
                <a:ea typeface="Raleway"/>
                <a:cs typeface="Raleway"/>
                <a:sym typeface="Raleway"/>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grpSp>
        <p:nvGrpSpPr>
          <p:cNvPr id="11" name="Google Shape;11;p2"/>
          <p:cNvGrpSpPr/>
          <p:nvPr/>
        </p:nvGrpSpPr>
        <p:grpSpPr>
          <a:xfrm rot="12770">
            <a:off x="3143723" y="-723971"/>
            <a:ext cx="8629335" cy="7691461"/>
            <a:chOff x="1543903" y="1051131"/>
            <a:chExt cx="4579322" cy="4218197"/>
          </a:xfrm>
        </p:grpSpPr>
        <p:sp>
          <p:nvSpPr>
            <p:cNvPr id="12" name="Google Shape;12;p2"/>
            <p:cNvSpPr/>
            <p:nvPr/>
          </p:nvSpPr>
          <p:spPr>
            <a:xfrm>
              <a:off x="1543903" y="1051131"/>
              <a:ext cx="4579322" cy="4218197"/>
            </a:xfrm>
            <a:custGeom>
              <a:avLst/>
              <a:gdLst/>
              <a:ahLst/>
              <a:cxnLst/>
              <a:rect l="l" t="t" r="r" b="b"/>
              <a:pathLst>
                <a:path w="154472" h="148515" extrusionOk="0">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818350" y="1817311"/>
              <a:ext cx="218125" cy="218125"/>
            </a:xfrm>
            <a:custGeom>
              <a:avLst/>
              <a:gdLst/>
              <a:ahLst/>
              <a:cxnLst/>
              <a:rect l="l" t="t" r="r" b="b"/>
              <a:pathLst>
                <a:path w="8725" h="8725" extrusionOk="0">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3016041" y="1693534"/>
              <a:ext cx="96525" cy="96525"/>
            </a:xfrm>
            <a:custGeom>
              <a:avLst/>
              <a:gdLst/>
              <a:ahLst/>
              <a:cxnLst/>
              <a:rect l="l" t="t" r="r" b="b"/>
              <a:pathLst>
                <a:path w="3861" h="3861" extrusionOk="0">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lt1"/>
        </a:solidFill>
        <a:effectLst/>
      </p:bgPr>
    </p:bg>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solidFill>
                  <a:schemeClr val="accent3"/>
                </a:solidFill>
                <a:latin typeface="Fredoka One"/>
                <a:ea typeface="Fredoka One"/>
                <a:cs typeface="Fredoka One"/>
                <a:sym typeface="Fredoka 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6" name="Google Shape;36;p5"/>
          <p:cNvSpPr txBox="1">
            <a:spLocks noGrp="1"/>
          </p:cNvSpPr>
          <p:nvPr>
            <p:ph type="subTitle" idx="1"/>
          </p:nvPr>
        </p:nvSpPr>
        <p:spPr>
          <a:xfrm>
            <a:off x="1459725" y="2545078"/>
            <a:ext cx="2519400" cy="1318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a:latin typeface="Raleway"/>
                <a:ea typeface="Raleway"/>
                <a:cs typeface="Raleway"/>
                <a:sym typeface="Raleway"/>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7" name="Google Shape;37;p5"/>
          <p:cNvSpPr txBox="1">
            <a:spLocks noGrp="1"/>
          </p:cNvSpPr>
          <p:nvPr>
            <p:ph type="subTitle" idx="2"/>
          </p:nvPr>
        </p:nvSpPr>
        <p:spPr>
          <a:xfrm>
            <a:off x="5164925" y="2545078"/>
            <a:ext cx="2519400" cy="1318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a:latin typeface="Raleway"/>
                <a:ea typeface="Raleway"/>
                <a:cs typeface="Raleway"/>
                <a:sym typeface="Raleway"/>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8" name="Google Shape;38;p5"/>
          <p:cNvSpPr txBox="1">
            <a:spLocks noGrp="1"/>
          </p:cNvSpPr>
          <p:nvPr>
            <p:ph type="subTitle" idx="3"/>
          </p:nvPr>
        </p:nvSpPr>
        <p:spPr>
          <a:xfrm>
            <a:off x="1579838" y="2086825"/>
            <a:ext cx="2279100" cy="47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900">
                <a:solidFill>
                  <a:schemeClr val="accent3"/>
                </a:solidFill>
                <a:latin typeface="Fredoka One"/>
                <a:ea typeface="Fredoka One"/>
                <a:cs typeface="Fredoka One"/>
                <a:sym typeface="Fredoka 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9" name="Google Shape;39;p5"/>
          <p:cNvSpPr txBox="1">
            <a:spLocks noGrp="1"/>
          </p:cNvSpPr>
          <p:nvPr>
            <p:ph type="subTitle" idx="4"/>
          </p:nvPr>
        </p:nvSpPr>
        <p:spPr>
          <a:xfrm>
            <a:off x="5285063" y="2086825"/>
            <a:ext cx="2279100" cy="47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900">
                <a:solidFill>
                  <a:schemeClr val="accent3"/>
                </a:solidFill>
                <a:latin typeface="Fredoka One"/>
                <a:ea typeface="Fredoka One"/>
                <a:cs typeface="Fredoka One"/>
                <a:sym typeface="Fredoka 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7"/>
        <p:cNvGrpSpPr/>
        <p:nvPr/>
      </p:nvGrpSpPr>
      <p:grpSpPr>
        <a:xfrm>
          <a:off x="0" y="0"/>
          <a:ext cx="0" cy="0"/>
          <a:chOff x="0" y="0"/>
          <a:chExt cx="0" cy="0"/>
        </a:xfrm>
      </p:grpSpPr>
      <p:grpSp>
        <p:nvGrpSpPr>
          <p:cNvPr id="48" name="Google Shape;48;p8"/>
          <p:cNvGrpSpPr/>
          <p:nvPr/>
        </p:nvGrpSpPr>
        <p:grpSpPr>
          <a:xfrm rot="-6901726">
            <a:off x="-2319547" y="-2509460"/>
            <a:ext cx="10526452" cy="10365738"/>
            <a:chOff x="1132290" y="467842"/>
            <a:chExt cx="5085019" cy="4954098"/>
          </a:xfrm>
        </p:grpSpPr>
        <p:sp>
          <p:nvSpPr>
            <p:cNvPr id="49" name="Google Shape;49;p8"/>
            <p:cNvSpPr/>
            <p:nvPr/>
          </p:nvSpPr>
          <p:spPr>
            <a:xfrm rot="-1172623">
              <a:off x="1674207" y="1021347"/>
              <a:ext cx="4001184" cy="3847088"/>
            </a:xfrm>
            <a:custGeom>
              <a:avLst/>
              <a:gdLst/>
              <a:ahLst/>
              <a:cxnLst/>
              <a:rect l="l" t="t" r="r" b="b"/>
              <a:pathLst>
                <a:path w="154472" h="148515" extrusionOk="0">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8"/>
            <p:cNvSpPr/>
            <p:nvPr/>
          </p:nvSpPr>
          <p:spPr>
            <a:xfrm>
              <a:off x="2818350" y="1817311"/>
              <a:ext cx="218125" cy="218125"/>
            </a:xfrm>
            <a:custGeom>
              <a:avLst/>
              <a:gdLst/>
              <a:ahLst/>
              <a:cxnLst/>
              <a:rect l="l" t="t" r="r" b="b"/>
              <a:pathLst>
                <a:path w="8725" h="8725" extrusionOk="0">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8"/>
            <p:cNvSpPr/>
            <p:nvPr/>
          </p:nvSpPr>
          <p:spPr>
            <a:xfrm>
              <a:off x="3016041" y="1693534"/>
              <a:ext cx="96525" cy="96525"/>
            </a:xfrm>
            <a:custGeom>
              <a:avLst/>
              <a:gdLst/>
              <a:ahLst/>
              <a:cxnLst/>
              <a:rect l="l" t="t" r="r" b="b"/>
              <a:pathLst>
                <a:path w="3861" h="3861" extrusionOk="0">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8"/>
          <p:cNvSpPr txBox="1">
            <a:spLocks noGrp="1"/>
          </p:cNvSpPr>
          <p:nvPr>
            <p:ph type="title"/>
          </p:nvPr>
        </p:nvSpPr>
        <p:spPr>
          <a:xfrm>
            <a:off x="627800" y="1790250"/>
            <a:ext cx="49824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53" name="Google Shape;53;p8"/>
          <p:cNvSpPr txBox="1">
            <a:spLocks noGrp="1"/>
          </p:cNvSpPr>
          <p:nvPr>
            <p:ph type="subTitle" idx="1"/>
          </p:nvPr>
        </p:nvSpPr>
        <p:spPr>
          <a:xfrm>
            <a:off x="627800" y="2632050"/>
            <a:ext cx="4982400" cy="7212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500">
                <a:solidFill>
                  <a:schemeClr val="dk1"/>
                </a:solidFill>
                <a:latin typeface="Raleway"/>
                <a:ea typeface="Raleway"/>
                <a:cs typeface="Raleway"/>
                <a:sym typeface="Raleway"/>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accent3"/>
        </a:solidFill>
        <a:effectLst/>
      </p:bgPr>
    </p:bg>
    <p:spTree>
      <p:nvGrpSpPr>
        <p:cNvPr id="1" name="Shape 54"/>
        <p:cNvGrpSpPr/>
        <p:nvPr/>
      </p:nvGrpSpPr>
      <p:grpSpPr>
        <a:xfrm>
          <a:off x="0" y="0"/>
          <a:ext cx="0" cy="0"/>
          <a:chOff x="0" y="0"/>
          <a:chExt cx="0" cy="0"/>
        </a:xfrm>
      </p:grpSpPr>
      <p:grpSp>
        <p:nvGrpSpPr>
          <p:cNvPr id="55" name="Google Shape;55;p9"/>
          <p:cNvGrpSpPr/>
          <p:nvPr/>
        </p:nvGrpSpPr>
        <p:grpSpPr>
          <a:xfrm rot="1352959">
            <a:off x="-638950" y="-2952197"/>
            <a:ext cx="10421907" cy="10114552"/>
            <a:chOff x="1786775" y="1002200"/>
            <a:chExt cx="3861800" cy="3712875"/>
          </a:xfrm>
        </p:grpSpPr>
        <p:sp>
          <p:nvSpPr>
            <p:cNvPr id="56" name="Google Shape;56;p9"/>
            <p:cNvSpPr/>
            <p:nvPr/>
          </p:nvSpPr>
          <p:spPr>
            <a:xfrm>
              <a:off x="1786775" y="1002200"/>
              <a:ext cx="3861800" cy="3712875"/>
            </a:xfrm>
            <a:custGeom>
              <a:avLst/>
              <a:gdLst/>
              <a:ahLst/>
              <a:cxnLst/>
              <a:rect l="l" t="t" r="r" b="b"/>
              <a:pathLst>
                <a:path w="154472" h="148515" extrusionOk="0">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9"/>
            <p:cNvSpPr/>
            <p:nvPr/>
          </p:nvSpPr>
          <p:spPr>
            <a:xfrm>
              <a:off x="2818350" y="1817311"/>
              <a:ext cx="218125" cy="218125"/>
            </a:xfrm>
            <a:custGeom>
              <a:avLst/>
              <a:gdLst/>
              <a:ahLst/>
              <a:cxnLst/>
              <a:rect l="l" t="t" r="r" b="b"/>
              <a:pathLst>
                <a:path w="8725" h="8725" extrusionOk="0">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9"/>
            <p:cNvSpPr/>
            <p:nvPr/>
          </p:nvSpPr>
          <p:spPr>
            <a:xfrm>
              <a:off x="3016041" y="1693534"/>
              <a:ext cx="96525" cy="96525"/>
            </a:xfrm>
            <a:custGeom>
              <a:avLst/>
              <a:gdLst/>
              <a:ahLst/>
              <a:cxnLst/>
              <a:rect l="l" t="t" r="r" b="b"/>
              <a:pathLst>
                <a:path w="3861" h="3861" extrusionOk="0">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9"/>
          <p:cNvSpPr txBox="1">
            <a:spLocks noGrp="1"/>
          </p:cNvSpPr>
          <p:nvPr>
            <p:ph type="title"/>
          </p:nvPr>
        </p:nvSpPr>
        <p:spPr>
          <a:xfrm>
            <a:off x="311688" y="448056"/>
            <a:ext cx="8520600" cy="5169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4200"/>
              <a:buNone/>
              <a:defRPr>
                <a:solidFill>
                  <a:schemeClr val="accent3"/>
                </a:solidFill>
              </a:defRPr>
            </a:lvl1pPr>
            <a:lvl2pPr lvl="1" algn="ctr">
              <a:spcBef>
                <a:spcPts val="0"/>
              </a:spcBef>
              <a:spcAft>
                <a:spcPts val="0"/>
              </a:spcAft>
              <a:buClr>
                <a:schemeClr val="accent3"/>
              </a:buClr>
              <a:buSzPts val="4200"/>
              <a:buNone/>
              <a:defRPr sz="4200">
                <a:solidFill>
                  <a:schemeClr val="accent3"/>
                </a:solidFill>
              </a:defRPr>
            </a:lvl2pPr>
            <a:lvl3pPr lvl="2" algn="ctr">
              <a:spcBef>
                <a:spcPts val="0"/>
              </a:spcBef>
              <a:spcAft>
                <a:spcPts val="0"/>
              </a:spcAft>
              <a:buClr>
                <a:schemeClr val="accent3"/>
              </a:buClr>
              <a:buSzPts val="4200"/>
              <a:buNone/>
              <a:defRPr sz="4200">
                <a:solidFill>
                  <a:schemeClr val="accent3"/>
                </a:solidFill>
              </a:defRPr>
            </a:lvl3pPr>
            <a:lvl4pPr lvl="3" algn="ctr">
              <a:spcBef>
                <a:spcPts val="0"/>
              </a:spcBef>
              <a:spcAft>
                <a:spcPts val="0"/>
              </a:spcAft>
              <a:buClr>
                <a:schemeClr val="accent3"/>
              </a:buClr>
              <a:buSzPts val="4200"/>
              <a:buNone/>
              <a:defRPr sz="4200">
                <a:solidFill>
                  <a:schemeClr val="accent3"/>
                </a:solidFill>
              </a:defRPr>
            </a:lvl4pPr>
            <a:lvl5pPr lvl="4" algn="ctr">
              <a:spcBef>
                <a:spcPts val="0"/>
              </a:spcBef>
              <a:spcAft>
                <a:spcPts val="0"/>
              </a:spcAft>
              <a:buClr>
                <a:schemeClr val="accent3"/>
              </a:buClr>
              <a:buSzPts val="4200"/>
              <a:buNone/>
              <a:defRPr sz="4200">
                <a:solidFill>
                  <a:schemeClr val="accent3"/>
                </a:solidFill>
              </a:defRPr>
            </a:lvl5pPr>
            <a:lvl6pPr lvl="5" algn="ctr">
              <a:spcBef>
                <a:spcPts val="0"/>
              </a:spcBef>
              <a:spcAft>
                <a:spcPts val="0"/>
              </a:spcAft>
              <a:buClr>
                <a:schemeClr val="accent3"/>
              </a:buClr>
              <a:buSzPts val="4200"/>
              <a:buNone/>
              <a:defRPr sz="4200">
                <a:solidFill>
                  <a:schemeClr val="accent3"/>
                </a:solidFill>
              </a:defRPr>
            </a:lvl6pPr>
            <a:lvl7pPr lvl="6" algn="ctr">
              <a:spcBef>
                <a:spcPts val="0"/>
              </a:spcBef>
              <a:spcAft>
                <a:spcPts val="0"/>
              </a:spcAft>
              <a:buClr>
                <a:schemeClr val="accent3"/>
              </a:buClr>
              <a:buSzPts val="4200"/>
              <a:buNone/>
              <a:defRPr sz="4200">
                <a:solidFill>
                  <a:schemeClr val="accent3"/>
                </a:solidFill>
              </a:defRPr>
            </a:lvl7pPr>
            <a:lvl8pPr lvl="7" algn="ctr">
              <a:spcBef>
                <a:spcPts val="0"/>
              </a:spcBef>
              <a:spcAft>
                <a:spcPts val="0"/>
              </a:spcAft>
              <a:buClr>
                <a:schemeClr val="accent3"/>
              </a:buClr>
              <a:buSzPts val="4200"/>
              <a:buNone/>
              <a:defRPr sz="4200">
                <a:solidFill>
                  <a:schemeClr val="accent3"/>
                </a:solidFill>
              </a:defRPr>
            </a:lvl8pPr>
            <a:lvl9pPr lvl="8" algn="ctr">
              <a:spcBef>
                <a:spcPts val="0"/>
              </a:spcBef>
              <a:spcAft>
                <a:spcPts val="0"/>
              </a:spcAft>
              <a:buClr>
                <a:schemeClr val="accent3"/>
              </a:buClr>
              <a:buSzPts val="4200"/>
              <a:buNone/>
              <a:defRPr sz="4200">
                <a:solidFill>
                  <a:schemeClr val="accent3"/>
                </a:solidFill>
              </a:defRPr>
            </a:lvl9pPr>
          </a:lstStyle>
          <a:p>
            <a:endParaRPr/>
          </a:p>
        </p:txBody>
      </p:sp>
      <p:sp>
        <p:nvSpPr>
          <p:cNvPr id="60" name="Google Shape;60;p9"/>
          <p:cNvSpPr txBox="1">
            <a:spLocks noGrp="1"/>
          </p:cNvSpPr>
          <p:nvPr>
            <p:ph type="subTitle" idx="1"/>
          </p:nvPr>
        </p:nvSpPr>
        <p:spPr>
          <a:xfrm>
            <a:off x="916062" y="4010475"/>
            <a:ext cx="2682900" cy="594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12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1"/>
        <p:cNvGrpSpPr/>
        <p:nvPr/>
      </p:nvGrpSpPr>
      <p:grpSpPr>
        <a:xfrm>
          <a:off x="0" y="0"/>
          <a:ext cx="0" cy="0"/>
          <a:chOff x="0" y="0"/>
          <a:chExt cx="0" cy="0"/>
        </a:xfrm>
      </p:grpSpPr>
      <p:sp>
        <p:nvSpPr>
          <p:cNvPr id="62" name="Google Shape;62;p10"/>
          <p:cNvSpPr txBox="1">
            <a:spLocks noGrp="1"/>
          </p:cNvSpPr>
          <p:nvPr>
            <p:ph type="body" idx="1"/>
          </p:nvPr>
        </p:nvSpPr>
        <p:spPr>
          <a:xfrm>
            <a:off x="1202875" y="1025725"/>
            <a:ext cx="6738300" cy="1359600"/>
          </a:xfrm>
          <a:prstGeom prst="rect">
            <a:avLst/>
          </a:prstGeom>
        </p:spPr>
        <p:txBody>
          <a:bodyPr spcFirstLastPara="1" wrap="square" lIns="91425" tIns="91425" rIns="91425" bIns="91425" anchor="t" anchorCtr="0">
            <a:noAutofit/>
          </a:bodyPr>
          <a:lstStyle>
            <a:lvl1pPr marL="457200" lvl="0" indent="-228600" algn="ctr">
              <a:lnSpc>
                <a:spcPct val="100000"/>
              </a:lnSpc>
              <a:spcBef>
                <a:spcPts val="0"/>
              </a:spcBef>
              <a:spcAft>
                <a:spcPts val="0"/>
              </a:spcAft>
              <a:buSzPts val="1800"/>
              <a:buNone/>
              <a:defRPr sz="2600">
                <a:solidFill>
                  <a:schemeClr val="accent3"/>
                </a:solidFill>
                <a:latin typeface="Fredoka One"/>
                <a:ea typeface="Fredoka One"/>
                <a:cs typeface="Fredoka One"/>
                <a:sym typeface="Fredoka One"/>
              </a:defRPr>
            </a:lvl1pPr>
          </a:lstStyle>
          <a:p>
            <a:endParaRPr/>
          </a:p>
        </p:txBody>
      </p:sp>
      <p:sp>
        <p:nvSpPr>
          <p:cNvPr id="63" name="Google Shape;63;p10"/>
          <p:cNvSpPr txBox="1">
            <a:spLocks noGrp="1"/>
          </p:cNvSpPr>
          <p:nvPr>
            <p:ph type="title"/>
          </p:nvPr>
        </p:nvSpPr>
        <p:spPr>
          <a:xfrm>
            <a:off x="2860875" y="2486020"/>
            <a:ext cx="3422100" cy="3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100">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4" name="Google Shape;64;p10"/>
          <p:cNvSpPr/>
          <p:nvPr/>
        </p:nvSpPr>
        <p:spPr>
          <a:xfrm rot="4368625">
            <a:off x="8372040" y="3442794"/>
            <a:ext cx="349198" cy="349198"/>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0"/>
          <p:cNvSpPr/>
          <p:nvPr/>
        </p:nvSpPr>
        <p:spPr>
          <a:xfrm rot="4357755">
            <a:off x="8166845" y="3324003"/>
            <a:ext cx="122591" cy="122591"/>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0"/>
          <p:cNvSpPr/>
          <p:nvPr/>
        </p:nvSpPr>
        <p:spPr>
          <a:xfrm>
            <a:off x="551550" y="405250"/>
            <a:ext cx="573900" cy="5739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0"/>
          <p:cNvSpPr/>
          <p:nvPr/>
        </p:nvSpPr>
        <p:spPr>
          <a:xfrm>
            <a:off x="455550" y="979150"/>
            <a:ext cx="134400" cy="1341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0"/>
          <p:cNvSpPr/>
          <p:nvPr/>
        </p:nvSpPr>
        <p:spPr>
          <a:xfrm>
            <a:off x="8596175" y="315100"/>
            <a:ext cx="225000" cy="2244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6"/>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eft title">
  <p:cSld name="CUSTOM">
    <p:spTree>
      <p:nvGrpSpPr>
        <p:cNvPr id="1" name="Shape 77"/>
        <p:cNvGrpSpPr/>
        <p:nvPr/>
      </p:nvGrpSpPr>
      <p:grpSpPr>
        <a:xfrm>
          <a:off x="0" y="0"/>
          <a:ext cx="0" cy="0"/>
          <a:chOff x="0" y="0"/>
          <a:chExt cx="0" cy="0"/>
        </a:xfrm>
      </p:grpSpPr>
      <p:sp>
        <p:nvSpPr>
          <p:cNvPr id="78" name="Google Shape;78;p13"/>
          <p:cNvSpPr/>
          <p:nvPr/>
        </p:nvSpPr>
        <p:spPr>
          <a:xfrm rot="277699">
            <a:off x="611389" y="-2396143"/>
            <a:ext cx="10332728" cy="9979420"/>
          </a:xfrm>
          <a:custGeom>
            <a:avLst/>
            <a:gdLst/>
            <a:ahLst/>
            <a:cxnLst/>
            <a:rect l="l" t="t" r="r" b="b"/>
            <a:pathLst>
              <a:path w="154472" h="148515" extrusionOk="0">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3"/>
          <p:cNvSpPr txBox="1">
            <a:spLocks noGrp="1"/>
          </p:cNvSpPr>
          <p:nvPr>
            <p:ph type="title"/>
          </p:nvPr>
        </p:nvSpPr>
        <p:spPr>
          <a:xfrm>
            <a:off x="723900" y="448056"/>
            <a:ext cx="23148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solidFill>
                  <a:schemeClr val="accent3"/>
                </a:solidFill>
                <a:latin typeface="Fredoka One"/>
                <a:ea typeface="Fredoka One"/>
                <a:cs typeface="Fredoka One"/>
                <a:sym typeface="Fredoka 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left text">
  <p:cSld name="CUSTOM_2">
    <p:bg>
      <p:bgPr>
        <a:solidFill>
          <a:schemeClr val="accent3"/>
        </a:solidFill>
        <a:effectLst/>
      </p:bgPr>
    </p:bg>
    <p:spTree>
      <p:nvGrpSpPr>
        <p:cNvPr id="1" name="Shape 86"/>
        <p:cNvGrpSpPr/>
        <p:nvPr/>
      </p:nvGrpSpPr>
      <p:grpSpPr>
        <a:xfrm>
          <a:off x="0" y="0"/>
          <a:ext cx="0" cy="0"/>
          <a:chOff x="0" y="0"/>
          <a:chExt cx="0" cy="0"/>
        </a:xfrm>
      </p:grpSpPr>
      <p:grpSp>
        <p:nvGrpSpPr>
          <p:cNvPr id="87" name="Google Shape;87;p15"/>
          <p:cNvGrpSpPr/>
          <p:nvPr/>
        </p:nvGrpSpPr>
        <p:grpSpPr>
          <a:xfrm rot="-2808582" flipH="1">
            <a:off x="-769895" y="-1911250"/>
            <a:ext cx="9580815" cy="9304939"/>
            <a:chOff x="1786775" y="1002200"/>
            <a:chExt cx="3861800" cy="3712875"/>
          </a:xfrm>
        </p:grpSpPr>
        <p:sp>
          <p:nvSpPr>
            <p:cNvPr id="88" name="Google Shape;88;p15"/>
            <p:cNvSpPr/>
            <p:nvPr/>
          </p:nvSpPr>
          <p:spPr>
            <a:xfrm>
              <a:off x="1786775" y="1002200"/>
              <a:ext cx="3861800" cy="3712875"/>
            </a:xfrm>
            <a:custGeom>
              <a:avLst/>
              <a:gdLst/>
              <a:ahLst/>
              <a:cxnLst/>
              <a:rect l="l" t="t" r="r" b="b"/>
              <a:pathLst>
                <a:path w="154472" h="148515" extrusionOk="0">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5"/>
            <p:cNvSpPr/>
            <p:nvPr/>
          </p:nvSpPr>
          <p:spPr>
            <a:xfrm>
              <a:off x="2818350" y="1817311"/>
              <a:ext cx="218125" cy="218125"/>
            </a:xfrm>
            <a:custGeom>
              <a:avLst/>
              <a:gdLst/>
              <a:ahLst/>
              <a:cxnLst/>
              <a:rect l="l" t="t" r="r" b="b"/>
              <a:pathLst>
                <a:path w="8725" h="8725" extrusionOk="0">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5"/>
            <p:cNvSpPr/>
            <p:nvPr/>
          </p:nvSpPr>
          <p:spPr>
            <a:xfrm>
              <a:off x="3016041" y="1693534"/>
              <a:ext cx="96525" cy="96525"/>
            </a:xfrm>
            <a:custGeom>
              <a:avLst/>
              <a:gdLst/>
              <a:ahLst/>
              <a:cxnLst/>
              <a:rect l="l" t="t" r="r" b="b"/>
              <a:pathLst>
                <a:path w="3861" h="3861" extrusionOk="0">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 name="Google Shape;91;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2800"/>
              <a:buNone/>
              <a:defRPr>
                <a:solidFill>
                  <a:schemeClr val="accent3"/>
                </a:solidFill>
                <a:latin typeface="Fredoka One"/>
                <a:ea typeface="Fredoka One"/>
                <a:cs typeface="Fredoka One"/>
                <a:sym typeface="Fredoka One"/>
              </a:defRPr>
            </a:lvl1pPr>
            <a:lvl2pPr lvl="1">
              <a:spcBef>
                <a:spcPts val="0"/>
              </a:spcBef>
              <a:spcAft>
                <a:spcPts val="0"/>
              </a:spcAft>
              <a:buClr>
                <a:schemeClr val="accent3"/>
              </a:buClr>
              <a:buSzPts val="2800"/>
              <a:buNone/>
              <a:defRPr>
                <a:solidFill>
                  <a:schemeClr val="accent3"/>
                </a:solidFill>
              </a:defRPr>
            </a:lvl2pPr>
            <a:lvl3pPr lvl="2">
              <a:spcBef>
                <a:spcPts val="0"/>
              </a:spcBef>
              <a:spcAft>
                <a:spcPts val="0"/>
              </a:spcAft>
              <a:buClr>
                <a:schemeClr val="accent3"/>
              </a:buClr>
              <a:buSzPts val="2800"/>
              <a:buNone/>
              <a:defRPr>
                <a:solidFill>
                  <a:schemeClr val="accent3"/>
                </a:solidFill>
              </a:defRPr>
            </a:lvl3pPr>
            <a:lvl4pPr lvl="3">
              <a:spcBef>
                <a:spcPts val="0"/>
              </a:spcBef>
              <a:spcAft>
                <a:spcPts val="0"/>
              </a:spcAft>
              <a:buClr>
                <a:schemeClr val="accent3"/>
              </a:buClr>
              <a:buSzPts val="2800"/>
              <a:buNone/>
              <a:defRPr>
                <a:solidFill>
                  <a:schemeClr val="accent3"/>
                </a:solidFill>
              </a:defRPr>
            </a:lvl4pPr>
            <a:lvl5pPr lvl="4">
              <a:spcBef>
                <a:spcPts val="0"/>
              </a:spcBef>
              <a:spcAft>
                <a:spcPts val="0"/>
              </a:spcAft>
              <a:buClr>
                <a:schemeClr val="accent3"/>
              </a:buClr>
              <a:buSzPts val="2800"/>
              <a:buNone/>
              <a:defRPr>
                <a:solidFill>
                  <a:schemeClr val="accent3"/>
                </a:solidFill>
              </a:defRPr>
            </a:lvl5pPr>
            <a:lvl6pPr lvl="5">
              <a:spcBef>
                <a:spcPts val="0"/>
              </a:spcBef>
              <a:spcAft>
                <a:spcPts val="0"/>
              </a:spcAft>
              <a:buClr>
                <a:schemeClr val="accent3"/>
              </a:buClr>
              <a:buSzPts val="2800"/>
              <a:buNone/>
              <a:defRPr>
                <a:solidFill>
                  <a:schemeClr val="accent3"/>
                </a:solidFill>
              </a:defRPr>
            </a:lvl6pPr>
            <a:lvl7pPr lvl="6">
              <a:spcBef>
                <a:spcPts val="0"/>
              </a:spcBef>
              <a:spcAft>
                <a:spcPts val="0"/>
              </a:spcAft>
              <a:buClr>
                <a:schemeClr val="accent3"/>
              </a:buClr>
              <a:buSzPts val="2800"/>
              <a:buNone/>
              <a:defRPr>
                <a:solidFill>
                  <a:schemeClr val="accent3"/>
                </a:solidFill>
              </a:defRPr>
            </a:lvl7pPr>
            <a:lvl8pPr lvl="7">
              <a:spcBef>
                <a:spcPts val="0"/>
              </a:spcBef>
              <a:spcAft>
                <a:spcPts val="0"/>
              </a:spcAft>
              <a:buClr>
                <a:schemeClr val="accent3"/>
              </a:buClr>
              <a:buSzPts val="2800"/>
              <a:buNone/>
              <a:defRPr>
                <a:solidFill>
                  <a:schemeClr val="accent3"/>
                </a:solidFill>
              </a:defRPr>
            </a:lvl8pPr>
            <a:lvl9pPr lvl="8">
              <a:spcBef>
                <a:spcPts val="0"/>
              </a:spcBef>
              <a:spcAft>
                <a:spcPts val="0"/>
              </a:spcAft>
              <a:buClr>
                <a:schemeClr val="accent3"/>
              </a:buClr>
              <a:buSzPts val="2800"/>
              <a:buNone/>
              <a:defRPr>
                <a:solidFill>
                  <a:schemeClr val="accent3"/>
                </a:solidFill>
              </a:defRPr>
            </a:lvl9pPr>
          </a:lstStyle>
          <a:p>
            <a:endParaRPr/>
          </a:p>
        </p:txBody>
      </p:sp>
      <p:sp>
        <p:nvSpPr>
          <p:cNvPr id="92" name="Google Shape;92;p15"/>
          <p:cNvSpPr txBox="1">
            <a:spLocks noGrp="1"/>
          </p:cNvSpPr>
          <p:nvPr>
            <p:ph type="subTitle" idx="1"/>
          </p:nvPr>
        </p:nvSpPr>
        <p:spPr>
          <a:xfrm>
            <a:off x="940975" y="3925075"/>
            <a:ext cx="2421300" cy="66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5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3" name="Google Shape;93;p15"/>
          <p:cNvSpPr txBox="1">
            <a:spLocks noGrp="1"/>
          </p:cNvSpPr>
          <p:nvPr>
            <p:ph type="subTitle" idx="2"/>
          </p:nvPr>
        </p:nvSpPr>
        <p:spPr>
          <a:xfrm>
            <a:off x="940975" y="2766850"/>
            <a:ext cx="2421300" cy="66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5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4" name="Google Shape;94;p15"/>
          <p:cNvSpPr txBox="1">
            <a:spLocks noGrp="1"/>
          </p:cNvSpPr>
          <p:nvPr>
            <p:ph type="subTitle" idx="3"/>
          </p:nvPr>
        </p:nvSpPr>
        <p:spPr>
          <a:xfrm>
            <a:off x="940975" y="1608625"/>
            <a:ext cx="2421300" cy="66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5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5" name="Google Shape;95;p15"/>
          <p:cNvSpPr txBox="1">
            <a:spLocks noGrp="1"/>
          </p:cNvSpPr>
          <p:nvPr>
            <p:ph type="subTitle" idx="4"/>
          </p:nvPr>
        </p:nvSpPr>
        <p:spPr>
          <a:xfrm>
            <a:off x="940975" y="3507650"/>
            <a:ext cx="2421300" cy="428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900">
                <a:solidFill>
                  <a:srgbClr val="A5B7C6"/>
                </a:solidFill>
                <a:latin typeface="Fredoka One"/>
                <a:ea typeface="Fredoka One"/>
                <a:cs typeface="Fredoka One"/>
                <a:sym typeface="Fredoka 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6" name="Google Shape;96;p15"/>
          <p:cNvSpPr txBox="1">
            <a:spLocks noGrp="1"/>
          </p:cNvSpPr>
          <p:nvPr>
            <p:ph type="subTitle" idx="5"/>
          </p:nvPr>
        </p:nvSpPr>
        <p:spPr>
          <a:xfrm>
            <a:off x="940975" y="2338750"/>
            <a:ext cx="2421300" cy="428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900">
                <a:solidFill>
                  <a:srgbClr val="445D73"/>
                </a:solidFill>
                <a:latin typeface="Fredoka One"/>
                <a:ea typeface="Fredoka One"/>
                <a:cs typeface="Fredoka One"/>
                <a:sym typeface="Fredoka 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7" name="Google Shape;97;p15"/>
          <p:cNvSpPr txBox="1">
            <a:spLocks noGrp="1"/>
          </p:cNvSpPr>
          <p:nvPr>
            <p:ph type="subTitle" idx="6"/>
          </p:nvPr>
        </p:nvSpPr>
        <p:spPr>
          <a:xfrm>
            <a:off x="940975" y="1169850"/>
            <a:ext cx="2421300" cy="428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3"/>
              </a:buClr>
              <a:buSzPts val="2800"/>
              <a:buNone/>
              <a:defRPr sz="1900">
                <a:solidFill>
                  <a:schemeClr val="accent3"/>
                </a:solidFill>
                <a:latin typeface="Fredoka One"/>
                <a:ea typeface="Fredoka One"/>
                <a:cs typeface="Fredoka One"/>
                <a:sym typeface="Fredoka One"/>
              </a:defRPr>
            </a:lvl1pPr>
            <a:lvl2pPr lvl="1" algn="ctr" rtl="0">
              <a:lnSpc>
                <a:spcPct val="100000"/>
              </a:lnSpc>
              <a:spcBef>
                <a:spcPts val="0"/>
              </a:spcBef>
              <a:spcAft>
                <a:spcPts val="0"/>
              </a:spcAft>
              <a:buClr>
                <a:schemeClr val="accent3"/>
              </a:buClr>
              <a:buSzPts val="2800"/>
              <a:buNone/>
              <a:defRPr sz="2800">
                <a:solidFill>
                  <a:schemeClr val="accent3"/>
                </a:solidFill>
              </a:defRPr>
            </a:lvl2pPr>
            <a:lvl3pPr lvl="2" algn="ctr" rtl="0">
              <a:lnSpc>
                <a:spcPct val="100000"/>
              </a:lnSpc>
              <a:spcBef>
                <a:spcPts val="0"/>
              </a:spcBef>
              <a:spcAft>
                <a:spcPts val="0"/>
              </a:spcAft>
              <a:buClr>
                <a:schemeClr val="accent3"/>
              </a:buClr>
              <a:buSzPts val="2800"/>
              <a:buNone/>
              <a:defRPr sz="2800">
                <a:solidFill>
                  <a:schemeClr val="accent3"/>
                </a:solidFill>
              </a:defRPr>
            </a:lvl3pPr>
            <a:lvl4pPr lvl="3" algn="ctr" rtl="0">
              <a:lnSpc>
                <a:spcPct val="100000"/>
              </a:lnSpc>
              <a:spcBef>
                <a:spcPts val="0"/>
              </a:spcBef>
              <a:spcAft>
                <a:spcPts val="0"/>
              </a:spcAft>
              <a:buClr>
                <a:schemeClr val="accent3"/>
              </a:buClr>
              <a:buSzPts val="2800"/>
              <a:buNone/>
              <a:defRPr sz="2800">
                <a:solidFill>
                  <a:schemeClr val="accent3"/>
                </a:solidFill>
              </a:defRPr>
            </a:lvl4pPr>
            <a:lvl5pPr lvl="4" algn="ctr" rtl="0">
              <a:lnSpc>
                <a:spcPct val="100000"/>
              </a:lnSpc>
              <a:spcBef>
                <a:spcPts val="0"/>
              </a:spcBef>
              <a:spcAft>
                <a:spcPts val="0"/>
              </a:spcAft>
              <a:buClr>
                <a:schemeClr val="accent3"/>
              </a:buClr>
              <a:buSzPts val="2800"/>
              <a:buNone/>
              <a:defRPr sz="2800">
                <a:solidFill>
                  <a:schemeClr val="accent3"/>
                </a:solidFill>
              </a:defRPr>
            </a:lvl5pPr>
            <a:lvl6pPr lvl="5" algn="ctr" rtl="0">
              <a:lnSpc>
                <a:spcPct val="100000"/>
              </a:lnSpc>
              <a:spcBef>
                <a:spcPts val="0"/>
              </a:spcBef>
              <a:spcAft>
                <a:spcPts val="0"/>
              </a:spcAft>
              <a:buClr>
                <a:schemeClr val="accent3"/>
              </a:buClr>
              <a:buSzPts val="2800"/>
              <a:buNone/>
              <a:defRPr sz="2800">
                <a:solidFill>
                  <a:schemeClr val="accent3"/>
                </a:solidFill>
              </a:defRPr>
            </a:lvl6pPr>
            <a:lvl7pPr lvl="6" algn="ctr" rtl="0">
              <a:lnSpc>
                <a:spcPct val="100000"/>
              </a:lnSpc>
              <a:spcBef>
                <a:spcPts val="0"/>
              </a:spcBef>
              <a:spcAft>
                <a:spcPts val="0"/>
              </a:spcAft>
              <a:buClr>
                <a:schemeClr val="accent3"/>
              </a:buClr>
              <a:buSzPts val="2800"/>
              <a:buNone/>
              <a:defRPr sz="2800">
                <a:solidFill>
                  <a:schemeClr val="accent3"/>
                </a:solidFill>
              </a:defRPr>
            </a:lvl7pPr>
            <a:lvl8pPr lvl="7" algn="ctr" rtl="0">
              <a:lnSpc>
                <a:spcPct val="100000"/>
              </a:lnSpc>
              <a:spcBef>
                <a:spcPts val="0"/>
              </a:spcBef>
              <a:spcAft>
                <a:spcPts val="0"/>
              </a:spcAft>
              <a:buClr>
                <a:schemeClr val="accent3"/>
              </a:buClr>
              <a:buSzPts val="2800"/>
              <a:buNone/>
              <a:defRPr sz="2800">
                <a:solidFill>
                  <a:schemeClr val="accent3"/>
                </a:solidFill>
              </a:defRPr>
            </a:lvl8pPr>
            <a:lvl9pPr lvl="8" algn="ctr" rtl="0">
              <a:lnSpc>
                <a:spcPct val="100000"/>
              </a:lnSpc>
              <a:spcBef>
                <a:spcPts val="0"/>
              </a:spcBef>
              <a:spcAft>
                <a:spcPts val="0"/>
              </a:spcAft>
              <a:buClr>
                <a:schemeClr val="accent3"/>
              </a:buClr>
              <a:buSzPts val="2800"/>
              <a:buNone/>
              <a:defRPr sz="2800">
                <a:solidFill>
                  <a:schemeClr val="accent3"/>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ubtitles and descriptions">
  <p:cSld name="CUSTOM_4">
    <p:bg>
      <p:bgPr>
        <a:solidFill>
          <a:schemeClr val="accent3"/>
        </a:solidFill>
        <a:effectLst/>
      </p:bgPr>
    </p:bg>
    <p:spTree>
      <p:nvGrpSpPr>
        <p:cNvPr id="1" name="Shape 112"/>
        <p:cNvGrpSpPr/>
        <p:nvPr/>
      </p:nvGrpSpPr>
      <p:grpSpPr>
        <a:xfrm>
          <a:off x="0" y="0"/>
          <a:ext cx="0" cy="0"/>
          <a:chOff x="0" y="0"/>
          <a:chExt cx="0" cy="0"/>
        </a:xfrm>
      </p:grpSpPr>
      <p:sp>
        <p:nvSpPr>
          <p:cNvPr id="113" name="Google Shape;113;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solidFill>
                  <a:srgbClr val="FFFF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4" name="Google Shape;114;p17"/>
          <p:cNvSpPr txBox="1">
            <a:spLocks noGrp="1"/>
          </p:cNvSpPr>
          <p:nvPr>
            <p:ph type="subTitle" idx="1"/>
          </p:nvPr>
        </p:nvSpPr>
        <p:spPr>
          <a:xfrm>
            <a:off x="656250" y="2233331"/>
            <a:ext cx="2421300" cy="669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a:solidFill>
                  <a:srgbClr val="FFFFFF"/>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15" name="Google Shape;115;p17"/>
          <p:cNvSpPr txBox="1">
            <a:spLocks noGrp="1"/>
          </p:cNvSpPr>
          <p:nvPr>
            <p:ph type="subTitle" idx="2"/>
          </p:nvPr>
        </p:nvSpPr>
        <p:spPr>
          <a:xfrm>
            <a:off x="656250" y="1898831"/>
            <a:ext cx="2421300" cy="41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16" name="Google Shape;116;p17"/>
          <p:cNvSpPr txBox="1">
            <a:spLocks noGrp="1"/>
          </p:cNvSpPr>
          <p:nvPr>
            <p:ph type="subTitle" idx="3"/>
          </p:nvPr>
        </p:nvSpPr>
        <p:spPr>
          <a:xfrm>
            <a:off x="3361350" y="2233331"/>
            <a:ext cx="2421300" cy="669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a:solidFill>
                  <a:srgbClr val="FFFFFF"/>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17" name="Google Shape;117;p17"/>
          <p:cNvSpPr txBox="1">
            <a:spLocks noGrp="1"/>
          </p:cNvSpPr>
          <p:nvPr>
            <p:ph type="subTitle" idx="4"/>
          </p:nvPr>
        </p:nvSpPr>
        <p:spPr>
          <a:xfrm>
            <a:off x="3361350" y="1898831"/>
            <a:ext cx="2421300" cy="41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18" name="Google Shape;118;p17"/>
          <p:cNvSpPr txBox="1">
            <a:spLocks noGrp="1"/>
          </p:cNvSpPr>
          <p:nvPr>
            <p:ph type="subTitle" idx="5"/>
          </p:nvPr>
        </p:nvSpPr>
        <p:spPr>
          <a:xfrm>
            <a:off x="6066450" y="2233331"/>
            <a:ext cx="2421300" cy="669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a:solidFill>
                  <a:srgbClr val="FFFFFF"/>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19" name="Google Shape;119;p17"/>
          <p:cNvSpPr txBox="1">
            <a:spLocks noGrp="1"/>
          </p:cNvSpPr>
          <p:nvPr>
            <p:ph type="subTitle" idx="6"/>
          </p:nvPr>
        </p:nvSpPr>
        <p:spPr>
          <a:xfrm>
            <a:off x="6066450" y="1898831"/>
            <a:ext cx="2421300" cy="41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0" name="Google Shape;120;p17"/>
          <p:cNvSpPr txBox="1">
            <a:spLocks noGrp="1"/>
          </p:cNvSpPr>
          <p:nvPr>
            <p:ph type="subTitle" idx="7"/>
          </p:nvPr>
        </p:nvSpPr>
        <p:spPr>
          <a:xfrm>
            <a:off x="656250" y="4084725"/>
            <a:ext cx="2421300" cy="669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a:solidFill>
                  <a:srgbClr val="FFFFFF"/>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1" name="Google Shape;121;p17"/>
          <p:cNvSpPr txBox="1">
            <a:spLocks noGrp="1"/>
          </p:cNvSpPr>
          <p:nvPr>
            <p:ph type="subTitle" idx="8"/>
          </p:nvPr>
        </p:nvSpPr>
        <p:spPr>
          <a:xfrm>
            <a:off x="656250" y="3739661"/>
            <a:ext cx="2421300" cy="41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2" name="Google Shape;122;p17"/>
          <p:cNvSpPr txBox="1">
            <a:spLocks noGrp="1"/>
          </p:cNvSpPr>
          <p:nvPr>
            <p:ph type="subTitle" idx="9"/>
          </p:nvPr>
        </p:nvSpPr>
        <p:spPr>
          <a:xfrm>
            <a:off x="3361350" y="4084725"/>
            <a:ext cx="2421300" cy="669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a:solidFill>
                  <a:srgbClr val="FFFFFF"/>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3" name="Google Shape;123;p17"/>
          <p:cNvSpPr txBox="1">
            <a:spLocks noGrp="1"/>
          </p:cNvSpPr>
          <p:nvPr>
            <p:ph type="subTitle" idx="13"/>
          </p:nvPr>
        </p:nvSpPr>
        <p:spPr>
          <a:xfrm>
            <a:off x="3361350" y="3739661"/>
            <a:ext cx="2421300" cy="41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4" name="Google Shape;124;p17"/>
          <p:cNvSpPr txBox="1">
            <a:spLocks noGrp="1"/>
          </p:cNvSpPr>
          <p:nvPr>
            <p:ph type="subTitle" idx="14"/>
          </p:nvPr>
        </p:nvSpPr>
        <p:spPr>
          <a:xfrm>
            <a:off x="6066450" y="4084725"/>
            <a:ext cx="2421300" cy="669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a:solidFill>
                  <a:srgbClr val="FFFFFF"/>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5" name="Google Shape;125;p17"/>
          <p:cNvSpPr txBox="1">
            <a:spLocks noGrp="1"/>
          </p:cNvSpPr>
          <p:nvPr>
            <p:ph type="subTitle" idx="15"/>
          </p:nvPr>
        </p:nvSpPr>
        <p:spPr>
          <a:xfrm>
            <a:off x="6066450" y="3739661"/>
            <a:ext cx="2421300" cy="41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6" name="Google Shape;126;p17"/>
          <p:cNvSpPr txBox="1">
            <a:spLocks noGrp="1"/>
          </p:cNvSpPr>
          <p:nvPr>
            <p:ph type="title" idx="16" hasCustomPrompt="1"/>
          </p:nvPr>
        </p:nvSpPr>
        <p:spPr>
          <a:xfrm>
            <a:off x="1532300" y="1242775"/>
            <a:ext cx="669000" cy="669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accent3"/>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7" name="Google Shape;127;p17"/>
          <p:cNvSpPr txBox="1">
            <a:spLocks noGrp="1"/>
          </p:cNvSpPr>
          <p:nvPr>
            <p:ph type="title" idx="17" hasCustomPrompt="1"/>
          </p:nvPr>
        </p:nvSpPr>
        <p:spPr>
          <a:xfrm>
            <a:off x="1532300" y="3084425"/>
            <a:ext cx="669000" cy="669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accent3"/>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8" name="Google Shape;128;p17"/>
          <p:cNvSpPr txBox="1">
            <a:spLocks noGrp="1"/>
          </p:cNvSpPr>
          <p:nvPr>
            <p:ph type="title" idx="18" hasCustomPrompt="1"/>
          </p:nvPr>
        </p:nvSpPr>
        <p:spPr>
          <a:xfrm>
            <a:off x="4237450" y="1242825"/>
            <a:ext cx="669000" cy="669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accent3"/>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9" name="Google Shape;129;p17"/>
          <p:cNvSpPr txBox="1">
            <a:spLocks noGrp="1"/>
          </p:cNvSpPr>
          <p:nvPr>
            <p:ph type="title" idx="19" hasCustomPrompt="1"/>
          </p:nvPr>
        </p:nvSpPr>
        <p:spPr>
          <a:xfrm>
            <a:off x="4237500" y="3084425"/>
            <a:ext cx="669000" cy="669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accent3"/>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0" name="Google Shape;130;p17"/>
          <p:cNvSpPr txBox="1">
            <a:spLocks noGrp="1"/>
          </p:cNvSpPr>
          <p:nvPr>
            <p:ph type="title" idx="20" hasCustomPrompt="1"/>
          </p:nvPr>
        </p:nvSpPr>
        <p:spPr>
          <a:xfrm>
            <a:off x="6942450" y="1242825"/>
            <a:ext cx="669000" cy="669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accent3"/>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1" name="Google Shape;131;p17"/>
          <p:cNvSpPr txBox="1">
            <a:spLocks noGrp="1"/>
          </p:cNvSpPr>
          <p:nvPr>
            <p:ph type="title" idx="21" hasCustomPrompt="1"/>
          </p:nvPr>
        </p:nvSpPr>
        <p:spPr>
          <a:xfrm>
            <a:off x="6942300" y="3084425"/>
            <a:ext cx="669300" cy="669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accent3"/>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3">
  <p:cSld name="CUSTOM_5">
    <p:bg>
      <p:bgPr>
        <a:solidFill>
          <a:schemeClr val="lt1"/>
        </a:solidFill>
        <a:effectLst/>
      </p:bgPr>
    </p:bg>
    <p:spTree>
      <p:nvGrpSpPr>
        <p:cNvPr id="1" name="Shape 132"/>
        <p:cNvGrpSpPr/>
        <p:nvPr/>
      </p:nvGrpSpPr>
      <p:grpSpPr>
        <a:xfrm>
          <a:off x="0" y="0"/>
          <a:ext cx="0" cy="0"/>
          <a:chOff x="0" y="0"/>
          <a:chExt cx="0" cy="0"/>
        </a:xfrm>
      </p:grpSpPr>
      <p:sp>
        <p:nvSpPr>
          <p:cNvPr id="133" name="Google Shape;133;p18"/>
          <p:cNvSpPr txBox="1">
            <a:spLocks noGrp="1"/>
          </p:cNvSpPr>
          <p:nvPr>
            <p:ph type="title"/>
          </p:nvPr>
        </p:nvSpPr>
        <p:spPr>
          <a:xfrm>
            <a:off x="1067250" y="445025"/>
            <a:ext cx="7009500" cy="5412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solidFill>
                  <a:schemeClr val="accent3"/>
                </a:solidFill>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text lines 2">
  <p:cSld name="CUSTOM_14">
    <p:spTree>
      <p:nvGrpSpPr>
        <p:cNvPr id="1" name="Shape 209"/>
        <p:cNvGrpSpPr/>
        <p:nvPr/>
      </p:nvGrpSpPr>
      <p:grpSpPr>
        <a:xfrm>
          <a:off x="0" y="0"/>
          <a:ext cx="0" cy="0"/>
          <a:chOff x="0" y="0"/>
          <a:chExt cx="0" cy="0"/>
        </a:xfrm>
      </p:grpSpPr>
      <p:grpSp>
        <p:nvGrpSpPr>
          <p:cNvPr id="210" name="Google Shape;210;p27"/>
          <p:cNvGrpSpPr/>
          <p:nvPr/>
        </p:nvGrpSpPr>
        <p:grpSpPr>
          <a:xfrm rot="1351476">
            <a:off x="-930621" y="-2956783"/>
            <a:ext cx="11005343" cy="10580795"/>
            <a:chOff x="1786775" y="1002200"/>
            <a:chExt cx="3861800" cy="3712875"/>
          </a:xfrm>
        </p:grpSpPr>
        <p:sp>
          <p:nvSpPr>
            <p:cNvPr id="211" name="Google Shape;211;p27"/>
            <p:cNvSpPr/>
            <p:nvPr/>
          </p:nvSpPr>
          <p:spPr>
            <a:xfrm>
              <a:off x="1786775" y="1002200"/>
              <a:ext cx="3861800" cy="3712875"/>
            </a:xfrm>
            <a:custGeom>
              <a:avLst/>
              <a:gdLst/>
              <a:ahLst/>
              <a:cxnLst/>
              <a:rect l="l" t="t" r="r" b="b"/>
              <a:pathLst>
                <a:path w="154472" h="148515" extrusionOk="0">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7"/>
            <p:cNvSpPr/>
            <p:nvPr/>
          </p:nvSpPr>
          <p:spPr>
            <a:xfrm>
              <a:off x="2818350" y="1817311"/>
              <a:ext cx="218125" cy="218125"/>
            </a:xfrm>
            <a:custGeom>
              <a:avLst/>
              <a:gdLst/>
              <a:ahLst/>
              <a:cxnLst/>
              <a:rect l="l" t="t" r="r" b="b"/>
              <a:pathLst>
                <a:path w="8725" h="8725" extrusionOk="0">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7"/>
            <p:cNvSpPr/>
            <p:nvPr/>
          </p:nvSpPr>
          <p:spPr>
            <a:xfrm>
              <a:off x="3016041" y="1693534"/>
              <a:ext cx="96525" cy="96525"/>
            </a:xfrm>
            <a:custGeom>
              <a:avLst/>
              <a:gdLst/>
              <a:ahLst/>
              <a:cxnLst/>
              <a:rect l="l" t="t" r="r" b="b"/>
              <a:pathLst>
                <a:path w="3861" h="3861" extrusionOk="0">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4" name="Google Shape;214;p27"/>
          <p:cNvSpPr txBox="1">
            <a:spLocks noGrp="1"/>
          </p:cNvSpPr>
          <p:nvPr>
            <p:ph type="subTitle" idx="1"/>
          </p:nvPr>
        </p:nvSpPr>
        <p:spPr>
          <a:xfrm>
            <a:off x="888763" y="3515500"/>
            <a:ext cx="2421300" cy="669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sz="1500">
                <a:solidFill>
                  <a:srgbClr val="FFFFFF"/>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15" name="Google Shape;215;p27"/>
          <p:cNvSpPr txBox="1">
            <a:spLocks noGrp="1"/>
          </p:cNvSpPr>
          <p:nvPr>
            <p:ph type="subTitle" idx="2"/>
          </p:nvPr>
        </p:nvSpPr>
        <p:spPr>
          <a:xfrm>
            <a:off x="5775188" y="1976800"/>
            <a:ext cx="2421300" cy="66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500">
                <a:solidFill>
                  <a:srgbClr val="FFFFFF"/>
                </a:solidFill>
                <a:latin typeface="Raleway"/>
                <a:ea typeface="Raleway"/>
                <a:cs typeface="Raleway"/>
                <a:sym typeface="Raleway"/>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16" name="Google Shape;216;p27"/>
          <p:cNvSpPr txBox="1">
            <a:spLocks noGrp="1"/>
          </p:cNvSpPr>
          <p:nvPr>
            <p:ph type="subTitle" idx="3"/>
          </p:nvPr>
        </p:nvSpPr>
        <p:spPr>
          <a:xfrm>
            <a:off x="905038" y="1987475"/>
            <a:ext cx="2421300" cy="669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sz="1500">
                <a:solidFill>
                  <a:srgbClr val="FFFFFF"/>
                </a:solidFill>
                <a:latin typeface="Raleway"/>
                <a:ea typeface="Raleway"/>
                <a:cs typeface="Raleway"/>
                <a:sym typeface="Raleway"/>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17" name="Google Shape;217;p27"/>
          <p:cNvSpPr txBox="1">
            <a:spLocks noGrp="1"/>
          </p:cNvSpPr>
          <p:nvPr>
            <p:ph type="subTitle" idx="4"/>
          </p:nvPr>
        </p:nvSpPr>
        <p:spPr>
          <a:xfrm>
            <a:off x="888763" y="3098075"/>
            <a:ext cx="2421300" cy="428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18" name="Google Shape;218;p27"/>
          <p:cNvSpPr txBox="1">
            <a:spLocks noGrp="1"/>
          </p:cNvSpPr>
          <p:nvPr>
            <p:ph type="subTitle" idx="5"/>
          </p:nvPr>
        </p:nvSpPr>
        <p:spPr>
          <a:xfrm>
            <a:off x="5775188" y="1548700"/>
            <a:ext cx="2421300" cy="428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19" name="Google Shape;219;p27"/>
          <p:cNvSpPr txBox="1">
            <a:spLocks noGrp="1"/>
          </p:cNvSpPr>
          <p:nvPr>
            <p:ph type="subTitle" idx="6"/>
          </p:nvPr>
        </p:nvSpPr>
        <p:spPr>
          <a:xfrm>
            <a:off x="905038" y="1548700"/>
            <a:ext cx="2421300" cy="428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20" name="Google Shape;220;p27"/>
          <p:cNvSpPr txBox="1">
            <a:spLocks noGrp="1"/>
          </p:cNvSpPr>
          <p:nvPr>
            <p:ph type="subTitle" idx="7"/>
          </p:nvPr>
        </p:nvSpPr>
        <p:spPr>
          <a:xfrm>
            <a:off x="5775188" y="3505238"/>
            <a:ext cx="2421300" cy="66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500">
                <a:solidFill>
                  <a:srgbClr val="FFFFFF"/>
                </a:solidFill>
                <a:latin typeface="Raleway"/>
                <a:ea typeface="Raleway"/>
                <a:cs typeface="Raleway"/>
                <a:sym typeface="Raleway"/>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21" name="Google Shape;221;p27"/>
          <p:cNvSpPr txBox="1">
            <a:spLocks noGrp="1"/>
          </p:cNvSpPr>
          <p:nvPr>
            <p:ph type="subTitle" idx="8"/>
          </p:nvPr>
        </p:nvSpPr>
        <p:spPr>
          <a:xfrm>
            <a:off x="5775188" y="3077138"/>
            <a:ext cx="2421300" cy="428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900">
                <a:solidFill>
                  <a:srgbClr val="FFFFFF"/>
                </a:solidFill>
                <a:latin typeface="Fredoka One"/>
                <a:ea typeface="Fredoka One"/>
                <a:cs typeface="Fredoka One"/>
                <a:sym typeface="Fredoka 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22" name="Google Shape;222;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Clr>
                <a:srgbClr val="FFFFFF"/>
              </a:buClr>
              <a:buSzPts val="2800"/>
              <a:buNone/>
              <a:defRPr>
                <a:solidFill>
                  <a:schemeClr val="lt1"/>
                </a:solidFill>
              </a:defRPr>
            </a:lvl1pPr>
            <a:lvl2pPr lvl="1">
              <a:spcBef>
                <a:spcPts val="0"/>
              </a:spcBef>
              <a:spcAft>
                <a:spcPts val="0"/>
              </a:spcAft>
              <a:buClr>
                <a:srgbClr val="FFFFFF"/>
              </a:buClr>
              <a:buSzPts val="2800"/>
              <a:buNone/>
              <a:defRPr>
                <a:solidFill>
                  <a:srgbClr val="FFFFFF"/>
                </a:solidFill>
              </a:defRPr>
            </a:lvl2pPr>
            <a:lvl3pPr lvl="2">
              <a:spcBef>
                <a:spcPts val="0"/>
              </a:spcBef>
              <a:spcAft>
                <a:spcPts val="0"/>
              </a:spcAft>
              <a:buClr>
                <a:srgbClr val="FFFFFF"/>
              </a:buClr>
              <a:buSzPts val="2800"/>
              <a:buNone/>
              <a:defRPr>
                <a:solidFill>
                  <a:srgbClr val="FFFFFF"/>
                </a:solidFill>
              </a:defRPr>
            </a:lvl3pPr>
            <a:lvl4pPr lvl="3">
              <a:spcBef>
                <a:spcPts val="0"/>
              </a:spcBef>
              <a:spcAft>
                <a:spcPts val="0"/>
              </a:spcAft>
              <a:buClr>
                <a:srgbClr val="FFFFFF"/>
              </a:buClr>
              <a:buSzPts val="2800"/>
              <a:buNone/>
              <a:defRPr>
                <a:solidFill>
                  <a:srgbClr val="FFFFFF"/>
                </a:solidFill>
              </a:defRPr>
            </a:lvl4pPr>
            <a:lvl5pPr lvl="4">
              <a:spcBef>
                <a:spcPts val="0"/>
              </a:spcBef>
              <a:spcAft>
                <a:spcPts val="0"/>
              </a:spcAft>
              <a:buClr>
                <a:srgbClr val="FFFFFF"/>
              </a:buClr>
              <a:buSzPts val="2800"/>
              <a:buNone/>
              <a:defRPr>
                <a:solidFill>
                  <a:srgbClr val="FFFFFF"/>
                </a:solidFill>
              </a:defRPr>
            </a:lvl5pPr>
            <a:lvl6pPr lvl="5">
              <a:spcBef>
                <a:spcPts val="0"/>
              </a:spcBef>
              <a:spcAft>
                <a:spcPts val="0"/>
              </a:spcAft>
              <a:buClr>
                <a:srgbClr val="FFFFFF"/>
              </a:buClr>
              <a:buSzPts val="2800"/>
              <a:buNone/>
              <a:defRPr>
                <a:solidFill>
                  <a:srgbClr val="FFFFFF"/>
                </a:solidFill>
              </a:defRPr>
            </a:lvl6pPr>
            <a:lvl7pPr lvl="6">
              <a:spcBef>
                <a:spcPts val="0"/>
              </a:spcBef>
              <a:spcAft>
                <a:spcPts val="0"/>
              </a:spcAft>
              <a:buClr>
                <a:srgbClr val="FFFFFF"/>
              </a:buClr>
              <a:buSzPts val="2800"/>
              <a:buNone/>
              <a:defRPr>
                <a:solidFill>
                  <a:srgbClr val="FFFFFF"/>
                </a:solidFill>
              </a:defRPr>
            </a:lvl7pPr>
            <a:lvl8pPr lvl="7">
              <a:spcBef>
                <a:spcPts val="0"/>
              </a:spcBef>
              <a:spcAft>
                <a:spcPts val="0"/>
              </a:spcAft>
              <a:buClr>
                <a:srgbClr val="FFFFFF"/>
              </a:buClr>
              <a:buSzPts val="2800"/>
              <a:buNone/>
              <a:defRPr>
                <a:solidFill>
                  <a:srgbClr val="FFFFFF"/>
                </a:solidFill>
              </a:defRPr>
            </a:lvl8pPr>
            <a:lvl9pPr lvl="8">
              <a:spcBef>
                <a:spcPts val="0"/>
              </a:spcBef>
              <a:spcAft>
                <a:spcPts val="0"/>
              </a:spcAft>
              <a:buClr>
                <a:srgbClr val="FFFFFF"/>
              </a:buClr>
              <a:buSzPts val="2800"/>
              <a:buNone/>
              <a:defRPr>
                <a:solidFill>
                  <a:srgbClr val="FFFFFF"/>
                </a:solidFil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2">
  <p:cSld name="CUSTOM_16">
    <p:spTree>
      <p:nvGrpSpPr>
        <p:cNvPr id="1" name="Shape 461"/>
        <p:cNvGrpSpPr/>
        <p:nvPr/>
      </p:nvGrpSpPr>
      <p:grpSpPr>
        <a:xfrm>
          <a:off x="0" y="0"/>
          <a:ext cx="0" cy="0"/>
          <a:chOff x="0" y="0"/>
          <a:chExt cx="0" cy="0"/>
        </a:xfrm>
      </p:grpSpPr>
      <p:sp>
        <p:nvSpPr>
          <p:cNvPr id="462" name="Google Shape;462;p29"/>
          <p:cNvSpPr txBox="1">
            <a:spLocks noGrp="1"/>
          </p:cNvSpPr>
          <p:nvPr>
            <p:ph type="title"/>
          </p:nvPr>
        </p:nvSpPr>
        <p:spPr>
          <a:xfrm>
            <a:off x="685800" y="445025"/>
            <a:ext cx="77724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solidFill>
                  <a:schemeClr val="accent3"/>
                </a:solidFill>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463" name="Google Shape;463;p29"/>
          <p:cNvSpPr txBox="1">
            <a:spLocks noGrp="1"/>
          </p:cNvSpPr>
          <p:nvPr>
            <p:ph type="subTitle" idx="1"/>
          </p:nvPr>
        </p:nvSpPr>
        <p:spPr>
          <a:xfrm>
            <a:off x="723900" y="1098525"/>
            <a:ext cx="7734300" cy="3506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Char char="●"/>
              <a:defRPr sz="1200">
                <a:solidFill>
                  <a:schemeClr val="dk1"/>
                </a:solidFill>
                <a:latin typeface="Raleway"/>
                <a:ea typeface="Raleway"/>
                <a:cs typeface="Raleway"/>
                <a:sym typeface="Raleway"/>
              </a:defRPr>
            </a:lvl1pPr>
            <a:lvl2pPr lvl="1" rtl="0">
              <a:lnSpc>
                <a:spcPct val="100000"/>
              </a:lnSpc>
              <a:spcBef>
                <a:spcPts val="0"/>
              </a:spcBef>
              <a:spcAft>
                <a:spcPts val="0"/>
              </a:spcAft>
              <a:buSzPts val="2800"/>
              <a:buChar char="○"/>
              <a:defRPr sz="2800"/>
            </a:lvl2pPr>
            <a:lvl3pPr lvl="2" rtl="0">
              <a:lnSpc>
                <a:spcPct val="100000"/>
              </a:lnSpc>
              <a:spcBef>
                <a:spcPts val="0"/>
              </a:spcBef>
              <a:spcAft>
                <a:spcPts val="0"/>
              </a:spcAft>
              <a:buSzPts val="2800"/>
              <a:buChar char="■"/>
              <a:defRPr sz="2800"/>
            </a:lvl3pPr>
            <a:lvl4pPr lvl="3" rtl="0">
              <a:lnSpc>
                <a:spcPct val="100000"/>
              </a:lnSpc>
              <a:spcBef>
                <a:spcPts val="0"/>
              </a:spcBef>
              <a:spcAft>
                <a:spcPts val="0"/>
              </a:spcAft>
              <a:buSzPts val="2800"/>
              <a:buChar char="●"/>
              <a:defRPr sz="2800"/>
            </a:lvl4pPr>
            <a:lvl5pPr lvl="4" rtl="0">
              <a:lnSpc>
                <a:spcPct val="100000"/>
              </a:lnSpc>
              <a:spcBef>
                <a:spcPts val="0"/>
              </a:spcBef>
              <a:spcAft>
                <a:spcPts val="0"/>
              </a:spcAft>
              <a:buSzPts val="2800"/>
              <a:buChar char="○"/>
              <a:defRPr sz="2800"/>
            </a:lvl5pPr>
            <a:lvl6pPr lvl="5" rtl="0">
              <a:lnSpc>
                <a:spcPct val="100000"/>
              </a:lnSpc>
              <a:spcBef>
                <a:spcPts val="0"/>
              </a:spcBef>
              <a:spcAft>
                <a:spcPts val="0"/>
              </a:spcAft>
              <a:buSzPts val="2800"/>
              <a:buChar char="■"/>
              <a:defRPr sz="2800"/>
            </a:lvl6pPr>
            <a:lvl7pPr lvl="6" rtl="0">
              <a:lnSpc>
                <a:spcPct val="100000"/>
              </a:lnSpc>
              <a:spcBef>
                <a:spcPts val="0"/>
              </a:spcBef>
              <a:spcAft>
                <a:spcPts val="0"/>
              </a:spcAft>
              <a:buSzPts val="2800"/>
              <a:buChar char="●"/>
              <a:defRPr sz="2800"/>
            </a:lvl7pPr>
            <a:lvl8pPr lvl="7" rtl="0">
              <a:lnSpc>
                <a:spcPct val="100000"/>
              </a:lnSpc>
              <a:spcBef>
                <a:spcPts val="0"/>
              </a:spcBef>
              <a:spcAft>
                <a:spcPts val="0"/>
              </a:spcAft>
              <a:buSzPts val="2800"/>
              <a:buChar char="○"/>
              <a:defRPr sz="2800"/>
            </a:lvl8pPr>
            <a:lvl9pPr lvl="8" rtl="0">
              <a:lnSpc>
                <a:spcPct val="100000"/>
              </a:lnSpc>
              <a:spcBef>
                <a:spcPts val="0"/>
              </a:spcBef>
              <a:spcAft>
                <a:spcPts val="0"/>
              </a:spcAft>
              <a:buSzPts val="2800"/>
              <a:buChar char="■"/>
              <a:defRPr sz="2800"/>
            </a:lvl9pPr>
          </a:lstStyle>
          <a:p>
            <a:endParaRPr/>
          </a:p>
        </p:txBody>
      </p:sp>
      <p:sp>
        <p:nvSpPr>
          <p:cNvPr id="464" name="Google Shape;464;p29"/>
          <p:cNvSpPr/>
          <p:nvPr/>
        </p:nvSpPr>
        <p:spPr>
          <a:xfrm>
            <a:off x="111300" y="167600"/>
            <a:ext cx="469200" cy="469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9"/>
          <p:cNvSpPr/>
          <p:nvPr/>
        </p:nvSpPr>
        <p:spPr>
          <a:xfrm>
            <a:off x="645075" y="542600"/>
            <a:ext cx="94200" cy="94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9"/>
          <p:cNvSpPr/>
          <p:nvPr/>
        </p:nvSpPr>
        <p:spPr>
          <a:xfrm>
            <a:off x="8715225" y="2262900"/>
            <a:ext cx="268500" cy="268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9"/>
          <p:cNvSpPr/>
          <p:nvPr/>
        </p:nvSpPr>
        <p:spPr>
          <a:xfrm>
            <a:off x="8925650" y="2639175"/>
            <a:ext cx="94200" cy="94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9"/>
          <p:cNvSpPr/>
          <p:nvPr/>
        </p:nvSpPr>
        <p:spPr>
          <a:xfrm>
            <a:off x="8983725" y="1947025"/>
            <a:ext cx="36000" cy="360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9"/>
          <p:cNvSpPr/>
          <p:nvPr/>
        </p:nvSpPr>
        <p:spPr>
          <a:xfrm>
            <a:off x="298800" y="4738425"/>
            <a:ext cx="94200" cy="94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aption 2">
  <p:cSld name="CUSTOM_17">
    <p:bg>
      <p:bgPr>
        <a:solidFill>
          <a:schemeClr val="accent3"/>
        </a:solidFill>
        <a:effectLst/>
      </p:bgPr>
    </p:bg>
    <p:spTree>
      <p:nvGrpSpPr>
        <p:cNvPr id="1" name="Shape 470"/>
        <p:cNvGrpSpPr/>
        <p:nvPr/>
      </p:nvGrpSpPr>
      <p:grpSpPr>
        <a:xfrm>
          <a:off x="0" y="0"/>
          <a:ext cx="0" cy="0"/>
          <a:chOff x="0" y="0"/>
          <a:chExt cx="0" cy="0"/>
        </a:xfrm>
      </p:grpSpPr>
      <p:grpSp>
        <p:nvGrpSpPr>
          <p:cNvPr id="471" name="Google Shape;471;p30"/>
          <p:cNvGrpSpPr/>
          <p:nvPr/>
        </p:nvGrpSpPr>
        <p:grpSpPr>
          <a:xfrm rot="2506023">
            <a:off x="1274638" y="-703256"/>
            <a:ext cx="6812756" cy="6550031"/>
            <a:chOff x="1786775" y="1002200"/>
            <a:chExt cx="3861800" cy="3712875"/>
          </a:xfrm>
        </p:grpSpPr>
        <p:sp>
          <p:nvSpPr>
            <p:cNvPr id="472" name="Google Shape;472;p30"/>
            <p:cNvSpPr/>
            <p:nvPr/>
          </p:nvSpPr>
          <p:spPr>
            <a:xfrm>
              <a:off x="1786775" y="1002200"/>
              <a:ext cx="3861800" cy="3712875"/>
            </a:xfrm>
            <a:custGeom>
              <a:avLst/>
              <a:gdLst/>
              <a:ahLst/>
              <a:cxnLst/>
              <a:rect l="l" t="t" r="r" b="b"/>
              <a:pathLst>
                <a:path w="154472" h="148515" extrusionOk="0">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0"/>
            <p:cNvSpPr/>
            <p:nvPr/>
          </p:nvSpPr>
          <p:spPr>
            <a:xfrm>
              <a:off x="2818350" y="1817311"/>
              <a:ext cx="218125" cy="218125"/>
            </a:xfrm>
            <a:custGeom>
              <a:avLst/>
              <a:gdLst/>
              <a:ahLst/>
              <a:cxnLst/>
              <a:rect l="l" t="t" r="r" b="b"/>
              <a:pathLst>
                <a:path w="8725" h="8725" extrusionOk="0">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0"/>
            <p:cNvSpPr/>
            <p:nvPr/>
          </p:nvSpPr>
          <p:spPr>
            <a:xfrm>
              <a:off x="3016041" y="1693534"/>
              <a:ext cx="96525" cy="96525"/>
            </a:xfrm>
            <a:custGeom>
              <a:avLst/>
              <a:gdLst/>
              <a:ahLst/>
              <a:cxnLst/>
              <a:rect l="l" t="t" r="r" b="b"/>
              <a:pathLst>
                <a:path w="3861" h="3861" extrusionOk="0">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5" name="Google Shape;475;p30"/>
          <p:cNvSpPr txBox="1">
            <a:spLocks noGrp="1"/>
          </p:cNvSpPr>
          <p:nvPr>
            <p:ph type="title"/>
          </p:nvPr>
        </p:nvSpPr>
        <p:spPr>
          <a:xfrm>
            <a:off x="2414850" y="1636400"/>
            <a:ext cx="4314300" cy="990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000"/>
              <a:buNone/>
              <a:defRPr sz="7200">
                <a:solidFill>
                  <a:schemeClr val="accent3"/>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476" name="Google Shape;476;p30"/>
          <p:cNvSpPr txBox="1">
            <a:spLocks noGrp="1"/>
          </p:cNvSpPr>
          <p:nvPr>
            <p:ph type="subTitle" idx="1"/>
          </p:nvPr>
        </p:nvSpPr>
        <p:spPr>
          <a:xfrm>
            <a:off x="2414850" y="2800586"/>
            <a:ext cx="4314300" cy="70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800"/>
              <a:buNone/>
              <a:defRPr sz="1400">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right text">
  <p:cSld name="CUSTOM_23">
    <p:spTree>
      <p:nvGrpSpPr>
        <p:cNvPr id="1" name="Shape 516"/>
        <p:cNvGrpSpPr/>
        <p:nvPr/>
      </p:nvGrpSpPr>
      <p:grpSpPr>
        <a:xfrm>
          <a:off x="0" y="0"/>
          <a:ext cx="0" cy="0"/>
          <a:chOff x="0" y="0"/>
          <a:chExt cx="0" cy="0"/>
        </a:xfrm>
      </p:grpSpPr>
      <p:sp>
        <p:nvSpPr>
          <p:cNvPr id="517" name="Google Shape;517;p36"/>
          <p:cNvSpPr/>
          <p:nvPr/>
        </p:nvSpPr>
        <p:spPr>
          <a:xfrm rot="277656">
            <a:off x="4631142" y="-4575218"/>
            <a:ext cx="10832132" cy="10461846"/>
          </a:xfrm>
          <a:custGeom>
            <a:avLst/>
            <a:gdLst/>
            <a:ahLst/>
            <a:cxnLst/>
            <a:rect l="l" t="t" r="r" b="b"/>
            <a:pathLst>
              <a:path w="154472" h="148515" extrusionOk="0">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6"/>
          <p:cNvSpPr txBox="1">
            <a:spLocks noGrp="1"/>
          </p:cNvSpPr>
          <p:nvPr>
            <p:ph type="title"/>
          </p:nvPr>
        </p:nvSpPr>
        <p:spPr>
          <a:xfrm>
            <a:off x="5061850" y="1584300"/>
            <a:ext cx="3396300" cy="863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a:solidFill>
                  <a:srgbClr val="FFFFFF"/>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519" name="Google Shape;519;p36"/>
          <p:cNvSpPr txBox="1">
            <a:spLocks noGrp="1"/>
          </p:cNvSpPr>
          <p:nvPr>
            <p:ph type="subTitle" idx="1"/>
          </p:nvPr>
        </p:nvSpPr>
        <p:spPr>
          <a:xfrm>
            <a:off x="5061850" y="2313875"/>
            <a:ext cx="2904900" cy="111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400">
                <a:solidFill>
                  <a:schemeClr val="lt1"/>
                </a:solidFill>
                <a:latin typeface="Raleway"/>
                <a:ea typeface="Raleway"/>
                <a:cs typeface="Raleway"/>
                <a:sym typeface="Raleway"/>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25">
    <p:bg>
      <p:bgPr>
        <a:solidFill>
          <a:schemeClr val="accent3"/>
        </a:solidFill>
        <a:effectLst/>
      </p:bgPr>
    </p:bg>
    <p:spTree>
      <p:nvGrpSpPr>
        <p:cNvPr id="1" name="Shape 52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Fredoka One"/>
              <a:buNone/>
              <a:defRPr sz="2800">
                <a:solidFill>
                  <a:schemeClr val="dk1"/>
                </a:solidFill>
                <a:latin typeface="Fredoka One"/>
                <a:ea typeface="Fredoka One"/>
                <a:cs typeface="Fredoka One"/>
                <a:sym typeface="Fredoka One"/>
              </a:defRPr>
            </a:lvl1pPr>
            <a:lvl2pPr lvl="1">
              <a:spcBef>
                <a:spcPts val="0"/>
              </a:spcBef>
              <a:spcAft>
                <a:spcPts val="0"/>
              </a:spcAft>
              <a:buClr>
                <a:schemeClr val="dk1"/>
              </a:buClr>
              <a:buSzPts val="2800"/>
              <a:buFont typeface="Fredoka One"/>
              <a:buNone/>
              <a:defRPr sz="2800">
                <a:solidFill>
                  <a:schemeClr val="dk1"/>
                </a:solidFill>
                <a:latin typeface="Fredoka One"/>
                <a:ea typeface="Fredoka One"/>
                <a:cs typeface="Fredoka One"/>
                <a:sym typeface="Fredoka One"/>
              </a:defRPr>
            </a:lvl2pPr>
            <a:lvl3pPr lvl="2">
              <a:spcBef>
                <a:spcPts val="0"/>
              </a:spcBef>
              <a:spcAft>
                <a:spcPts val="0"/>
              </a:spcAft>
              <a:buClr>
                <a:schemeClr val="dk1"/>
              </a:buClr>
              <a:buSzPts val="2800"/>
              <a:buFont typeface="Fredoka One"/>
              <a:buNone/>
              <a:defRPr sz="2800">
                <a:solidFill>
                  <a:schemeClr val="dk1"/>
                </a:solidFill>
                <a:latin typeface="Fredoka One"/>
                <a:ea typeface="Fredoka One"/>
                <a:cs typeface="Fredoka One"/>
                <a:sym typeface="Fredoka One"/>
              </a:defRPr>
            </a:lvl3pPr>
            <a:lvl4pPr lvl="3">
              <a:spcBef>
                <a:spcPts val="0"/>
              </a:spcBef>
              <a:spcAft>
                <a:spcPts val="0"/>
              </a:spcAft>
              <a:buClr>
                <a:schemeClr val="dk1"/>
              </a:buClr>
              <a:buSzPts val="2800"/>
              <a:buFont typeface="Fredoka One"/>
              <a:buNone/>
              <a:defRPr sz="2800">
                <a:solidFill>
                  <a:schemeClr val="dk1"/>
                </a:solidFill>
                <a:latin typeface="Fredoka One"/>
                <a:ea typeface="Fredoka One"/>
                <a:cs typeface="Fredoka One"/>
                <a:sym typeface="Fredoka One"/>
              </a:defRPr>
            </a:lvl4pPr>
            <a:lvl5pPr lvl="4">
              <a:spcBef>
                <a:spcPts val="0"/>
              </a:spcBef>
              <a:spcAft>
                <a:spcPts val="0"/>
              </a:spcAft>
              <a:buClr>
                <a:schemeClr val="dk1"/>
              </a:buClr>
              <a:buSzPts val="2800"/>
              <a:buFont typeface="Fredoka One"/>
              <a:buNone/>
              <a:defRPr sz="2800">
                <a:solidFill>
                  <a:schemeClr val="dk1"/>
                </a:solidFill>
                <a:latin typeface="Fredoka One"/>
                <a:ea typeface="Fredoka One"/>
                <a:cs typeface="Fredoka One"/>
                <a:sym typeface="Fredoka One"/>
              </a:defRPr>
            </a:lvl5pPr>
            <a:lvl6pPr lvl="5">
              <a:spcBef>
                <a:spcPts val="0"/>
              </a:spcBef>
              <a:spcAft>
                <a:spcPts val="0"/>
              </a:spcAft>
              <a:buClr>
                <a:schemeClr val="dk1"/>
              </a:buClr>
              <a:buSzPts val="2800"/>
              <a:buFont typeface="Fredoka One"/>
              <a:buNone/>
              <a:defRPr sz="2800">
                <a:solidFill>
                  <a:schemeClr val="dk1"/>
                </a:solidFill>
                <a:latin typeface="Fredoka One"/>
                <a:ea typeface="Fredoka One"/>
                <a:cs typeface="Fredoka One"/>
                <a:sym typeface="Fredoka One"/>
              </a:defRPr>
            </a:lvl6pPr>
            <a:lvl7pPr lvl="6">
              <a:spcBef>
                <a:spcPts val="0"/>
              </a:spcBef>
              <a:spcAft>
                <a:spcPts val="0"/>
              </a:spcAft>
              <a:buClr>
                <a:schemeClr val="dk1"/>
              </a:buClr>
              <a:buSzPts val="2800"/>
              <a:buFont typeface="Fredoka One"/>
              <a:buNone/>
              <a:defRPr sz="2800">
                <a:solidFill>
                  <a:schemeClr val="dk1"/>
                </a:solidFill>
                <a:latin typeface="Fredoka One"/>
                <a:ea typeface="Fredoka One"/>
                <a:cs typeface="Fredoka One"/>
                <a:sym typeface="Fredoka One"/>
              </a:defRPr>
            </a:lvl7pPr>
            <a:lvl8pPr lvl="7">
              <a:spcBef>
                <a:spcPts val="0"/>
              </a:spcBef>
              <a:spcAft>
                <a:spcPts val="0"/>
              </a:spcAft>
              <a:buClr>
                <a:schemeClr val="dk1"/>
              </a:buClr>
              <a:buSzPts val="2800"/>
              <a:buFont typeface="Fredoka One"/>
              <a:buNone/>
              <a:defRPr sz="2800">
                <a:solidFill>
                  <a:schemeClr val="dk1"/>
                </a:solidFill>
                <a:latin typeface="Fredoka One"/>
                <a:ea typeface="Fredoka One"/>
                <a:cs typeface="Fredoka One"/>
                <a:sym typeface="Fredoka One"/>
              </a:defRPr>
            </a:lvl8pPr>
            <a:lvl9pPr lvl="8">
              <a:spcBef>
                <a:spcPts val="0"/>
              </a:spcBef>
              <a:spcAft>
                <a:spcPts val="0"/>
              </a:spcAft>
              <a:buClr>
                <a:schemeClr val="dk1"/>
              </a:buClr>
              <a:buSzPts val="2800"/>
              <a:buFont typeface="Fredoka One"/>
              <a:buNone/>
              <a:defRPr sz="2800">
                <a:solidFill>
                  <a:schemeClr val="dk1"/>
                </a:solidFill>
                <a:latin typeface="Fredoka One"/>
                <a:ea typeface="Fredoka One"/>
                <a:cs typeface="Fredoka One"/>
                <a:sym typeface="Fredoka On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Raleway"/>
              <a:buChar char="●"/>
              <a:defRPr sz="1800">
                <a:solidFill>
                  <a:schemeClr val="dk2"/>
                </a:solidFill>
                <a:latin typeface="Raleway"/>
                <a:ea typeface="Raleway"/>
                <a:cs typeface="Raleway"/>
                <a:sym typeface="Raleway"/>
              </a:defRPr>
            </a:lvl1pPr>
            <a:lvl2pPr marL="914400" lvl="1" indent="-317500">
              <a:lnSpc>
                <a:spcPct val="100000"/>
              </a:lnSpc>
              <a:spcBef>
                <a:spcPts val="0"/>
              </a:spcBef>
              <a:spcAft>
                <a:spcPts val="0"/>
              </a:spcAft>
              <a:buClr>
                <a:schemeClr val="dk2"/>
              </a:buClr>
              <a:buSzPts val="1400"/>
              <a:buFont typeface="Raleway"/>
              <a:buChar char="○"/>
              <a:defRPr>
                <a:solidFill>
                  <a:schemeClr val="dk2"/>
                </a:solidFill>
                <a:latin typeface="Raleway"/>
                <a:ea typeface="Raleway"/>
                <a:cs typeface="Raleway"/>
                <a:sym typeface="Raleway"/>
              </a:defRPr>
            </a:lvl2pPr>
            <a:lvl3pPr marL="1371600" lvl="2" indent="-317500">
              <a:lnSpc>
                <a:spcPct val="100000"/>
              </a:lnSpc>
              <a:spcBef>
                <a:spcPts val="0"/>
              </a:spcBef>
              <a:spcAft>
                <a:spcPts val="0"/>
              </a:spcAft>
              <a:buClr>
                <a:schemeClr val="dk2"/>
              </a:buClr>
              <a:buSzPts val="1400"/>
              <a:buFont typeface="Raleway"/>
              <a:buChar char="■"/>
              <a:defRPr>
                <a:solidFill>
                  <a:schemeClr val="dk2"/>
                </a:solidFill>
                <a:latin typeface="Raleway"/>
                <a:ea typeface="Raleway"/>
                <a:cs typeface="Raleway"/>
                <a:sym typeface="Raleway"/>
              </a:defRPr>
            </a:lvl3pPr>
            <a:lvl4pPr marL="1828800" lvl="3" indent="-317500">
              <a:lnSpc>
                <a:spcPct val="100000"/>
              </a:lnSpc>
              <a:spcBef>
                <a:spcPts val="0"/>
              </a:spcBef>
              <a:spcAft>
                <a:spcPts val="0"/>
              </a:spcAft>
              <a:buClr>
                <a:schemeClr val="dk2"/>
              </a:buClr>
              <a:buSzPts val="1400"/>
              <a:buFont typeface="Raleway"/>
              <a:buChar char="●"/>
              <a:defRPr>
                <a:solidFill>
                  <a:schemeClr val="dk2"/>
                </a:solidFill>
                <a:latin typeface="Raleway"/>
                <a:ea typeface="Raleway"/>
                <a:cs typeface="Raleway"/>
                <a:sym typeface="Raleway"/>
              </a:defRPr>
            </a:lvl4pPr>
            <a:lvl5pPr marL="2286000" lvl="4" indent="-317500">
              <a:lnSpc>
                <a:spcPct val="100000"/>
              </a:lnSpc>
              <a:spcBef>
                <a:spcPts val="0"/>
              </a:spcBef>
              <a:spcAft>
                <a:spcPts val="0"/>
              </a:spcAft>
              <a:buClr>
                <a:schemeClr val="dk2"/>
              </a:buClr>
              <a:buSzPts val="1400"/>
              <a:buFont typeface="Raleway"/>
              <a:buChar char="○"/>
              <a:defRPr>
                <a:solidFill>
                  <a:schemeClr val="dk2"/>
                </a:solidFill>
                <a:latin typeface="Raleway"/>
                <a:ea typeface="Raleway"/>
                <a:cs typeface="Raleway"/>
                <a:sym typeface="Raleway"/>
              </a:defRPr>
            </a:lvl5pPr>
            <a:lvl6pPr marL="2743200" lvl="5" indent="-317500">
              <a:lnSpc>
                <a:spcPct val="100000"/>
              </a:lnSpc>
              <a:spcBef>
                <a:spcPts val="0"/>
              </a:spcBef>
              <a:spcAft>
                <a:spcPts val="0"/>
              </a:spcAft>
              <a:buClr>
                <a:schemeClr val="dk2"/>
              </a:buClr>
              <a:buSzPts val="1400"/>
              <a:buFont typeface="Raleway"/>
              <a:buChar char="■"/>
              <a:defRPr>
                <a:solidFill>
                  <a:schemeClr val="dk2"/>
                </a:solidFill>
                <a:latin typeface="Raleway"/>
                <a:ea typeface="Raleway"/>
                <a:cs typeface="Raleway"/>
                <a:sym typeface="Raleway"/>
              </a:defRPr>
            </a:lvl6pPr>
            <a:lvl7pPr marL="3200400" lvl="6" indent="-317500">
              <a:lnSpc>
                <a:spcPct val="100000"/>
              </a:lnSpc>
              <a:spcBef>
                <a:spcPts val="0"/>
              </a:spcBef>
              <a:spcAft>
                <a:spcPts val="0"/>
              </a:spcAft>
              <a:buClr>
                <a:schemeClr val="dk2"/>
              </a:buClr>
              <a:buSzPts val="1400"/>
              <a:buFont typeface="Raleway"/>
              <a:buChar char="●"/>
              <a:defRPr>
                <a:solidFill>
                  <a:schemeClr val="dk2"/>
                </a:solidFill>
                <a:latin typeface="Raleway"/>
                <a:ea typeface="Raleway"/>
                <a:cs typeface="Raleway"/>
                <a:sym typeface="Raleway"/>
              </a:defRPr>
            </a:lvl7pPr>
            <a:lvl8pPr marL="3657600" lvl="7" indent="-317500">
              <a:lnSpc>
                <a:spcPct val="100000"/>
              </a:lnSpc>
              <a:spcBef>
                <a:spcPts val="0"/>
              </a:spcBef>
              <a:spcAft>
                <a:spcPts val="0"/>
              </a:spcAft>
              <a:buClr>
                <a:schemeClr val="dk2"/>
              </a:buClr>
              <a:buSzPts val="1400"/>
              <a:buFont typeface="Raleway"/>
              <a:buChar char="○"/>
              <a:defRPr>
                <a:solidFill>
                  <a:schemeClr val="dk2"/>
                </a:solidFill>
                <a:latin typeface="Raleway"/>
                <a:ea typeface="Raleway"/>
                <a:cs typeface="Raleway"/>
                <a:sym typeface="Raleway"/>
              </a:defRPr>
            </a:lvl8pPr>
            <a:lvl9pPr marL="4114800" lvl="8" indent="-317500">
              <a:lnSpc>
                <a:spcPct val="100000"/>
              </a:lnSpc>
              <a:spcBef>
                <a:spcPts val="0"/>
              </a:spcBef>
              <a:spcAft>
                <a:spcPts val="0"/>
              </a:spcAft>
              <a:buClr>
                <a:schemeClr val="dk2"/>
              </a:buClr>
              <a:buSzPts val="1400"/>
              <a:buFont typeface="Raleway"/>
              <a:buChar char="■"/>
              <a:defRPr>
                <a:solidFill>
                  <a:schemeClr val="dk2"/>
                </a:solidFill>
                <a:latin typeface="Raleway"/>
                <a:ea typeface="Raleway"/>
                <a:cs typeface="Raleway"/>
                <a:sym typeface="Raleway"/>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4" r:id="rId3"/>
    <p:sldLayoutId id="2147483655" r:id="rId4"/>
    <p:sldLayoutId id="2147483656" r:id="rId5"/>
    <p:sldLayoutId id="2147483658" r:id="rId6"/>
    <p:sldLayoutId id="2147483659" r:id="rId7"/>
    <p:sldLayoutId id="2147483661" r:id="rId8"/>
    <p:sldLayoutId id="2147483663" r:id="rId9"/>
    <p:sldLayoutId id="2147483664" r:id="rId10"/>
    <p:sldLayoutId id="2147483673" r:id="rId11"/>
    <p:sldLayoutId id="2147483675" r:id="rId12"/>
    <p:sldLayoutId id="2147483676" r:id="rId13"/>
    <p:sldLayoutId id="2147483682" r:id="rId14"/>
    <p:sldLayoutId id="2147483684"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3.png"/><Relationship Id="rId12" Type="http://schemas.openxmlformats.org/officeDocument/2006/relationships/hyperlink" Target="https://github.com/a-partovii"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image" Target="../media/image5.png"/><Relationship Id="rId5" Type="http://schemas.openxmlformats.org/officeDocument/2006/relationships/image" Target="../media/image2.png"/><Relationship Id="rId10" Type="http://schemas.openxmlformats.org/officeDocument/2006/relationships/hyperlink" Target="https://t.me/a_partovii" TargetMode="External"/><Relationship Id="rId4" Type="http://schemas.openxmlformats.org/officeDocument/2006/relationships/customXml" Target="../ink/ink1.xml"/><Relationship Id="rId9"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4.xml"/><Relationship Id="rId4" Type="http://schemas.openxmlformats.org/officeDocument/2006/relationships/hyperlink" Target="https://karbord.io/jobs?keyword=data%20scientist&amp;page=1&amp;pagesize=30&amp;sort=1&amp;recent=jobs"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search-study-uk.britishcouncil.org/course/search-results.html?keyword=data-science&amp;onlineFlag=Y&amp;OnCampusNowFlag=Y&amp;OnCampusLaterFlag=Y" TargetMode="External"/><Relationship Id="rId2" Type="http://schemas.openxmlformats.org/officeDocument/2006/relationships/image" Target="../media/image10.png"/><Relationship Id="rId1" Type="http://schemas.openxmlformats.org/officeDocument/2006/relationships/slideLayout" Target="../slideLayouts/slideLayout14.xml"/><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3" Type="http://schemas.openxmlformats.org/officeDocument/2006/relationships/hyperlink" Target="https://roadmap.sh/" TargetMode="External"/><Relationship Id="rId2" Type="http://schemas.openxmlformats.org/officeDocument/2006/relationships/image" Target="../media/image12.png"/><Relationship Id="rId1" Type="http://schemas.openxmlformats.org/officeDocument/2006/relationships/slideLayout" Target="../slideLayouts/slideLayout10.xml"/><Relationship Id="rId4" Type="http://schemas.openxmlformats.org/officeDocument/2006/relationships/hyperlink" Target="https://roadmap.sh/data-analyst"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FBC8"/>
        </a:solidFill>
        <a:effectLst/>
      </p:bgPr>
    </p:bg>
    <p:spTree>
      <p:nvGrpSpPr>
        <p:cNvPr id="1" name="Shape 536"/>
        <p:cNvGrpSpPr/>
        <p:nvPr/>
      </p:nvGrpSpPr>
      <p:grpSpPr>
        <a:xfrm>
          <a:off x="0" y="0"/>
          <a:ext cx="0" cy="0"/>
          <a:chOff x="0" y="0"/>
          <a:chExt cx="0" cy="0"/>
        </a:xfrm>
      </p:grpSpPr>
      <p:sp>
        <p:nvSpPr>
          <p:cNvPr id="537" name="Google Shape;537;p43"/>
          <p:cNvSpPr txBox="1">
            <a:spLocks noGrp="1"/>
          </p:cNvSpPr>
          <p:nvPr>
            <p:ph type="ctrTitle"/>
          </p:nvPr>
        </p:nvSpPr>
        <p:spPr>
          <a:xfrm>
            <a:off x="-70339" y="679475"/>
            <a:ext cx="4410300" cy="1706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effectLst>
                  <a:outerShdw blurRad="38100" dist="38100" dir="2700000" algn="tl">
                    <a:srgbClr val="000000">
                      <a:alpha val="43137"/>
                    </a:srgbClr>
                  </a:outerShdw>
                </a:effectLst>
              </a:rPr>
              <a:t>Data </a:t>
            </a:r>
            <a:br>
              <a:rPr lang="en">
                <a:effectLst>
                  <a:outerShdw blurRad="38100" dist="38100" dir="2700000" algn="tl">
                    <a:srgbClr val="000000">
                      <a:alpha val="43137"/>
                    </a:srgbClr>
                  </a:outerShdw>
                </a:effectLst>
              </a:rPr>
            </a:br>
            <a:r>
              <a:rPr lang="en">
                <a:solidFill>
                  <a:schemeClr val="accent3"/>
                </a:solidFill>
                <a:effectLst>
                  <a:outerShdw blurRad="38100" dist="38100" dir="2700000" algn="tl">
                    <a:srgbClr val="000000">
                      <a:alpha val="43137"/>
                    </a:srgbClr>
                  </a:outerShdw>
                </a:effectLst>
              </a:rPr>
              <a:t>Sci</a:t>
            </a:r>
            <a:r>
              <a:rPr lang="en-US">
                <a:solidFill>
                  <a:schemeClr val="accent3"/>
                </a:solidFill>
                <a:effectLst>
                  <a:outerShdw blurRad="38100" dist="38100" dir="2700000" algn="tl">
                    <a:srgbClr val="000000">
                      <a:alpha val="43137"/>
                    </a:srgbClr>
                  </a:outerShdw>
                </a:effectLst>
              </a:rPr>
              <a:t>e</a:t>
            </a:r>
            <a:r>
              <a:rPr lang="en">
                <a:solidFill>
                  <a:schemeClr val="accent3"/>
                </a:solidFill>
                <a:effectLst>
                  <a:outerShdw blurRad="38100" dist="38100" dir="2700000" algn="tl">
                    <a:srgbClr val="000000">
                      <a:alpha val="43137"/>
                    </a:srgbClr>
                  </a:outerShdw>
                </a:effectLst>
              </a:rPr>
              <a:t>nce</a:t>
            </a:r>
            <a:endParaRPr>
              <a:solidFill>
                <a:schemeClr val="accent3"/>
              </a:solidFill>
              <a:effectLst>
                <a:outerShdw blurRad="38100" dist="38100" dir="2700000" algn="tl">
                  <a:srgbClr val="000000">
                    <a:alpha val="43137"/>
                  </a:srgbClr>
                </a:outerShdw>
              </a:effectLst>
            </a:endParaRPr>
          </a:p>
        </p:txBody>
      </p:sp>
      <p:sp>
        <p:nvSpPr>
          <p:cNvPr id="538" name="Google Shape;538;p43"/>
          <p:cNvSpPr txBox="1">
            <a:spLocks noGrp="1"/>
          </p:cNvSpPr>
          <p:nvPr>
            <p:ph type="subTitle" idx="1"/>
          </p:nvPr>
        </p:nvSpPr>
        <p:spPr>
          <a:xfrm>
            <a:off x="288387" y="2630659"/>
            <a:ext cx="3383279" cy="611944"/>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a-IR" sz="1800" b="1">
                <a:latin typeface="Vazir" panose="020B0603030804020204" pitchFamily="34" charset="-78"/>
                <a:cs typeface="Vazir" panose="020B0603030804020204" pitchFamily="34" charset="-78"/>
              </a:rPr>
              <a:t>نگاهی اجمالی به پیرامون </a:t>
            </a:r>
            <a:r>
              <a:rPr lang="fa-IR" sz="1800" b="1" err="1">
                <a:latin typeface="Vazir" panose="020B0603030804020204" pitchFamily="34" charset="-78"/>
                <a:cs typeface="Vazir" panose="020B0603030804020204" pitchFamily="34" charset="-78"/>
              </a:rPr>
              <a:t>علم‌داده</a:t>
            </a:r>
            <a:endParaRPr lang="fa-IR" sz="1800" b="1">
              <a:latin typeface="Vazir" panose="020B0603030804020204" pitchFamily="34" charset="-78"/>
              <a:cs typeface="Vazir" panose="020B0603030804020204" pitchFamily="34" charset="-78"/>
            </a:endParaRPr>
          </a:p>
          <a:p>
            <a:pPr marL="0" lvl="0" indent="0" algn="r" rtl="0">
              <a:spcBef>
                <a:spcPts val="0"/>
              </a:spcBef>
              <a:spcAft>
                <a:spcPts val="0"/>
              </a:spcAft>
              <a:buNone/>
            </a:pPr>
            <a:r>
              <a:rPr lang="fa-IR" sz="1800" b="1">
                <a:latin typeface="Vazir" panose="020B0603030804020204" pitchFamily="34" charset="-78"/>
                <a:cs typeface="Vazir" panose="020B0603030804020204" pitchFamily="34" charset="-78"/>
              </a:rPr>
              <a:t>اشکان پرتوی  </a:t>
            </a:r>
            <a:endParaRPr sz="1800" b="1">
              <a:latin typeface="Vazir" panose="020B0603030804020204" pitchFamily="34" charset="-78"/>
              <a:cs typeface="Vazir" panose="020B0603030804020204" pitchFamily="34" charset="-78"/>
            </a:endParaRPr>
          </a:p>
        </p:txBody>
      </p:sp>
      <p:sp>
        <p:nvSpPr>
          <p:cNvPr id="539" name="Google Shape;539;p43"/>
          <p:cNvSpPr/>
          <p:nvPr/>
        </p:nvSpPr>
        <p:spPr>
          <a:xfrm>
            <a:off x="8744835" y="1740294"/>
            <a:ext cx="125548" cy="125309"/>
          </a:xfrm>
          <a:custGeom>
            <a:avLst/>
            <a:gdLst/>
            <a:ahLst/>
            <a:cxnLst/>
            <a:rect l="l" t="t" r="r" b="b"/>
            <a:pathLst>
              <a:path w="13770" h="13740" extrusionOk="0">
                <a:moveTo>
                  <a:pt x="6870" y="0"/>
                </a:moveTo>
                <a:cubicBezTo>
                  <a:pt x="3101" y="0"/>
                  <a:pt x="1" y="3070"/>
                  <a:pt x="1" y="6870"/>
                </a:cubicBezTo>
                <a:cubicBezTo>
                  <a:pt x="1" y="10669"/>
                  <a:pt x="3101" y="13739"/>
                  <a:pt x="6870" y="13739"/>
                </a:cubicBezTo>
                <a:cubicBezTo>
                  <a:pt x="10670" y="13739"/>
                  <a:pt x="13770" y="10669"/>
                  <a:pt x="13770" y="6870"/>
                </a:cubicBezTo>
                <a:cubicBezTo>
                  <a:pt x="13770" y="3070"/>
                  <a:pt x="10670" y="0"/>
                  <a:pt x="68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Flowchart: Connector 1">
            <a:extLst>
              <a:ext uri="{FF2B5EF4-FFF2-40B4-BE49-F238E27FC236}">
                <a16:creationId xmlns:a16="http://schemas.microsoft.com/office/drawing/2014/main" id="{F97A8952-953F-9171-0C99-DB3E5A23F55D}"/>
              </a:ext>
            </a:extLst>
          </p:cNvPr>
          <p:cNvSpPr/>
          <p:nvPr/>
        </p:nvSpPr>
        <p:spPr>
          <a:xfrm>
            <a:off x="5506863" y="649351"/>
            <a:ext cx="457200" cy="415637"/>
          </a:xfrm>
          <a:prstGeom prst="flowChartConnector">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lowchart: Connector 2">
            <a:extLst>
              <a:ext uri="{FF2B5EF4-FFF2-40B4-BE49-F238E27FC236}">
                <a16:creationId xmlns:a16="http://schemas.microsoft.com/office/drawing/2014/main" id="{1652C59A-97A3-FC78-2E1A-C0E1E59E8E6D}"/>
              </a:ext>
            </a:extLst>
          </p:cNvPr>
          <p:cNvSpPr/>
          <p:nvPr/>
        </p:nvSpPr>
        <p:spPr>
          <a:xfrm>
            <a:off x="5891380" y="431053"/>
            <a:ext cx="256202" cy="207819"/>
          </a:xfrm>
          <a:prstGeom prst="flowChartConnector">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39" name="Picture 938">
            <a:extLst>
              <a:ext uri="{FF2B5EF4-FFF2-40B4-BE49-F238E27FC236}">
                <a16:creationId xmlns:a16="http://schemas.microsoft.com/office/drawing/2014/main" id="{E63357C4-5C92-3D10-AEBE-0AC1BCC6F4E7}"/>
              </a:ext>
            </a:extLst>
          </p:cNvPr>
          <p:cNvPicPr>
            <a:picLocks noChangeAspect="1"/>
          </p:cNvPicPr>
          <p:nvPr/>
        </p:nvPicPr>
        <p:blipFill>
          <a:blip r:embed="rId3"/>
          <a:srcRect r="1951"/>
          <a:stretch/>
        </p:blipFill>
        <p:spPr>
          <a:xfrm>
            <a:off x="5735463" y="994410"/>
            <a:ext cx="3263385" cy="3884442"/>
          </a:xfrm>
          <a:prstGeom prst="rect">
            <a:avLst/>
          </a:prstGeom>
        </p:spPr>
      </p:pic>
      <p:sp>
        <p:nvSpPr>
          <p:cNvPr id="940" name="Flowchart: Connector 939">
            <a:extLst>
              <a:ext uri="{FF2B5EF4-FFF2-40B4-BE49-F238E27FC236}">
                <a16:creationId xmlns:a16="http://schemas.microsoft.com/office/drawing/2014/main" id="{ADFAB145-2338-674D-1A4C-B53517A12CB9}"/>
              </a:ext>
            </a:extLst>
          </p:cNvPr>
          <p:cNvSpPr/>
          <p:nvPr/>
        </p:nvSpPr>
        <p:spPr>
          <a:xfrm>
            <a:off x="5586109" y="940768"/>
            <a:ext cx="3557892" cy="3884442"/>
          </a:xfrm>
          <a:prstGeom prst="flowChartConnector">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0" name="Group 949">
            <a:extLst>
              <a:ext uri="{FF2B5EF4-FFF2-40B4-BE49-F238E27FC236}">
                <a16:creationId xmlns:a16="http://schemas.microsoft.com/office/drawing/2014/main" id="{DE8EF152-10F6-373D-E1C2-B6A42A2CD341}"/>
              </a:ext>
            </a:extLst>
          </p:cNvPr>
          <p:cNvGrpSpPr/>
          <p:nvPr/>
        </p:nvGrpSpPr>
        <p:grpSpPr>
          <a:xfrm>
            <a:off x="6975633" y="3757351"/>
            <a:ext cx="2098440" cy="1209240"/>
            <a:chOff x="6975633" y="3757351"/>
            <a:chExt cx="2098440" cy="1209240"/>
          </a:xfrm>
        </p:grpSpPr>
        <mc:AlternateContent xmlns:mc="http://schemas.openxmlformats.org/markup-compatibility/2006" xmlns:p14="http://schemas.microsoft.com/office/powerpoint/2010/main">
          <mc:Choice Requires="p14">
            <p:contentPart p14:bwMode="auto" r:id="rId4">
              <p14:nvContentPartPr>
                <p14:cNvPr id="946" name="Ink 945">
                  <a:extLst>
                    <a:ext uri="{FF2B5EF4-FFF2-40B4-BE49-F238E27FC236}">
                      <a16:creationId xmlns:a16="http://schemas.microsoft.com/office/drawing/2014/main" id="{46DDA66B-7423-67A3-66AE-504AD58B4DE1}"/>
                    </a:ext>
                  </a:extLst>
                </p14:cNvPr>
                <p14:cNvContentPartPr/>
                <p14:nvPr/>
              </p14:nvContentPartPr>
              <p14:xfrm>
                <a:off x="6975633" y="3757351"/>
                <a:ext cx="2098440" cy="1209240"/>
              </p14:xfrm>
            </p:contentPart>
          </mc:Choice>
          <mc:Fallback xmlns="">
            <p:pic>
              <p:nvPicPr>
                <p:cNvPr id="946" name="Ink 945">
                  <a:extLst>
                    <a:ext uri="{FF2B5EF4-FFF2-40B4-BE49-F238E27FC236}">
                      <a16:creationId xmlns:a16="http://schemas.microsoft.com/office/drawing/2014/main" id="{46DDA66B-7423-67A3-66AE-504AD58B4DE1}"/>
                    </a:ext>
                  </a:extLst>
                </p:cNvPr>
                <p:cNvPicPr/>
                <p:nvPr/>
              </p:nvPicPr>
              <p:blipFill>
                <a:blip r:embed="rId5"/>
                <a:stretch>
                  <a:fillRect/>
                </a:stretch>
              </p:blipFill>
              <p:spPr>
                <a:xfrm>
                  <a:off x="6912633" y="3694351"/>
                  <a:ext cx="2224080" cy="1334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47" name="Ink 946">
                  <a:extLst>
                    <a:ext uri="{FF2B5EF4-FFF2-40B4-BE49-F238E27FC236}">
                      <a16:creationId xmlns:a16="http://schemas.microsoft.com/office/drawing/2014/main" id="{4F637F6A-DA79-CF1A-1731-2CC960112598}"/>
                    </a:ext>
                  </a:extLst>
                </p14:cNvPr>
                <p14:cNvContentPartPr/>
                <p14:nvPr/>
              </p14:nvContentPartPr>
              <p14:xfrm>
                <a:off x="8665833" y="4284751"/>
                <a:ext cx="360" cy="360"/>
              </p14:xfrm>
            </p:contentPart>
          </mc:Choice>
          <mc:Fallback xmlns="">
            <p:pic>
              <p:nvPicPr>
                <p:cNvPr id="947" name="Ink 946">
                  <a:extLst>
                    <a:ext uri="{FF2B5EF4-FFF2-40B4-BE49-F238E27FC236}">
                      <a16:creationId xmlns:a16="http://schemas.microsoft.com/office/drawing/2014/main" id="{4F637F6A-DA79-CF1A-1731-2CC960112598}"/>
                    </a:ext>
                  </a:extLst>
                </p:cNvPr>
                <p:cNvPicPr/>
                <p:nvPr/>
              </p:nvPicPr>
              <p:blipFill>
                <a:blip r:embed="rId7"/>
                <a:stretch>
                  <a:fillRect/>
                </a:stretch>
              </p:blipFill>
              <p:spPr>
                <a:xfrm>
                  <a:off x="8602833" y="422211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49" name="Ink 948">
                  <a:extLst>
                    <a:ext uri="{FF2B5EF4-FFF2-40B4-BE49-F238E27FC236}">
                      <a16:creationId xmlns:a16="http://schemas.microsoft.com/office/drawing/2014/main" id="{FB47E8D1-BF21-2050-8500-F48B452B5031}"/>
                    </a:ext>
                  </a:extLst>
                </p14:cNvPr>
                <p14:cNvContentPartPr/>
                <p14:nvPr/>
              </p14:nvContentPartPr>
              <p14:xfrm>
                <a:off x="8017113" y="4081711"/>
                <a:ext cx="1050120" cy="870840"/>
              </p14:xfrm>
            </p:contentPart>
          </mc:Choice>
          <mc:Fallback xmlns="">
            <p:pic>
              <p:nvPicPr>
                <p:cNvPr id="949" name="Ink 948">
                  <a:extLst>
                    <a:ext uri="{FF2B5EF4-FFF2-40B4-BE49-F238E27FC236}">
                      <a16:creationId xmlns:a16="http://schemas.microsoft.com/office/drawing/2014/main" id="{FB47E8D1-BF21-2050-8500-F48B452B5031}"/>
                    </a:ext>
                  </a:extLst>
                </p:cNvPr>
                <p:cNvPicPr/>
                <p:nvPr/>
              </p:nvPicPr>
              <p:blipFill>
                <a:blip r:embed="rId9"/>
                <a:stretch>
                  <a:fillRect/>
                </a:stretch>
              </p:blipFill>
              <p:spPr>
                <a:xfrm>
                  <a:off x="7954473" y="4018711"/>
                  <a:ext cx="1175760" cy="996480"/>
                </a:xfrm>
                <a:prstGeom prst="rect">
                  <a:avLst/>
                </a:prstGeom>
              </p:spPr>
            </p:pic>
          </mc:Fallback>
        </mc:AlternateContent>
      </p:grpSp>
      <p:sp>
        <p:nvSpPr>
          <p:cNvPr id="4" name="TextBox 3">
            <a:extLst>
              <a:ext uri="{FF2B5EF4-FFF2-40B4-BE49-F238E27FC236}">
                <a16:creationId xmlns:a16="http://schemas.microsoft.com/office/drawing/2014/main" id="{FF346584-3753-290C-1CB2-A3CC1F46C3D8}"/>
              </a:ext>
            </a:extLst>
          </p:cNvPr>
          <p:cNvSpPr txBox="1"/>
          <p:nvPr/>
        </p:nvSpPr>
        <p:spPr>
          <a:xfrm>
            <a:off x="3870173" y="3917313"/>
            <a:ext cx="1344549" cy="492443"/>
          </a:xfrm>
          <a:prstGeom prst="rect">
            <a:avLst/>
          </a:prstGeom>
          <a:noFill/>
        </p:spPr>
        <p:txBody>
          <a:bodyPr wrap="square" rtlCol="0">
            <a:spAutoFit/>
          </a:bodyPr>
          <a:lstStyle/>
          <a:p>
            <a:r>
              <a:rPr lang="en-US" sz="1150">
                <a:solidFill>
                  <a:schemeClr val="accent3"/>
                </a:solidFill>
              </a:rPr>
              <a:t>Telegram</a:t>
            </a:r>
            <a:endParaRPr lang="en-US" sz="1150">
              <a:solidFill>
                <a:srgbClr val="263238"/>
              </a:solidFill>
              <a:hlinkClick r:id="rId10">
                <a:extLst>
                  <a:ext uri="{A12FA001-AC4F-418D-AE19-62706E023703}">
                    <ahyp:hlinkClr xmlns:ahyp="http://schemas.microsoft.com/office/drawing/2018/hyperlinkcolor" val="tx"/>
                  </a:ext>
                </a:extLst>
              </a:hlinkClick>
            </a:endParaRPr>
          </a:p>
          <a:p>
            <a:r>
              <a:rPr lang="en-US">
                <a:solidFill>
                  <a:srgbClr val="01FBC8"/>
                </a:solidFill>
                <a:hlinkClick r:id="rId10">
                  <a:extLst>
                    <a:ext uri="{A12FA001-AC4F-418D-AE19-62706E023703}">
                      <ahyp:hlinkClr xmlns:ahyp="http://schemas.microsoft.com/office/drawing/2018/hyperlinkcolor" val="tx"/>
                    </a:ext>
                  </a:extLst>
                </a:hlinkClick>
              </a:rPr>
              <a:t>@A_Partovii</a:t>
            </a:r>
            <a:endParaRPr lang="en-US">
              <a:solidFill>
                <a:srgbClr val="01FBC8"/>
              </a:solidFill>
            </a:endParaRPr>
          </a:p>
        </p:txBody>
      </p:sp>
      <p:pic>
        <p:nvPicPr>
          <p:cNvPr id="6" name="Picture 5">
            <a:extLst>
              <a:ext uri="{FF2B5EF4-FFF2-40B4-BE49-F238E27FC236}">
                <a16:creationId xmlns:a16="http://schemas.microsoft.com/office/drawing/2014/main" id="{B6A5594B-5858-2ADB-AF0F-493E4D0063B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560230" y="4032395"/>
            <a:ext cx="303103" cy="303103"/>
          </a:xfrm>
          <a:prstGeom prst="rect">
            <a:avLst/>
          </a:prstGeom>
        </p:spPr>
      </p:pic>
      <p:sp>
        <p:nvSpPr>
          <p:cNvPr id="7" name="TextBox 6">
            <a:extLst>
              <a:ext uri="{FF2B5EF4-FFF2-40B4-BE49-F238E27FC236}">
                <a16:creationId xmlns:a16="http://schemas.microsoft.com/office/drawing/2014/main" id="{2674CC1A-444A-B502-C3F2-2DC2CF41DCA2}"/>
              </a:ext>
            </a:extLst>
          </p:cNvPr>
          <p:cNvSpPr txBox="1"/>
          <p:nvPr/>
        </p:nvSpPr>
        <p:spPr>
          <a:xfrm>
            <a:off x="3870174" y="4403808"/>
            <a:ext cx="1344549" cy="492443"/>
          </a:xfrm>
          <a:prstGeom prst="rect">
            <a:avLst/>
          </a:prstGeom>
          <a:noFill/>
        </p:spPr>
        <p:txBody>
          <a:bodyPr wrap="square" rtlCol="0">
            <a:spAutoFit/>
          </a:bodyPr>
          <a:lstStyle/>
          <a:p>
            <a:r>
              <a:rPr lang="en-US" sz="1200">
                <a:solidFill>
                  <a:schemeClr val="accent3"/>
                </a:solidFill>
              </a:rPr>
              <a:t>GitHub</a:t>
            </a:r>
            <a:endParaRPr lang="en-US" sz="1200">
              <a:solidFill>
                <a:srgbClr val="263238"/>
              </a:solidFill>
              <a:hlinkClick r:id="rId12">
                <a:extLst>
                  <a:ext uri="{A12FA001-AC4F-418D-AE19-62706E023703}">
                    <ahyp:hlinkClr xmlns:ahyp="http://schemas.microsoft.com/office/drawing/2018/hyperlinkcolor" val="tx"/>
                  </a:ext>
                </a:extLst>
              </a:hlinkClick>
            </a:endParaRPr>
          </a:p>
          <a:p>
            <a:r>
              <a:rPr lang="en-US">
                <a:solidFill>
                  <a:srgbClr val="01FBC8"/>
                </a:solidFill>
                <a:hlinkClick r:id="rId12">
                  <a:extLst>
                    <a:ext uri="{A12FA001-AC4F-418D-AE19-62706E023703}">
                      <ahyp:hlinkClr xmlns:ahyp="http://schemas.microsoft.com/office/drawing/2018/hyperlinkcolor" val="tx"/>
                    </a:ext>
                  </a:extLst>
                </a:hlinkClick>
              </a:rPr>
              <a:t>@A_Partovii</a:t>
            </a:r>
            <a:endParaRPr lang="en-US">
              <a:solidFill>
                <a:srgbClr val="01FBC8"/>
              </a:solidFill>
            </a:endParaRPr>
          </a:p>
        </p:txBody>
      </p:sp>
      <p:pic>
        <p:nvPicPr>
          <p:cNvPr id="9" name="Picture 8">
            <a:extLst>
              <a:ext uri="{FF2B5EF4-FFF2-40B4-BE49-F238E27FC236}">
                <a16:creationId xmlns:a16="http://schemas.microsoft.com/office/drawing/2014/main" id="{7DAA8AD8-7ADC-8E34-2229-368234A64D9E}"/>
              </a:ext>
            </a:extLst>
          </p:cNvPr>
          <p:cNvPicPr>
            <a:picLocks noChangeAspect="1"/>
          </p:cNvPicPr>
          <p:nvPr/>
        </p:nvPicPr>
        <p:blipFill>
          <a:blip r:embed="rId13"/>
          <a:stretch>
            <a:fillRect/>
          </a:stretch>
        </p:blipFill>
        <p:spPr>
          <a:xfrm>
            <a:off x="3526961" y="4489597"/>
            <a:ext cx="371690" cy="3716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grpSp>
        <p:nvGrpSpPr>
          <p:cNvPr id="5" name="Google Shape;921;p47">
            <a:extLst>
              <a:ext uri="{FF2B5EF4-FFF2-40B4-BE49-F238E27FC236}">
                <a16:creationId xmlns:a16="http://schemas.microsoft.com/office/drawing/2014/main" id="{FE702F4D-2E9C-273D-3A7A-956924756B51}"/>
              </a:ext>
            </a:extLst>
          </p:cNvPr>
          <p:cNvGrpSpPr/>
          <p:nvPr/>
        </p:nvGrpSpPr>
        <p:grpSpPr>
          <a:xfrm rot="-6901726">
            <a:off x="-3148222" y="1224340"/>
            <a:ext cx="10526452" cy="10365738"/>
            <a:chOff x="1132290" y="467842"/>
            <a:chExt cx="5085019" cy="4954098"/>
          </a:xfrm>
          <a:solidFill>
            <a:schemeClr val="accent3"/>
          </a:solidFill>
        </p:grpSpPr>
        <p:sp>
          <p:nvSpPr>
            <p:cNvPr id="6" name="Google Shape;922;p47">
              <a:extLst>
                <a:ext uri="{FF2B5EF4-FFF2-40B4-BE49-F238E27FC236}">
                  <a16:creationId xmlns:a16="http://schemas.microsoft.com/office/drawing/2014/main" id="{FD2FA0F9-7E57-DAD5-959F-641B1EA51DDE}"/>
                </a:ext>
              </a:extLst>
            </p:cNvPr>
            <p:cNvSpPr/>
            <p:nvPr/>
          </p:nvSpPr>
          <p:spPr>
            <a:xfrm rot="-1172623">
              <a:off x="1674207" y="1021347"/>
              <a:ext cx="4001184" cy="3847088"/>
            </a:xfrm>
            <a:custGeom>
              <a:avLst/>
              <a:gdLst/>
              <a:ahLst/>
              <a:cxnLst/>
              <a:rect l="l" t="t" r="r" b="b"/>
              <a:pathLst>
                <a:path w="154472" h="148515" extrusionOk="0">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923;p47">
              <a:extLst>
                <a:ext uri="{FF2B5EF4-FFF2-40B4-BE49-F238E27FC236}">
                  <a16:creationId xmlns:a16="http://schemas.microsoft.com/office/drawing/2014/main" id="{DADD6C8F-9863-0D4B-C2BB-13FAA6FFC94F}"/>
                </a:ext>
              </a:extLst>
            </p:cNvPr>
            <p:cNvSpPr/>
            <p:nvPr/>
          </p:nvSpPr>
          <p:spPr>
            <a:xfrm>
              <a:off x="2818350" y="1817311"/>
              <a:ext cx="218125" cy="218125"/>
            </a:xfrm>
            <a:custGeom>
              <a:avLst/>
              <a:gdLst/>
              <a:ahLst/>
              <a:cxnLst/>
              <a:rect l="l" t="t" r="r" b="b"/>
              <a:pathLst>
                <a:path w="8725" h="8725" extrusionOk="0">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24;p47">
              <a:extLst>
                <a:ext uri="{FF2B5EF4-FFF2-40B4-BE49-F238E27FC236}">
                  <a16:creationId xmlns:a16="http://schemas.microsoft.com/office/drawing/2014/main" id="{CD16D11B-1209-157D-D580-D19BB0105273}"/>
                </a:ext>
              </a:extLst>
            </p:cNvPr>
            <p:cNvSpPr/>
            <p:nvPr/>
          </p:nvSpPr>
          <p:spPr>
            <a:xfrm>
              <a:off x="3016041" y="1693534"/>
              <a:ext cx="96525" cy="96525"/>
            </a:xfrm>
            <a:custGeom>
              <a:avLst/>
              <a:gdLst/>
              <a:ahLst/>
              <a:cxnLst/>
              <a:rect l="l" t="t" r="r" b="b"/>
              <a:pathLst>
                <a:path w="3861" h="3861" extrusionOk="0">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0" name="Rectangle 919">
            <a:extLst>
              <a:ext uri="{FF2B5EF4-FFF2-40B4-BE49-F238E27FC236}">
                <a16:creationId xmlns:a16="http://schemas.microsoft.com/office/drawing/2014/main" id="{A20BEFA2-D95A-FAE4-A795-2A61777A30C5}"/>
              </a:ext>
            </a:extLst>
          </p:cNvPr>
          <p:cNvSpPr/>
          <p:nvPr/>
        </p:nvSpPr>
        <p:spPr>
          <a:xfrm>
            <a:off x="0" y="5033497"/>
            <a:ext cx="6591631" cy="11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6" name="Google Shape;876;p44"/>
          <p:cNvSpPr txBox="1">
            <a:spLocks noGrp="1"/>
          </p:cNvSpPr>
          <p:nvPr>
            <p:ph type="title"/>
          </p:nvPr>
        </p:nvSpPr>
        <p:spPr>
          <a:xfrm>
            <a:off x="685800" y="445025"/>
            <a:ext cx="7772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a-IR" b="1">
                <a:latin typeface="Vazir" panose="020B0603030804020204" pitchFamily="34" charset="-78"/>
                <a:cs typeface="Vazir" panose="020B0603030804020204" pitchFamily="34" charset="-78"/>
              </a:rPr>
              <a:t>فهرست </a:t>
            </a:r>
            <a:r>
              <a:rPr lang="fa-IR" b="1" err="1">
                <a:latin typeface="Vazir" panose="020B0603030804020204" pitchFamily="34" charset="-78"/>
                <a:cs typeface="Vazir" panose="020B0603030804020204" pitchFamily="34" charset="-78"/>
              </a:rPr>
              <a:t>موضاعات</a:t>
            </a:r>
            <a:r>
              <a:rPr lang="fa-IR" b="1">
                <a:latin typeface="Vazir" panose="020B0603030804020204" pitchFamily="34" charset="-78"/>
                <a:cs typeface="Vazir" panose="020B0603030804020204" pitchFamily="34" charset="-78"/>
              </a:rPr>
              <a:t> این ارائه</a:t>
            </a:r>
          </a:p>
        </p:txBody>
      </p:sp>
      <p:sp>
        <p:nvSpPr>
          <p:cNvPr id="8" name="TextBox 7">
            <a:extLst>
              <a:ext uri="{FF2B5EF4-FFF2-40B4-BE49-F238E27FC236}">
                <a16:creationId xmlns:a16="http://schemas.microsoft.com/office/drawing/2014/main" id="{6F86394A-65C2-A718-F6B8-24A3F871CF5F}"/>
              </a:ext>
            </a:extLst>
          </p:cNvPr>
          <p:cNvSpPr txBox="1"/>
          <p:nvPr/>
        </p:nvSpPr>
        <p:spPr>
          <a:xfrm>
            <a:off x="726907" y="1052960"/>
            <a:ext cx="7935686" cy="3308598"/>
          </a:xfrm>
          <a:prstGeom prst="rect">
            <a:avLst/>
          </a:prstGeom>
          <a:noFill/>
        </p:spPr>
        <p:txBody>
          <a:bodyPr wrap="square">
            <a:spAutoFit/>
          </a:bodyPr>
          <a:lstStyle/>
          <a:p>
            <a:pPr algn="r" rtl="1"/>
            <a:r>
              <a:rPr lang="fa-IR" b="1">
                <a:solidFill>
                  <a:schemeClr val="accent3"/>
                </a:solidFill>
                <a:latin typeface="Vazir" panose="020B0603030804020204" pitchFamily="34" charset="-78"/>
                <a:cs typeface="Vazir" panose="020B0603030804020204" pitchFamily="34" charset="-78"/>
              </a:rPr>
              <a:t>علم داده (</a:t>
            </a:r>
            <a:r>
              <a:rPr lang="en-US" b="1">
                <a:solidFill>
                  <a:schemeClr val="accent3"/>
                </a:solidFill>
                <a:latin typeface="Vazir" panose="020B0603030804020204" pitchFamily="34" charset="-78"/>
                <a:cs typeface="Vazir" panose="020B0603030804020204" pitchFamily="34" charset="-78"/>
              </a:rPr>
              <a:t>Data Science</a:t>
            </a:r>
            <a:r>
              <a:rPr lang="fa-IR" b="1">
                <a:solidFill>
                  <a:schemeClr val="accent3"/>
                </a:solidFill>
                <a:latin typeface="Vazir" panose="020B0603030804020204" pitchFamily="34" charset="-78"/>
                <a:cs typeface="Vazir" panose="020B0603030804020204" pitchFamily="34" charset="-78"/>
              </a:rPr>
              <a:t>)</a:t>
            </a:r>
            <a:endParaRPr lang="en-US" b="1">
              <a:solidFill>
                <a:schemeClr val="accent3"/>
              </a:solidFill>
              <a:latin typeface="Vazir" panose="020B0603030804020204" pitchFamily="34" charset="-78"/>
              <a:cs typeface="Vazir" panose="020B0603030804020204" pitchFamily="34" charset="-78"/>
            </a:endParaRPr>
          </a:p>
          <a:p>
            <a:pPr algn="r" rtl="1"/>
            <a:endParaRPr lang="fa-IR" b="1">
              <a:solidFill>
                <a:schemeClr val="accent3"/>
              </a:solidFill>
              <a:latin typeface="Vazir" panose="020B0603030804020204" pitchFamily="34" charset="-78"/>
              <a:cs typeface="Vazir" panose="020B0603030804020204" pitchFamily="34" charset="-78"/>
            </a:endParaRPr>
          </a:p>
          <a:p>
            <a:pPr algn="r" rtl="1"/>
            <a:r>
              <a:rPr lang="fa-IR" sz="1300" b="1">
                <a:solidFill>
                  <a:schemeClr val="accent3"/>
                </a:solidFill>
                <a:latin typeface="Vazir" panose="020B0603030804020204" pitchFamily="34" charset="-78"/>
                <a:cs typeface="Vazir" panose="020B0603030804020204" pitchFamily="34" charset="-78"/>
              </a:rPr>
              <a:t>بخش</a:t>
            </a:r>
            <a:r>
              <a:rPr lang="en-US" sz="1300" b="1">
                <a:solidFill>
                  <a:schemeClr val="accent3"/>
                </a:solidFill>
                <a:latin typeface="Vazir" panose="020B0603030804020204" pitchFamily="34" charset="-78"/>
                <a:cs typeface="Vazir" panose="020B0603030804020204" pitchFamily="34" charset="-78"/>
              </a:rPr>
              <a:t>1</a:t>
            </a:r>
            <a:r>
              <a:rPr lang="fa-IR" sz="1300" b="1">
                <a:solidFill>
                  <a:schemeClr val="accent3"/>
                </a:solidFill>
                <a:latin typeface="Vazir" panose="020B0603030804020204" pitchFamily="34" charset="-78"/>
                <a:cs typeface="Vazir" panose="020B0603030804020204" pitchFamily="34" charset="-78"/>
              </a:rPr>
              <a:t> </a:t>
            </a:r>
            <a:r>
              <a:rPr lang="en-US" sz="1300" b="1">
                <a:solidFill>
                  <a:schemeClr val="accent3"/>
                </a:solidFill>
                <a:latin typeface="Vazir" panose="020B0603030804020204" pitchFamily="34" charset="-78"/>
                <a:cs typeface="Vazir" panose="020B0603030804020204" pitchFamily="34" charset="-78"/>
              </a:rPr>
              <a:t> :</a:t>
            </a:r>
            <a:r>
              <a:rPr lang="fa-IR" sz="1300" b="1">
                <a:solidFill>
                  <a:schemeClr val="accent3"/>
                </a:solidFill>
                <a:latin typeface="Vazir" panose="020B0603030804020204" pitchFamily="34" charset="-78"/>
                <a:cs typeface="Vazir" panose="020B0603030804020204" pitchFamily="34" charset="-78"/>
              </a:rPr>
              <a:t>آشنایی با علم داده</a:t>
            </a:r>
          </a:p>
          <a:p>
            <a:pPr algn="r" rtl="1"/>
            <a:r>
              <a:rPr lang="fa-IR" sz="1400">
                <a:cs typeface="Mitra" panose="00000400000000000000" pitchFamily="2" charset="-78"/>
              </a:rPr>
              <a:t>علم داده چیست؟ هدف از داده‌کاوی و کاربرد های علم داده</a:t>
            </a:r>
          </a:p>
          <a:p>
            <a:pPr algn="r" rtl="1"/>
            <a:r>
              <a:rPr lang="fa-IR">
                <a:cs typeface="Mitra" panose="00000400000000000000" pitchFamily="2" charset="-78"/>
              </a:rPr>
              <a:t>مراحل کار در علم داده</a:t>
            </a:r>
            <a:endParaRPr lang="fa-IR" sz="1400">
              <a:cs typeface="Mitra" panose="00000400000000000000" pitchFamily="2" charset="-78"/>
            </a:endParaRPr>
          </a:p>
          <a:p>
            <a:pPr algn="r" rtl="1"/>
            <a:r>
              <a:rPr lang="fa-IR" sz="1400">
                <a:cs typeface="Mitra" panose="00000400000000000000" pitchFamily="2" charset="-78"/>
              </a:rPr>
              <a:t>ارتباط علم داده با علم آمار و هوش مصنوعی</a:t>
            </a:r>
          </a:p>
          <a:p>
            <a:pPr algn="r" rtl="1"/>
            <a:r>
              <a:rPr lang="fa-IR" sz="1400">
                <a:cs typeface="Mitra" panose="00000400000000000000" pitchFamily="2" charset="-78"/>
              </a:rPr>
              <a:t>فرصت های کاری و تحصیلی برای علم داده</a:t>
            </a:r>
          </a:p>
          <a:p>
            <a:pPr algn="r" rtl="1"/>
            <a:r>
              <a:rPr lang="fa-IR" sz="1400">
                <a:cs typeface="Mitra" panose="00000400000000000000" pitchFamily="2" charset="-78"/>
              </a:rPr>
              <a:t>نقشه راه یادگیری علم داده</a:t>
            </a:r>
          </a:p>
          <a:p>
            <a:pPr algn="r" rtl="1"/>
            <a:endParaRPr lang="fa-IR" sz="1400" b="1">
              <a:cs typeface="Mitra" panose="00000400000000000000" pitchFamily="2" charset="-78"/>
            </a:endParaRPr>
          </a:p>
          <a:p>
            <a:pPr algn="r" rtl="1"/>
            <a:r>
              <a:rPr lang="fa-IR" sz="1300" b="1">
                <a:solidFill>
                  <a:schemeClr val="accent3"/>
                </a:solidFill>
                <a:latin typeface="Vazir" panose="020B0603030804020204" pitchFamily="34" charset="-78"/>
                <a:cs typeface="Vazir" panose="020B0603030804020204" pitchFamily="34" charset="-78"/>
              </a:rPr>
              <a:t>بخش</a:t>
            </a:r>
            <a:r>
              <a:rPr lang="en-US" sz="1300" b="1">
                <a:solidFill>
                  <a:schemeClr val="accent3"/>
                </a:solidFill>
                <a:latin typeface="Vazir" panose="020B0603030804020204" pitchFamily="34" charset="-78"/>
                <a:cs typeface="Vazir" panose="020B0603030804020204" pitchFamily="34" charset="-78"/>
              </a:rPr>
              <a:t>2</a:t>
            </a:r>
            <a:r>
              <a:rPr lang="fa-IR" sz="1300" b="1">
                <a:solidFill>
                  <a:schemeClr val="accent3"/>
                </a:solidFill>
                <a:latin typeface="Vazir" panose="020B0603030804020204" pitchFamily="34" charset="-78"/>
                <a:cs typeface="Vazir" panose="020B0603030804020204" pitchFamily="34" charset="-78"/>
              </a:rPr>
              <a:t> </a:t>
            </a:r>
            <a:r>
              <a:rPr lang="en-US" sz="1300" b="1">
                <a:solidFill>
                  <a:schemeClr val="accent3"/>
                </a:solidFill>
                <a:latin typeface="Vazir" panose="020B0603030804020204" pitchFamily="34" charset="-78"/>
                <a:cs typeface="Vazir" panose="020B0603030804020204" pitchFamily="34" charset="-78"/>
              </a:rPr>
              <a:t> :</a:t>
            </a:r>
            <a:r>
              <a:rPr lang="fa-IR" sz="1300" b="1">
                <a:solidFill>
                  <a:schemeClr val="accent3"/>
                </a:solidFill>
                <a:latin typeface="Vazir" panose="020B0603030804020204" pitchFamily="34" charset="-78"/>
                <a:cs typeface="Vazir" panose="020B0603030804020204" pitchFamily="34" charset="-78"/>
              </a:rPr>
              <a:t>نحوه کار، الگوریتم ها و ابزار ها</a:t>
            </a:r>
          </a:p>
          <a:p>
            <a:pPr algn="r" rtl="1"/>
            <a:r>
              <a:rPr lang="fa-IR" sz="1400">
                <a:cs typeface="Mitra" panose="00000400000000000000" pitchFamily="2" charset="-78"/>
              </a:rPr>
              <a:t>معرفی روش ها و ابزار ها</a:t>
            </a:r>
          </a:p>
          <a:p>
            <a:pPr algn="r" rtl="1"/>
            <a:r>
              <a:rPr lang="fa-IR">
                <a:cs typeface="Mitra" panose="00000400000000000000" pitchFamily="2" charset="-78"/>
              </a:rPr>
              <a:t>جزئی پردازی به مرحله آماده‌سازی داده ها</a:t>
            </a:r>
          </a:p>
          <a:p>
            <a:pPr algn="r" rtl="1"/>
            <a:r>
              <a:rPr lang="fa-IR" sz="1400">
                <a:cs typeface="Mitra" panose="00000400000000000000" pitchFamily="2" charset="-78"/>
              </a:rPr>
              <a:t>معرفی الگوریتم های پرکاربرد علم داده</a:t>
            </a:r>
            <a:br>
              <a:rPr lang="fa-IR" sz="1400">
                <a:cs typeface="Mitra" panose="00000400000000000000" pitchFamily="2" charset="-78"/>
              </a:rPr>
            </a:br>
            <a:r>
              <a:rPr lang="fa-IR" sz="1400">
                <a:cs typeface="Mitra" panose="00000400000000000000" pitchFamily="2" charset="-78"/>
              </a:rPr>
              <a:t>جزئی پردازی به الگوریتم های معرفی شده و زیر شاخه هایشان</a:t>
            </a:r>
          </a:p>
          <a:p>
            <a:pPr algn="r" rtl="1"/>
            <a:endParaRPr lang="fa-IR" sz="1400">
              <a:cs typeface="Mitra" panose="00000400000000000000" pitchFamily="2" charset="-78"/>
            </a:endParaRPr>
          </a:p>
        </p:txBody>
      </p:sp>
      <p:sp>
        <p:nvSpPr>
          <p:cNvPr id="921" name="Rectangle 920">
            <a:extLst>
              <a:ext uri="{FF2B5EF4-FFF2-40B4-BE49-F238E27FC236}">
                <a16:creationId xmlns:a16="http://schemas.microsoft.com/office/drawing/2014/main" id="{6A646292-5998-AA31-49CB-4ED1FFAF290A}"/>
              </a:ext>
            </a:extLst>
          </p:cNvPr>
          <p:cNvSpPr/>
          <p:nvPr/>
        </p:nvSpPr>
        <p:spPr>
          <a:xfrm rot="16200000">
            <a:off x="-2086103" y="2823193"/>
            <a:ext cx="4374654" cy="2675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12C2746C-05DE-6326-C156-DE6BA119C797}"/>
              </a:ext>
            </a:extLst>
          </p:cNvPr>
          <p:cNvSpPr/>
          <p:nvPr/>
        </p:nvSpPr>
        <p:spPr>
          <a:xfrm>
            <a:off x="240632" y="110003"/>
            <a:ext cx="8635236" cy="4888259"/>
          </a:xfrm>
          <a:prstGeom prst="rect">
            <a:avLst/>
          </a:prstGeom>
          <a:noFill/>
          <a:ln w="76200">
            <a:solidFill>
              <a:srgbClr val="01FB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en-US"/>
          </a:p>
        </p:txBody>
      </p:sp>
      <p:sp>
        <p:nvSpPr>
          <p:cNvPr id="3" name="Flowchart: Connector 2">
            <a:extLst>
              <a:ext uri="{FF2B5EF4-FFF2-40B4-BE49-F238E27FC236}">
                <a16:creationId xmlns:a16="http://schemas.microsoft.com/office/drawing/2014/main" id="{C5F6ADC6-7857-6539-F406-FB8E90524A60}"/>
              </a:ext>
            </a:extLst>
          </p:cNvPr>
          <p:cNvSpPr/>
          <p:nvPr/>
        </p:nvSpPr>
        <p:spPr>
          <a:xfrm>
            <a:off x="110003" y="158988"/>
            <a:ext cx="474388" cy="480404"/>
          </a:xfrm>
          <a:prstGeom prst="flowChartConnector">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Connector 3">
            <a:extLst>
              <a:ext uri="{FF2B5EF4-FFF2-40B4-BE49-F238E27FC236}">
                <a16:creationId xmlns:a16="http://schemas.microsoft.com/office/drawing/2014/main" id="{9BC8B1CD-31D2-0BFA-C0AA-73CD46B69E03}"/>
              </a:ext>
            </a:extLst>
          </p:cNvPr>
          <p:cNvSpPr/>
          <p:nvPr/>
        </p:nvSpPr>
        <p:spPr>
          <a:xfrm>
            <a:off x="8727907" y="2248187"/>
            <a:ext cx="254669" cy="288758"/>
          </a:xfrm>
          <a:prstGeom prst="flowChartConnector">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oogle Shape;2277;p66">
            <a:extLst>
              <a:ext uri="{FF2B5EF4-FFF2-40B4-BE49-F238E27FC236}">
                <a16:creationId xmlns:a16="http://schemas.microsoft.com/office/drawing/2014/main" id="{643EF578-EC49-082D-091E-3B8C8A4DFFA4}"/>
              </a:ext>
            </a:extLst>
          </p:cNvPr>
          <p:cNvGrpSpPr/>
          <p:nvPr/>
        </p:nvGrpSpPr>
        <p:grpSpPr>
          <a:xfrm>
            <a:off x="347054" y="2722053"/>
            <a:ext cx="3598021" cy="2233473"/>
            <a:chOff x="108081" y="3169827"/>
            <a:chExt cx="3157544" cy="1960047"/>
          </a:xfrm>
        </p:grpSpPr>
        <p:grpSp>
          <p:nvGrpSpPr>
            <p:cNvPr id="11" name="Google Shape;2278;p66">
              <a:extLst>
                <a:ext uri="{FF2B5EF4-FFF2-40B4-BE49-F238E27FC236}">
                  <a16:creationId xmlns:a16="http://schemas.microsoft.com/office/drawing/2014/main" id="{D0F8A441-F2EC-ECDE-8BD9-1D9241684BD4}"/>
                </a:ext>
              </a:extLst>
            </p:cNvPr>
            <p:cNvGrpSpPr/>
            <p:nvPr/>
          </p:nvGrpSpPr>
          <p:grpSpPr>
            <a:xfrm>
              <a:off x="108081" y="3169827"/>
              <a:ext cx="3128151" cy="1960047"/>
              <a:chOff x="-705579" y="2690484"/>
              <a:chExt cx="3892672" cy="2439083"/>
            </a:xfrm>
          </p:grpSpPr>
          <p:sp>
            <p:nvSpPr>
              <p:cNvPr id="926" name="Google Shape;2279;p66">
                <a:extLst>
                  <a:ext uri="{FF2B5EF4-FFF2-40B4-BE49-F238E27FC236}">
                    <a16:creationId xmlns:a16="http://schemas.microsoft.com/office/drawing/2014/main" id="{02FA0E7C-3575-2959-8438-BBD3B533AC2C}"/>
                  </a:ext>
                </a:extLst>
              </p:cNvPr>
              <p:cNvSpPr/>
              <p:nvPr/>
            </p:nvSpPr>
            <p:spPr>
              <a:xfrm>
                <a:off x="260" y="3576793"/>
                <a:ext cx="1153978" cy="1541763"/>
              </a:xfrm>
              <a:custGeom>
                <a:avLst/>
                <a:gdLst/>
                <a:ahLst/>
                <a:cxnLst/>
                <a:rect l="l" t="t" r="r" b="b"/>
                <a:pathLst>
                  <a:path w="50937" h="68054" extrusionOk="0">
                    <a:moveTo>
                      <a:pt x="6440" y="1"/>
                    </a:moveTo>
                    <a:cubicBezTo>
                      <a:pt x="3962" y="1"/>
                      <a:pt x="1419" y="1497"/>
                      <a:pt x="734" y="3893"/>
                    </a:cubicBezTo>
                    <a:cubicBezTo>
                      <a:pt x="1" y="6462"/>
                      <a:pt x="1402" y="9164"/>
                      <a:pt x="2969" y="11332"/>
                    </a:cubicBezTo>
                    <a:cubicBezTo>
                      <a:pt x="5304" y="14534"/>
                      <a:pt x="8106" y="17370"/>
                      <a:pt x="11275" y="19805"/>
                    </a:cubicBezTo>
                    <a:cubicBezTo>
                      <a:pt x="11842" y="20205"/>
                      <a:pt x="12443" y="20672"/>
                      <a:pt x="12643" y="21373"/>
                    </a:cubicBezTo>
                    <a:cubicBezTo>
                      <a:pt x="13010" y="22640"/>
                      <a:pt x="11809" y="23808"/>
                      <a:pt x="10575" y="24175"/>
                    </a:cubicBezTo>
                    <a:cubicBezTo>
                      <a:pt x="9174" y="24575"/>
                      <a:pt x="7673" y="24375"/>
                      <a:pt x="6238" y="24508"/>
                    </a:cubicBezTo>
                    <a:cubicBezTo>
                      <a:pt x="4804" y="24642"/>
                      <a:pt x="3203" y="25209"/>
                      <a:pt x="2602" y="26543"/>
                    </a:cubicBezTo>
                    <a:cubicBezTo>
                      <a:pt x="1768" y="28411"/>
                      <a:pt x="3303" y="30446"/>
                      <a:pt x="4804" y="31780"/>
                    </a:cubicBezTo>
                    <a:cubicBezTo>
                      <a:pt x="7839" y="34482"/>
                      <a:pt x="11309" y="36650"/>
                      <a:pt x="15045" y="38185"/>
                    </a:cubicBezTo>
                    <a:cubicBezTo>
                      <a:pt x="16412" y="38718"/>
                      <a:pt x="17813" y="39185"/>
                      <a:pt x="18881" y="40186"/>
                    </a:cubicBezTo>
                    <a:cubicBezTo>
                      <a:pt x="19948" y="41187"/>
                      <a:pt x="20549" y="42855"/>
                      <a:pt x="19848" y="44155"/>
                    </a:cubicBezTo>
                    <a:cubicBezTo>
                      <a:pt x="19309" y="45131"/>
                      <a:pt x="18158" y="45573"/>
                      <a:pt x="17017" y="45573"/>
                    </a:cubicBezTo>
                    <a:cubicBezTo>
                      <a:pt x="16676" y="45573"/>
                      <a:pt x="16335" y="45533"/>
                      <a:pt x="16012" y="45456"/>
                    </a:cubicBezTo>
                    <a:cubicBezTo>
                      <a:pt x="14578" y="45156"/>
                      <a:pt x="13343" y="44322"/>
                      <a:pt x="12009" y="43789"/>
                    </a:cubicBezTo>
                    <a:cubicBezTo>
                      <a:pt x="11010" y="43375"/>
                      <a:pt x="9882" y="43138"/>
                      <a:pt x="8782" y="43138"/>
                    </a:cubicBezTo>
                    <a:cubicBezTo>
                      <a:pt x="7129" y="43138"/>
                      <a:pt x="5539" y="43674"/>
                      <a:pt x="4537" y="44956"/>
                    </a:cubicBezTo>
                    <a:cubicBezTo>
                      <a:pt x="3403" y="46357"/>
                      <a:pt x="3236" y="48359"/>
                      <a:pt x="3737" y="50093"/>
                    </a:cubicBezTo>
                    <a:cubicBezTo>
                      <a:pt x="4204" y="51828"/>
                      <a:pt x="5271" y="53329"/>
                      <a:pt x="6372" y="54763"/>
                    </a:cubicBezTo>
                    <a:cubicBezTo>
                      <a:pt x="10275" y="59667"/>
                      <a:pt x="15345" y="63669"/>
                      <a:pt x="21149" y="65904"/>
                    </a:cubicBezTo>
                    <a:cubicBezTo>
                      <a:pt x="24669" y="67252"/>
                      <a:pt x="28044" y="68054"/>
                      <a:pt x="31463" y="68054"/>
                    </a:cubicBezTo>
                    <a:cubicBezTo>
                      <a:pt x="33714" y="68054"/>
                      <a:pt x="35984" y="67706"/>
                      <a:pt x="38328" y="66938"/>
                    </a:cubicBezTo>
                    <a:cubicBezTo>
                      <a:pt x="48102" y="60601"/>
                      <a:pt x="50670" y="48325"/>
                      <a:pt x="50670" y="37184"/>
                    </a:cubicBezTo>
                    <a:cubicBezTo>
                      <a:pt x="50670" y="35316"/>
                      <a:pt x="50937" y="33381"/>
                      <a:pt x="50136" y="31713"/>
                    </a:cubicBezTo>
                    <a:cubicBezTo>
                      <a:pt x="49474" y="30416"/>
                      <a:pt x="48055" y="29391"/>
                      <a:pt x="46664" y="29391"/>
                    </a:cubicBezTo>
                    <a:cubicBezTo>
                      <a:pt x="46303" y="29391"/>
                      <a:pt x="45944" y="29460"/>
                      <a:pt x="45600" y="29612"/>
                    </a:cubicBezTo>
                    <a:cubicBezTo>
                      <a:pt x="44199" y="30212"/>
                      <a:pt x="43532" y="31780"/>
                      <a:pt x="42698" y="33081"/>
                    </a:cubicBezTo>
                    <a:cubicBezTo>
                      <a:pt x="41630" y="34815"/>
                      <a:pt x="40062" y="36216"/>
                      <a:pt x="38228" y="37117"/>
                    </a:cubicBezTo>
                    <a:cubicBezTo>
                      <a:pt x="37512" y="37455"/>
                      <a:pt x="36701" y="37698"/>
                      <a:pt x="35916" y="37698"/>
                    </a:cubicBezTo>
                    <a:cubicBezTo>
                      <a:pt x="35384" y="37698"/>
                      <a:pt x="34863" y="37587"/>
                      <a:pt x="34392" y="37317"/>
                    </a:cubicBezTo>
                    <a:cubicBezTo>
                      <a:pt x="32824" y="36383"/>
                      <a:pt x="32724" y="34148"/>
                      <a:pt x="32791" y="32314"/>
                    </a:cubicBezTo>
                    <a:lnTo>
                      <a:pt x="33191" y="22006"/>
                    </a:lnTo>
                    <a:cubicBezTo>
                      <a:pt x="33291" y="20138"/>
                      <a:pt x="33358" y="18270"/>
                      <a:pt x="32824" y="16502"/>
                    </a:cubicBezTo>
                    <a:cubicBezTo>
                      <a:pt x="32324" y="14734"/>
                      <a:pt x="31089" y="13067"/>
                      <a:pt x="29355" y="12499"/>
                    </a:cubicBezTo>
                    <a:cubicBezTo>
                      <a:pt x="29027" y="12399"/>
                      <a:pt x="28682" y="12350"/>
                      <a:pt x="28336" y="12350"/>
                    </a:cubicBezTo>
                    <a:cubicBezTo>
                      <a:pt x="26851" y="12350"/>
                      <a:pt x="25337" y="13240"/>
                      <a:pt x="24985" y="14701"/>
                    </a:cubicBezTo>
                    <a:cubicBezTo>
                      <a:pt x="24818" y="15435"/>
                      <a:pt x="24952" y="16202"/>
                      <a:pt x="24852" y="16969"/>
                    </a:cubicBezTo>
                    <a:cubicBezTo>
                      <a:pt x="24785" y="17737"/>
                      <a:pt x="24385" y="18571"/>
                      <a:pt x="23651" y="18771"/>
                    </a:cubicBezTo>
                    <a:cubicBezTo>
                      <a:pt x="23547" y="18799"/>
                      <a:pt x="23444" y="18812"/>
                      <a:pt x="23341" y="18812"/>
                    </a:cubicBezTo>
                    <a:cubicBezTo>
                      <a:pt x="22714" y="18812"/>
                      <a:pt x="22108" y="18329"/>
                      <a:pt x="21649" y="17870"/>
                    </a:cubicBezTo>
                    <a:cubicBezTo>
                      <a:pt x="19815" y="15935"/>
                      <a:pt x="18614" y="13467"/>
                      <a:pt x="17480" y="11065"/>
                    </a:cubicBezTo>
                    <a:cubicBezTo>
                      <a:pt x="16379" y="8630"/>
                      <a:pt x="15278" y="6128"/>
                      <a:pt x="13610" y="4060"/>
                    </a:cubicBezTo>
                    <a:cubicBezTo>
                      <a:pt x="11942" y="1959"/>
                      <a:pt x="9607" y="257"/>
                      <a:pt x="6972" y="24"/>
                    </a:cubicBezTo>
                    <a:cubicBezTo>
                      <a:pt x="6796" y="8"/>
                      <a:pt x="6618" y="1"/>
                      <a:pt x="6440"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2280;p66">
                <a:extLst>
                  <a:ext uri="{FF2B5EF4-FFF2-40B4-BE49-F238E27FC236}">
                    <a16:creationId xmlns:a16="http://schemas.microsoft.com/office/drawing/2014/main" id="{009279F2-013A-4DBB-191C-A552B932E538}"/>
                  </a:ext>
                </a:extLst>
              </p:cNvPr>
              <p:cNvSpPr/>
              <p:nvPr/>
            </p:nvSpPr>
            <p:spPr>
              <a:xfrm>
                <a:off x="78103" y="3610572"/>
                <a:ext cx="764787" cy="1491786"/>
              </a:xfrm>
              <a:custGeom>
                <a:avLst/>
                <a:gdLst/>
                <a:ahLst/>
                <a:cxnLst/>
                <a:rect l="l" t="t" r="r" b="b"/>
                <a:pathLst>
                  <a:path w="33758" h="65848" extrusionOk="0">
                    <a:moveTo>
                      <a:pt x="0" y="1"/>
                    </a:moveTo>
                    <a:cubicBezTo>
                      <a:pt x="67" y="67"/>
                      <a:pt x="134" y="101"/>
                      <a:pt x="200" y="167"/>
                    </a:cubicBezTo>
                    <a:lnTo>
                      <a:pt x="734" y="668"/>
                    </a:lnTo>
                    <a:cubicBezTo>
                      <a:pt x="1201" y="1135"/>
                      <a:pt x="1868" y="1769"/>
                      <a:pt x="2736" y="2636"/>
                    </a:cubicBezTo>
                    <a:cubicBezTo>
                      <a:pt x="5204" y="5071"/>
                      <a:pt x="7472" y="7706"/>
                      <a:pt x="9540" y="10475"/>
                    </a:cubicBezTo>
                    <a:cubicBezTo>
                      <a:pt x="10841" y="12243"/>
                      <a:pt x="12209" y="14244"/>
                      <a:pt x="13643" y="16379"/>
                    </a:cubicBezTo>
                    <a:cubicBezTo>
                      <a:pt x="15044" y="18514"/>
                      <a:pt x="16545" y="20882"/>
                      <a:pt x="18047" y="23351"/>
                    </a:cubicBezTo>
                    <a:cubicBezTo>
                      <a:pt x="19614" y="25953"/>
                      <a:pt x="21049" y="28654"/>
                      <a:pt x="22316" y="31390"/>
                    </a:cubicBezTo>
                    <a:cubicBezTo>
                      <a:pt x="22983" y="32824"/>
                      <a:pt x="23584" y="34325"/>
                      <a:pt x="24184" y="35860"/>
                    </a:cubicBezTo>
                    <a:lnTo>
                      <a:pt x="25986" y="40496"/>
                    </a:lnTo>
                    <a:cubicBezTo>
                      <a:pt x="28287" y="46367"/>
                      <a:pt x="30289" y="52371"/>
                      <a:pt x="31956" y="58476"/>
                    </a:cubicBezTo>
                    <a:cubicBezTo>
                      <a:pt x="33424" y="64113"/>
                      <a:pt x="33224" y="61445"/>
                      <a:pt x="33524" y="65848"/>
                    </a:cubicBezTo>
                    <a:lnTo>
                      <a:pt x="33758" y="65848"/>
                    </a:lnTo>
                    <a:cubicBezTo>
                      <a:pt x="33524" y="61411"/>
                      <a:pt x="33724" y="64080"/>
                      <a:pt x="32257" y="58409"/>
                    </a:cubicBezTo>
                    <a:cubicBezTo>
                      <a:pt x="30622" y="52271"/>
                      <a:pt x="28621" y="46267"/>
                      <a:pt x="26319" y="40396"/>
                    </a:cubicBezTo>
                    <a:cubicBezTo>
                      <a:pt x="25685" y="38828"/>
                      <a:pt x="25085" y="37261"/>
                      <a:pt x="24484" y="35726"/>
                    </a:cubicBezTo>
                    <a:cubicBezTo>
                      <a:pt x="23884" y="34225"/>
                      <a:pt x="23317" y="32691"/>
                      <a:pt x="22650" y="31256"/>
                    </a:cubicBezTo>
                    <a:cubicBezTo>
                      <a:pt x="21349" y="28488"/>
                      <a:pt x="19915" y="25786"/>
                      <a:pt x="18313" y="23184"/>
                    </a:cubicBezTo>
                    <a:cubicBezTo>
                      <a:pt x="16812" y="20682"/>
                      <a:pt x="15311" y="18380"/>
                      <a:pt x="13877" y="16212"/>
                    </a:cubicBezTo>
                    <a:cubicBezTo>
                      <a:pt x="12443" y="14077"/>
                      <a:pt x="11075" y="12076"/>
                      <a:pt x="9741" y="10341"/>
                    </a:cubicBezTo>
                    <a:cubicBezTo>
                      <a:pt x="7639" y="7573"/>
                      <a:pt x="5337" y="4971"/>
                      <a:pt x="2836" y="2536"/>
                    </a:cubicBezTo>
                    <a:cubicBezTo>
                      <a:pt x="1968" y="1702"/>
                      <a:pt x="1268" y="1068"/>
                      <a:pt x="768" y="634"/>
                    </a:cubicBezTo>
                    <a:lnTo>
                      <a:pt x="200" y="134"/>
                    </a:lnTo>
                    <a:cubicBezTo>
                      <a:pt x="134" y="67"/>
                      <a:pt x="67" y="34"/>
                      <a:pt x="0"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2281;p66">
                <a:extLst>
                  <a:ext uri="{FF2B5EF4-FFF2-40B4-BE49-F238E27FC236}">
                    <a16:creationId xmlns:a16="http://schemas.microsoft.com/office/drawing/2014/main" id="{12C14E0D-30F4-DE8E-7826-C3AF4AF19A62}"/>
                  </a:ext>
                </a:extLst>
              </p:cNvPr>
              <p:cNvSpPr/>
              <p:nvPr/>
            </p:nvSpPr>
            <p:spPr>
              <a:xfrm>
                <a:off x="588203" y="3859958"/>
                <a:ext cx="77095" cy="457971"/>
              </a:xfrm>
              <a:custGeom>
                <a:avLst/>
                <a:gdLst/>
                <a:ahLst/>
                <a:cxnLst/>
                <a:rect l="l" t="t" r="r" b="b"/>
                <a:pathLst>
                  <a:path w="3403" h="20215" extrusionOk="0">
                    <a:moveTo>
                      <a:pt x="3403" y="0"/>
                    </a:moveTo>
                    <a:lnTo>
                      <a:pt x="3403" y="0"/>
                    </a:lnTo>
                    <a:cubicBezTo>
                      <a:pt x="3303" y="234"/>
                      <a:pt x="3203" y="501"/>
                      <a:pt x="3136" y="768"/>
                    </a:cubicBezTo>
                    <a:cubicBezTo>
                      <a:pt x="3003" y="1268"/>
                      <a:pt x="2836" y="2002"/>
                      <a:pt x="2602" y="2903"/>
                    </a:cubicBezTo>
                    <a:cubicBezTo>
                      <a:pt x="2202" y="4704"/>
                      <a:pt x="1768" y="7239"/>
                      <a:pt x="1368" y="10041"/>
                    </a:cubicBezTo>
                    <a:cubicBezTo>
                      <a:pt x="934" y="12843"/>
                      <a:pt x="668" y="15311"/>
                      <a:pt x="401" y="17246"/>
                    </a:cubicBezTo>
                    <a:cubicBezTo>
                      <a:pt x="267" y="18080"/>
                      <a:pt x="167" y="18814"/>
                      <a:pt x="67" y="19414"/>
                    </a:cubicBezTo>
                    <a:cubicBezTo>
                      <a:pt x="34" y="19681"/>
                      <a:pt x="0" y="19948"/>
                      <a:pt x="34" y="20215"/>
                    </a:cubicBezTo>
                    <a:cubicBezTo>
                      <a:pt x="134" y="19948"/>
                      <a:pt x="201" y="19715"/>
                      <a:pt x="234" y="19448"/>
                    </a:cubicBezTo>
                    <a:cubicBezTo>
                      <a:pt x="367" y="18914"/>
                      <a:pt x="501" y="18180"/>
                      <a:pt x="668" y="17280"/>
                    </a:cubicBezTo>
                    <a:cubicBezTo>
                      <a:pt x="968" y="15445"/>
                      <a:pt x="1335" y="12910"/>
                      <a:pt x="1735" y="10108"/>
                    </a:cubicBezTo>
                    <a:cubicBezTo>
                      <a:pt x="2102" y="7306"/>
                      <a:pt x="2502" y="4771"/>
                      <a:pt x="2869" y="2969"/>
                    </a:cubicBezTo>
                    <a:cubicBezTo>
                      <a:pt x="3036" y="2035"/>
                      <a:pt x="3169" y="1301"/>
                      <a:pt x="3269" y="801"/>
                    </a:cubicBezTo>
                    <a:cubicBezTo>
                      <a:pt x="3336" y="534"/>
                      <a:pt x="3403" y="267"/>
                      <a:pt x="3403"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2282;p66">
                <a:extLst>
                  <a:ext uri="{FF2B5EF4-FFF2-40B4-BE49-F238E27FC236}">
                    <a16:creationId xmlns:a16="http://schemas.microsoft.com/office/drawing/2014/main" id="{420DCAAE-7D6A-A69F-DC15-0377A40536A0}"/>
                  </a:ext>
                </a:extLst>
              </p:cNvPr>
              <p:cNvSpPr/>
              <p:nvPr/>
            </p:nvSpPr>
            <p:spPr>
              <a:xfrm>
                <a:off x="54677" y="4198696"/>
                <a:ext cx="534296" cy="119233"/>
              </a:xfrm>
              <a:custGeom>
                <a:avLst/>
                <a:gdLst/>
                <a:ahLst/>
                <a:cxnLst/>
                <a:rect l="l" t="t" r="r" b="b"/>
                <a:pathLst>
                  <a:path w="23584" h="5263" extrusionOk="0">
                    <a:moveTo>
                      <a:pt x="484" y="1"/>
                    </a:moveTo>
                    <a:cubicBezTo>
                      <a:pt x="325" y="1"/>
                      <a:pt x="167" y="9"/>
                      <a:pt x="0" y="26"/>
                    </a:cubicBezTo>
                    <a:cubicBezTo>
                      <a:pt x="300" y="93"/>
                      <a:pt x="634" y="159"/>
                      <a:pt x="934" y="159"/>
                    </a:cubicBezTo>
                    <a:cubicBezTo>
                      <a:pt x="1568" y="259"/>
                      <a:pt x="2435" y="359"/>
                      <a:pt x="3503" y="526"/>
                    </a:cubicBezTo>
                    <a:cubicBezTo>
                      <a:pt x="5671" y="826"/>
                      <a:pt x="8673" y="1360"/>
                      <a:pt x="11909" y="2094"/>
                    </a:cubicBezTo>
                    <a:cubicBezTo>
                      <a:pt x="15178" y="2828"/>
                      <a:pt x="18080" y="3595"/>
                      <a:pt x="20181" y="4229"/>
                    </a:cubicBezTo>
                    <a:cubicBezTo>
                      <a:pt x="21249" y="4562"/>
                      <a:pt x="22083" y="4829"/>
                      <a:pt x="22650" y="4996"/>
                    </a:cubicBezTo>
                    <a:cubicBezTo>
                      <a:pt x="22950" y="5130"/>
                      <a:pt x="23250" y="5196"/>
                      <a:pt x="23584" y="5263"/>
                    </a:cubicBezTo>
                    <a:cubicBezTo>
                      <a:pt x="23317" y="5096"/>
                      <a:pt x="23017" y="4996"/>
                      <a:pt x="22716" y="4896"/>
                    </a:cubicBezTo>
                    <a:cubicBezTo>
                      <a:pt x="22116" y="4663"/>
                      <a:pt x="21282" y="4362"/>
                      <a:pt x="20248" y="3995"/>
                    </a:cubicBezTo>
                    <a:cubicBezTo>
                      <a:pt x="18180" y="3328"/>
                      <a:pt x="15244" y="2494"/>
                      <a:pt x="11975" y="1760"/>
                    </a:cubicBezTo>
                    <a:cubicBezTo>
                      <a:pt x="9207" y="1093"/>
                      <a:pt x="6371" y="626"/>
                      <a:pt x="3536" y="259"/>
                    </a:cubicBezTo>
                    <a:cubicBezTo>
                      <a:pt x="2469" y="126"/>
                      <a:pt x="1568" y="59"/>
                      <a:pt x="968" y="26"/>
                    </a:cubicBezTo>
                    <a:cubicBezTo>
                      <a:pt x="801" y="9"/>
                      <a:pt x="642" y="1"/>
                      <a:pt x="484"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2283;p66">
                <a:extLst>
                  <a:ext uri="{FF2B5EF4-FFF2-40B4-BE49-F238E27FC236}">
                    <a16:creationId xmlns:a16="http://schemas.microsoft.com/office/drawing/2014/main" id="{119C9178-B9E6-861D-1B4B-B5FE11910901}"/>
                  </a:ext>
                </a:extLst>
              </p:cNvPr>
              <p:cNvSpPr/>
              <p:nvPr/>
            </p:nvSpPr>
            <p:spPr>
              <a:xfrm>
                <a:off x="802813" y="4246135"/>
                <a:ext cx="293246" cy="677135"/>
              </a:xfrm>
              <a:custGeom>
                <a:avLst/>
                <a:gdLst/>
                <a:ahLst/>
                <a:cxnLst/>
                <a:rect l="l" t="t" r="r" b="b"/>
                <a:pathLst>
                  <a:path w="12944" h="29889" extrusionOk="0">
                    <a:moveTo>
                      <a:pt x="12943" y="0"/>
                    </a:moveTo>
                    <a:lnTo>
                      <a:pt x="12943" y="0"/>
                    </a:lnTo>
                    <a:cubicBezTo>
                      <a:pt x="12877" y="100"/>
                      <a:pt x="12843" y="200"/>
                      <a:pt x="12777" y="300"/>
                    </a:cubicBezTo>
                    <a:lnTo>
                      <a:pt x="12376" y="1134"/>
                    </a:lnTo>
                    <a:cubicBezTo>
                      <a:pt x="11976" y="1868"/>
                      <a:pt x="11476" y="2935"/>
                      <a:pt x="10842" y="4270"/>
                    </a:cubicBezTo>
                    <a:cubicBezTo>
                      <a:pt x="9608" y="6972"/>
                      <a:pt x="8040" y="10708"/>
                      <a:pt x="6339" y="14877"/>
                    </a:cubicBezTo>
                    <a:cubicBezTo>
                      <a:pt x="4637" y="19047"/>
                      <a:pt x="3070" y="22816"/>
                      <a:pt x="1902" y="25518"/>
                    </a:cubicBezTo>
                    <a:cubicBezTo>
                      <a:pt x="1302" y="26819"/>
                      <a:pt x="835" y="27920"/>
                      <a:pt x="468" y="28721"/>
                    </a:cubicBezTo>
                    <a:lnTo>
                      <a:pt x="101" y="29588"/>
                    </a:lnTo>
                    <a:cubicBezTo>
                      <a:pt x="68" y="29688"/>
                      <a:pt x="34" y="29788"/>
                      <a:pt x="1" y="29888"/>
                    </a:cubicBezTo>
                    <a:cubicBezTo>
                      <a:pt x="68" y="29788"/>
                      <a:pt x="134" y="29721"/>
                      <a:pt x="168" y="29621"/>
                    </a:cubicBezTo>
                    <a:lnTo>
                      <a:pt x="601" y="28787"/>
                    </a:lnTo>
                    <a:cubicBezTo>
                      <a:pt x="968" y="28053"/>
                      <a:pt x="1469" y="26953"/>
                      <a:pt x="2102" y="25618"/>
                    </a:cubicBezTo>
                    <a:cubicBezTo>
                      <a:pt x="3337" y="22950"/>
                      <a:pt x="4938" y="19180"/>
                      <a:pt x="6606" y="15011"/>
                    </a:cubicBezTo>
                    <a:cubicBezTo>
                      <a:pt x="8307" y="10841"/>
                      <a:pt x="9875" y="7105"/>
                      <a:pt x="11042" y="4370"/>
                    </a:cubicBezTo>
                    <a:cubicBezTo>
                      <a:pt x="11642" y="3069"/>
                      <a:pt x="12109" y="2001"/>
                      <a:pt x="12476" y="1201"/>
                    </a:cubicBezTo>
                    <a:cubicBezTo>
                      <a:pt x="12610" y="834"/>
                      <a:pt x="12743" y="567"/>
                      <a:pt x="12843" y="334"/>
                    </a:cubicBezTo>
                    <a:cubicBezTo>
                      <a:pt x="12910" y="234"/>
                      <a:pt x="12943" y="100"/>
                      <a:pt x="12943"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2284;p66">
                <a:extLst>
                  <a:ext uri="{FF2B5EF4-FFF2-40B4-BE49-F238E27FC236}">
                    <a16:creationId xmlns:a16="http://schemas.microsoft.com/office/drawing/2014/main" id="{D1D1C900-53A1-1699-20CE-9CF183A45190}"/>
                  </a:ext>
                </a:extLst>
              </p:cNvPr>
              <p:cNvSpPr/>
              <p:nvPr/>
            </p:nvSpPr>
            <p:spPr>
              <a:xfrm>
                <a:off x="96227" y="4668560"/>
                <a:ext cx="706609" cy="254710"/>
              </a:xfrm>
              <a:custGeom>
                <a:avLst/>
                <a:gdLst/>
                <a:ahLst/>
                <a:cxnLst/>
                <a:rect l="l" t="t" r="r" b="b"/>
                <a:pathLst>
                  <a:path w="31190" h="11243" extrusionOk="0">
                    <a:moveTo>
                      <a:pt x="1" y="1"/>
                    </a:moveTo>
                    <a:lnTo>
                      <a:pt x="1" y="1"/>
                    </a:lnTo>
                    <a:cubicBezTo>
                      <a:pt x="101" y="67"/>
                      <a:pt x="201" y="134"/>
                      <a:pt x="301" y="134"/>
                    </a:cubicBezTo>
                    <a:lnTo>
                      <a:pt x="1235" y="501"/>
                    </a:lnTo>
                    <a:lnTo>
                      <a:pt x="4537" y="1702"/>
                    </a:lnTo>
                    <a:cubicBezTo>
                      <a:pt x="7373" y="2703"/>
                      <a:pt x="11242" y="4170"/>
                      <a:pt x="15545" y="5772"/>
                    </a:cubicBezTo>
                    <a:cubicBezTo>
                      <a:pt x="19815" y="7406"/>
                      <a:pt x="23718" y="8807"/>
                      <a:pt x="26553" y="9774"/>
                    </a:cubicBezTo>
                    <a:cubicBezTo>
                      <a:pt x="27988" y="10275"/>
                      <a:pt x="29122" y="10642"/>
                      <a:pt x="29922" y="10875"/>
                    </a:cubicBezTo>
                    <a:lnTo>
                      <a:pt x="30856" y="11175"/>
                    </a:lnTo>
                    <a:cubicBezTo>
                      <a:pt x="30956" y="11209"/>
                      <a:pt x="31056" y="11242"/>
                      <a:pt x="31190" y="11242"/>
                    </a:cubicBezTo>
                    <a:cubicBezTo>
                      <a:pt x="31090" y="11175"/>
                      <a:pt x="30990" y="11142"/>
                      <a:pt x="30890" y="11109"/>
                    </a:cubicBezTo>
                    <a:lnTo>
                      <a:pt x="29956" y="10775"/>
                    </a:lnTo>
                    <a:lnTo>
                      <a:pt x="26620" y="9574"/>
                    </a:lnTo>
                    <a:cubicBezTo>
                      <a:pt x="23818" y="8540"/>
                      <a:pt x="19948" y="7072"/>
                      <a:pt x="15645" y="5471"/>
                    </a:cubicBezTo>
                    <a:cubicBezTo>
                      <a:pt x="11376" y="3837"/>
                      <a:pt x="7473" y="2436"/>
                      <a:pt x="4638" y="1468"/>
                    </a:cubicBezTo>
                    <a:cubicBezTo>
                      <a:pt x="3203" y="968"/>
                      <a:pt x="2069" y="601"/>
                      <a:pt x="1268" y="368"/>
                    </a:cubicBezTo>
                    <a:lnTo>
                      <a:pt x="334" y="101"/>
                    </a:lnTo>
                    <a:cubicBezTo>
                      <a:pt x="234" y="34"/>
                      <a:pt x="134" y="34"/>
                      <a:pt x="1"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2285;p66">
                <a:extLst>
                  <a:ext uri="{FF2B5EF4-FFF2-40B4-BE49-F238E27FC236}">
                    <a16:creationId xmlns:a16="http://schemas.microsoft.com/office/drawing/2014/main" id="{8E55546F-E2F1-FD66-0888-D7868E6C8D3D}"/>
                  </a:ext>
                </a:extLst>
              </p:cNvPr>
              <p:cNvSpPr/>
              <p:nvPr/>
            </p:nvSpPr>
            <p:spPr>
              <a:xfrm>
                <a:off x="1482192" y="2957881"/>
                <a:ext cx="1316097" cy="2152791"/>
              </a:xfrm>
              <a:custGeom>
                <a:avLst/>
                <a:gdLst/>
                <a:ahLst/>
                <a:cxnLst/>
                <a:rect l="l" t="t" r="r" b="b"/>
                <a:pathLst>
                  <a:path w="58093" h="95025" extrusionOk="0">
                    <a:moveTo>
                      <a:pt x="51313" y="0"/>
                    </a:moveTo>
                    <a:cubicBezTo>
                      <a:pt x="49517" y="0"/>
                      <a:pt x="46120" y="1270"/>
                      <a:pt x="42898" y="9463"/>
                    </a:cubicBezTo>
                    <a:cubicBezTo>
                      <a:pt x="38262" y="21305"/>
                      <a:pt x="36727" y="28043"/>
                      <a:pt x="36727" y="28043"/>
                    </a:cubicBezTo>
                    <a:cubicBezTo>
                      <a:pt x="36727" y="28043"/>
                      <a:pt x="35925" y="29586"/>
                      <a:pt x="34724" y="29586"/>
                    </a:cubicBezTo>
                    <a:cubicBezTo>
                      <a:pt x="34396" y="29586"/>
                      <a:pt x="34038" y="29471"/>
                      <a:pt x="33658" y="29178"/>
                    </a:cubicBezTo>
                    <a:cubicBezTo>
                      <a:pt x="32086" y="27961"/>
                      <a:pt x="29801" y="24503"/>
                      <a:pt x="27415" y="24503"/>
                    </a:cubicBezTo>
                    <a:cubicBezTo>
                      <a:pt x="27118" y="24503"/>
                      <a:pt x="26819" y="24556"/>
                      <a:pt x="26520" y="24674"/>
                    </a:cubicBezTo>
                    <a:cubicBezTo>
                      <a:pt x="23751" y="25775"/>
                      <a:pt x="23117" y="29077"/>
                      <a:pt x="24118" y="33714"/>
                    </a:cubicBezTo>
                    <a:cubicBezTo>
                      <a:pt x="25119" y="38384"/>
                      <a:pt x="26953" y="48625"/>
                      <a:pt x="27120" y="49559"/>
                    </a:cubicBezTo>
                    <a:cubicBezTo>
                      <a:pt x="27253" y="50304"/>
                      <a:pt x="27025" y="51348"/>
                      <a:pt x="26232" y="51348"/>
                    </a:cubicBezTo>
                    <a:cubicBezTo>
                      <a:pt x="26031" y="51348"/>
                      <a:pt x="25795" y="51281"/>
                      <a:pt x="25519" y="51127"/>
                    </a:cubicBezTo>
                    <a:cubicBezTo>
                      <a:pt x="24467" y="50548"/>
                      <a:pt x="19168" y="45784"/>
                      <a:pt x="15353" y="45784"/>
                    </a:cubicBezTo>
                    <a:cubicBezTo>
                      <a:pt x="14328" y="45784"/>
                      <a:pt x="13410" y="46128"/>
                      <a:pt x="12710" y="46990"/>
                    </a:cubicBezTo>
                    <a:cubicBezTo>
                      <a:pt x="9408" y="51093"/>
                      <a:pt x="14344" y="63569"/>
                      <a:pt x="14845" y="64936"/>
                    </a:cubicBezTo>
                    <a:cubicBezTo>
                      <a:pt x="15379" y="66304"/>
                      <a:pt x="15145" y="66938"/>
                      <a:pt x="14511" y="67338"/>
                    </a:cubicBezTo>
                    <a:cubicBezTo>
                      <a:pt x="14466" y="67369"/>
                      <a:pt x="14412" y="67384"/>
                      <a:pt x="14349" y="67384"/>
                    </a:cubicBezTo>
                    <a:cubicBezTo>
                      <a:pt x="13524" y="67384"/>
                      <a:pt x="11206" y="64859"/>
                      <a:pt x="8974" y="62968"/>
                    </a:cubicBezTo>
                    <a:cubicBezTo>
                      <a:pt x="7389" y="61626"/>
                      <a:pt x="5485" y="60341"/>
                      <a:pt x="3875" y="60341"/>
                    </a:cubicBezTo>
                    <a:cubicBezTo>
                      <a:pt x="3045" y="60341"/>
                      <a:pt x="2292" y="60683"/>
                      <a:pt x="1702" y="61534"/>
                    </a:cubicBezTo>
                    <a:cubicBezTo>
                      <a:pt x="1" y="64069"/>
                      <a:pt x="334" y="73743"/>
                      <a:pt x="11042" y="88520"/>
                    </a:cubicBezTo>
                    <a:lnTo>
                      <a:pt x="16479" y="95025"/>
                    </a:lnTo>
                    <a:lnTo>
                      <a:pt x="24852" y="93724"/>
                    </a:lnTo>
                    <a:cubicBezTo>
                      <a:pt x="42698" y="89854"/>
                      <a:pt x="49369" y="82816"/>
                      <a:pt x="49770" y="79814"/>
                    </a:cubicBezTo>
                    <a:cubicBezTo>
                      <a:pt x="50170" y="76778"/>
                      <a:pt x="46567" y="76145"/>
                      <a:pt x="43399" y="76044"/>
                    </a:cubicBezTo>
                    <a:cubicBezTo>
                      <a:pt x="43137" y="76039"/>
                      <a:pt x="42872" y="76037"/>
                      <a:pt x="42605" y="76037"/>
                    </a:cubicBezTo>
                    <a:cubicBezTo>
                      <a:pt x="41271" y="76037"/>
                      <a:pt x="39897" y="76094"/>
                      <a:pt x="38779" y="76094"/>
                    </a:cubicBezTo>
                    <a:cubicBezTo>
                      <a:pt x="37436" y="76094"/>
                      <a:pt x="36460" y="76011"/>
                      <a:pt x="36360" y="75644"/>
                    </a:cubicBezTo>
                    <a:cubicBezTo>
                      <a:pt x="36160" y="74910"/>
                      <a:pt x="36427" y="74276"/>
                      <a:pt x="37728" y="73609"/>
                    </a:cubicBezTo>
                    <a:cubicBezTo>
                      <a:pt x="38995" y="72909"/>
                      <a:pt x="51004" y="66905"/>
                      <a:pt x="51271" y="61667"/>
                    </a:cubicBezTo>
                    <a:cubicBezTo>
                      <a:pt x="51504" y="56397"/>
                      <a:pt x="40463" y="56530"/>
                      <a:pt x="38929" y="56197"/>
                    </a:cubicBezTo>
                    <a:cubicBezTo>
                      <a:pt x="37428" y="55863"/>
                      <a:pt x="38061" y="54529"/>
                      <a:pt x="38795" y="53962"/>
                    </a:cubicBezTo>
                    <a:cubicBezTo>
                      <a:pt x="39529" y="53395"/>
                      <a:pt x="47735" y="46957"/>
                      <a:pt x="51571" y="44155"/>
                    </a:cubicBezTo>
                    <a:cubicBezTo>
                      <a:pt x="55440" y="41353"/>
                      <a:pt x="57142" y="38484"/>
                      <a:pt x="55807" y="35816"/>
                    </a:cubicBezTo>
                    <a:cubicBezTo>
                      <a:pt x="55143" y="34504"/>
                      <a:pt x="53575" y="34202"/>
                      <a:pt x="51901" y="34202"/>
                    </a:cubicBezTo>
                    <a:cubicBezTo>
                      <a:pt x="50465" y="34202"/>
                      <a:pt x="48952" y="34425"/>
                      <a:pt x="47865" y="34425"/>
                    </a:cubicBezTo>
                    <a:cubicBezTo>
                      <a:pt x="47738" y="34425"/>
                      <a:pt x="47616" y="34421"/>
                      <a:pt x="47501" y="34415"/>
                    </a:cubicBezTo>
                    <a:cubicBezTo>
                      <a:pt x="45233" y="34281"/>
                      <a:pt x="45967" y="31546"/>
                      <a:pt x="45967" y="31546"/>
                    </a:cubicBezTo>
                    <a:cubicBezTo>
                      <a:pt x="45967" y="31546"/>
                      <a:pt x="49303" y="25475"/>
                      <a:pt x="53739" y="13533"/>
                    </a:cubicBezTo>
                    <a:cubicBezTo>
                      <a:pt x="58092" y="1728"/>
                      <a:pt x="52600" y="256"/>
                      <a:pt x="52474" y="224"/>
                    </a:cubicBezTo>
                    <a:lnTo>
                      <a:pt x="52474" y="224"/>
                    </a:lnTo>
                    <a:lnTo>
                      <a:pt x="52605" y="257"/>
                    </a:lnTo>
                    <a:cubicBezTo>
                      <a:pt x="52605" y="257"/>
                      <a:pt x="52121" y="0"/>
                      <a:pt x="51313"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2286;p66">
                <a:extLst>
                  <a:ext uri="{FF2B5EF4-FFF2-40B4-BE49-F238E27FC236}">
                    <a16:creationId xmlns:a16="http://schemas.microsoft.com/office/drawing/2014/main" id="{49D60854-D759-77E5-885D-C6FBEBB6C850}"/>
                  </a:ext>
                </a:extLst>
              </p:cNvPr>
              <p:cNvSpPr/>
              <p:nvPr/>
            </p:nvSpPr>
            <p:spPr>
              <a:xfrm>
                <a:off x="1859307" y="3202487"/>
                <a:ext cx="718685" cy="1868131"/>
              </a:xfrm>
              <a:custGeom>
                <a:avLst/>
                <a:gdLst/>
                <a:ahLst/>
                <a:cxnLst/>
                <a:rect l="l" t="t" r="r" b="b"/>
                <a:pathLst>
                  <a:path w="31723" h="82460" extrusionOk="0">
                    <a:moveTo>
                      <a:pt x="31723" y="1"/>
                    </a:moveTo>
                    <a:lnTo>
                      <a:pt x="31723" y="1"/>
                    </a:lnTo>
                    <a:cubicBezTo>
                      <a:pt x="31723" y="1"/>
                      <a:pt x="31656" y="67"/>
                      <a:pt x="31589" y="234"/>
                    </a:cubicBezTo>
                    <a:lnTo>
                      <a:pt x="31322" y="968"/>
                    </a:lnTo>
                    <a:lnTo>
                      <a:pt x="30255" y="3803"/>
                    </a:lnTo>
                    <a:lnTo>
                      <a:pt x="26319" y="14144"/>
                    </a:lnTo>
                    <a:cubicBezTo>
                      <a:pt x="22983" y="22884"/>
                      <a:pt x="18313" y="34926"/>
                      <a:pt x="13143" y="48235"/>
                    </a:cubicBezTo>
                    <a:cubicBezTo>
                      <a:pt x="7939" y="61578"/>
                      <a:pt x="3302" y="73620"/>
                      <a:pt x="0" y="82393"/>
                    </a:cubicBezTo>
                    <a:lnTo>
                      <a:pt x="200" y="82460"/>
                    </a:lnTo>
                    <a:cubicBezTo>
                      <a:pt x="3536" y="73720"/>
                      <a:pt x="8173" y="61645"/>
                      <a:pt x="13376" y="48335"/>
                    </a:cubicBezTo>
                    <a:cubicBezTo>
                      <a:pt x="18547" y="35026"/>
                      <a:pt x="23183" y="22984"/>
                      <a:pt x="26486" y="14211"/>
                    </a:cubicBezTo>
                    <a:cubicBezTo>
                      <a:pt x="28120" y="9841"/>
                      <a:pt x="29454" y="6272"/>
                      <a:pt x="30355" y="3837"/>
                    </a:cubicBezTo>
                    <a:lnTo>
                      <a:pt x="31356" y="1001"/>
                    </a:lnTo>
                    <a:lnTo>
                      <a:pt x="31623" y="268"/>
                    </a:lnTo>
                    <a:cubicBezTo>
                      <a:pt x="31723" y="101"/>
                      <a:pt x="31723" y="1"/>
                      <a:pt x="31723"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2287;p66">
                <a:extLst>
                  <a:ext uri="{FF2B5EF4-FFF2-40B4-BE49-F238E27FC236}">
                    <a16:creationId xmlns:a16="http://schemas.microsoft.com/office/drawing/2014/main" id="{C2BC456E-2927-4BFC-6EC1-D502CBC8FAC9}"/>
                  </a:ext>
                </a:extLst>
              </p:cNvPr>
              <p:cNvSpPr/>
              <p:nvPr/>
            </p:nvSpPr>
            <p:spPr>
              <a:xfrm>
                <a:off x="2160822" y="3650626"/>
                <a:ext cx="119437" cy="331782"/>
              </a:xfrm>
              <a:custGeom>
                <a:avLst/>
                <a:gdLst/>
                <a:ahLst/>
                <a:cxnLst/>
                <a:rect l="l" t="t" r="r" b="b"/>
                <a:pathLst>
                  <a:path w="5272" h="14645" extrusionOk="0">
                    <a:moveTo>
                      <a:pt x="1" y="1"/>
                    </a:moveTo>
                    <a:cubicBezTo>
                      <a:pt x="34" y="201"/>
                      <a:pt x="101" y="401"/>
                      <a:pt x="167" y="601"/>
                    </a:cubicBezTo>
                    <a:lnTo>
                      <a:pt x="734" y="2169"/>
                    </a:lnTo>
                    <a:lnTo>
                      <a:pt x="2536" y="7372"/>
                    </a:lnTo>
                    <a:cubicBezTo>
                      <a:pt x="3236" y="9374"/>
                      <a:pt x="3870" y="11209"/>
                      <a:pt x="4370" y="12543"/>
                    </a:cubicBezTo>
                    <a:cubicBezTo>
                      <a:pt x="4604" y="13210"/>
                      <a:pt x="4837" y="13710"/>
                      <a:pt x="5004" y="14077"/>
                    </a:cubicBezTo>
                    <a:cubicBezTo>
                      <a:pt x="5071" y="14277"/>
                      <a:pt x="5138" y="14444"/>
                      <a:pt x="5271" y="14644"/>
                    </a:cubicBezTo>
                    <a:cubicBezTo>
                      <a:pt x="5238" y="14444"/>
                      <a:pt x="5171" y="14244"/>
                      <a:pt x="5071" y="14044"/>
                    </a:cubicBezTo>
                    <a:lnTo>
                      <a:pt x="4537" y="12476"/>
                    </a:lnTo>
                    <a:cubicBezTo>
                      <a:pt x="4070" y="11075"/>
                      <a:pt x="3470" y="9307"/>
                      <a:pt x="2769" y="7272"/>
                    </a:cubicBezTo>
                    <a:cubicBezTo>
                      <a:pt x="2069" y="5238"/>
                      <a:pt x="1435" y="3403"/>
                      <a:pt x="901" y="2102"/>
                    </a:cubicBezTo>
                    <a:cubicBezTo>
                      <a:pt x="634" y="1435"/>
                      <a:pt x="434" y="935"/>
                      <a:pt x="267" y="568"/>
                    </a:cubicBezTo>
                    <a:cubicBezTo>
                      <a:pt x="201" y="367"/>
                      <a:pt x="101" y="201"/>
                      <a:pt x="1"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2288;p66">
                <a:extLst>
                  <a:ext uri="{FF2B5EF4-FFF2-40B4-BE49-F238E27FC236}">
                    <a16:creationId xmlns:a16="http://schemas.microsoft.com/office/drawing/2014/main" id="{8F785710-D9BE-271D-875D-1FF401A8F1D3}"/>
                  </a:ext>
                </a:extLst>
              </p:cNvPr>
              <p:cNvSpPr/>
              <p:nvPr/>
            </p:nvSpPr>
            <p:spPr>
              <a:xfrm>
                <a:off x="2297613" y="3834222"/>
                <a:ext cx="378633" cy="149750"/>
              </a:xfrm>
              <a:custGeom>
                <a:avLst/>
                <a:gdLst/>
                <a:ahLst/>
                <a:cxnLst/>
                <a:rect l="l" t="t" r="r" b="b"/>
                <a:pathLst>
                  <a:path w="16713" h="6610" extrusionOk="0">
                    <a:moveTo>
                      <a:pt x="16671" y="0"/>
                    </a:moveTo>
                    <a:cubicBezTo>
                      <a:pt x="16476" y="0"/>
                      <a:pt x="12774" y="1410"/>
                      <a:pt x="8306" y="3171"/>
                    </a:cubicBezTo>
                    <a:cubicBezTo>
                      <a:pt x="3703" y="5006"/>
                      <a:pt x="0" y="6540"/>
                      <a:pt x="0" y="6607"/>
                    </a:cubicBezTo>
                    <a:cubicBezTo>
                      <a:pt x="1" y="6609"/>
                      <a:pt x="4" y="6609"/>
                      <a:pt x="8" y="6609"/>
                    </a:cubicBezTo>
                    <a:cubicBezTo>
                      <a:pt x="203" y="6609"/>
                      <a:pt x="3905" y="5198"/>
                      <a:pt x="8373" y="3405"/>
                    </a:cubicBezTo>
                    <a:cubicBezTo>
                      <a:pt x="12976" y="1604"/>
                      <a:pt x="16712" y="69"/>
                      <a:pt x="16679" y="2"/>
                    </a:cubicBezTo>
                    <a:cubicBezTo>
                      <a:pt x="16678" y="1"/>
                      <a:pt x="16675" y="0"/>
                      <a:pt x="16671"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2289;p66">
                <a:extLst>
                  <a:ext uri="{FF2B5EF4-FFF2-40B4-BE49-F238E27FC236}">
                    <a16:creationId xmlns:a16="http://schemas.microsoft.com/office/drawing/2014/main" id="{478DBCB0-98B4-5BE4-6411-234A04128580}"/>
                  </a:ext>
                </a:extLst>
              </p:cNvPr>
              <p:cNvSpPr/>
              <p:nvPr/>
            </p:nvSpPr>
            <p:spPr>
              <a:xfrm>
                <a:off x="2097343" y="4390470"/>
                <a:ext cx="355208" cy="48957"/>
              </a:xfrm>
              <a:custGeom>
                <a:avLst/>
                <a:gdLst/>
                <a:ahLst/>
                <a:cxnLst/>
                <a:rect l="l" t="t" r="r" b="b"/>
                <a:pathLst>
                  <a:path w="15679" h="2161" extrusionOk="0">
                    <a:moveTo>
                      <a:pt x="15678" y="0"/>
                    </a:moveTo>
                    <a:cubicBezTo>
                      <a:pt x="15478" y="0"/>
                      <a:pt x="15245" y="0"/>
                      <a:pt x="15045" y="67"/>
                    </a:cubicBezTo>
                    <a:lnTo>
                      <a:pt x="13377" y="367"/>
                    </a:lnTo>
                    <a:cubicBezTo>
                      <a:pt x="11976" y="634"/>
                      <a:pt x="10008" y="934"/>
                      <a:pt x="7873" y="1234"/>
                    </a:cubicBezTo>
                    <a:cubicBezTo>
                      <a:pt x="5705" y="1535"/>
                      <a:pt x="3737" y="1735"/>
                      <a:pt x="2302" y="1868"/>
                    </a:cubicBezTo>
                    <a:lnTo>
                      <a:pt x="601" y="2035"/>
                    </a:lnTo>
                    <a:cubicBezTo>
                      <a:pt x="401" y="2035"/>
                      <a:pt x="201" y="2068"/>
                      <a:pt x="1" y="2135"/>
                    </a:cubicBezTo>
                    <a:cubicBezTo>
                      <a:pt x="101" y="2152"/>
                      <a:pt x="201" y="2160"/>
                      <a:pt x="301" y="2160"/>
                    </a:cubicBezTo>
                    <a:cubicBezTo>
                      <a:pt x="401" y="2160"/>
                      <a:pt x="501" y="2152"/>
                      <a:pt x="601" y="2135"/>
                    </a:cubicBezTo>
                    <a:cubicBezTo>
                      <a:pt x="1001" y="2135"/>
                      <a:pt x="1568" y="2102"/>
                      <a:pt x="2302" y="2068"/>
                    </a:cubicBezTo>
                    <a:cubicBezTo>
                      <a:pt x="3703" y="1968"/>
                      <a:pt x="5705" y="1802"/>
                      <a:pt x="7873" y="1501"/>
                    </a:cubicBezTo>
                    <a:cubicBezTo>
                      <a:pt x="10041" y="1201"/>
                      <a:pt x="12009" y="834"/>
                      <a:pt x="13410" y="534"/>
                    </a:cubicBezTo>
                    <a:cubicBezTo>
                      <a:pt x="14111" y="401"/>
                      <a:pt x="14678" y="267"/>
                      <a:pt x="15078" y="167"/>
                    </a:cubicBezTo>
                    <a:cubicBezTo>
                      <a:pt x="15278" y="134"/>
                      <a:pt x="15478" y="67"/>
                      <a:pt x="15678"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2290;p66">
                <a:extLst>
                  <a:ext uri="{FF2B5EF4-FFF2-40B4-BE49-F238E27FC236}">
                    <a16:creationId xmlns:a16="http://schemas.microsoft.com/office/drawing/2014/main" id="{BCE96141-D12D-EF52-E3F4-98EC444BB4A3}"/>
                  </a:ext>
                </a:extLst>
              </p:cNvPr>
              <p:cNvSpPr/>
              <p:nvPr/>
            </p:nvSpPr>
            <p:spPr>
              <a:xfrm>
                <a:off x="1906905" y="4165257"/>
                <a:ext cx="192726" cy="269821"/>
              </a:xfrm>
              <a:custGeom>
                <a:avLst/>
                <a:gdLst/>
                <a:ahLst/>
                <a:cxnLst/>
                <a:rect l="l" t="t" r="r" b="b"/>
                <a:pathLst>
                  <a:path w="8507" h="11910" extrusionOk="0">
                    <a:moveTo>
                      <a:pt x="1" y="1"/>
                    </a:moveTo>
                    <a:lnTo>
                      <a:pt x="1" y="1"/>
                    </a:lnTo>
                    <a:cubicBezTo>
                      <a:pt x="67" y="168"/>
                      <a:pt x="167" y="334"/>
                      <a:pt x="301" y="501"/>
                    </a:cubicBezTo>
                    <a:lnTo>
                      <a:pt x="1168" y="1802"/>
                    </a:lnTo>
                    <a:cubicBezTo>
                      <a:pt x="1902" y="2870"/>
                      <a:pt x="2969" y="4371"/>
                      <a:pt x="4137" y="6038"/>
                    </a:cubicBezTo>
                    <a:cubicBezTo>
                      <a:pt x="5304" y="7673"/>
                      <a:pt x="6405" y="9141"/>
                      <a:pt x="7172" y="10208"/>
                    </a:cubicBezTo>
                    <a:cubicBezTo>
                      <a:pt x="7573" y="10708"/>
                      <a:pt x="7873" y="11142"/>
                      <a:pt x="8140" y="11476"/>
                    </a:cubicBezTo>
                    <a:cubicBezTo>
                      <a:pt x="8240" y="11642"/>
                      <a:pt x="8373" y="11776"/>
                      <a:pt x="8507" y="11909"/>
                    </a:cubicBezTo>
                    <a:cubicBezTo>
                      <a:pt x="8440" y="11743"/>
                      <a:pt x="8340" y="11576"/>
                      <a:pt x="8206" y="11409"/>
                    </a:cubicBezTo>
                    <a:lnTo>
                      <a:pt x="7339" y="10108"/>
                    </a:lnTo>
                    <a:cubicBezTo>
                      <a:pt x="6605" y="9007"/>
                      <a:pt x="5538" y="7506"/>
                      <a:pt x="4370" y="5872"/>
                    </a:cubicBezTo>
                    <a:cubicBezTo>
                      <a:pt x="3170" y="4237"/>
                      <a:pt x="2102" y="2736"/>
                      <a:pt x="1302" y="1669"/>
                    </a:cubicBezTo>
                    <a:lnTo>
                      <a:pt x="368" y="434"/>
                    </a:lnTo>
                    <a:cubicBezTo>
                      <a:pt x="267" y="268"/>
                      <a:pt x="134" y="101"/>
                      <a:pt x="1"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2291;p66">
                <a:extLst>
                  <a:ext uri="{FF2B5EF4-FFF2-40B4-BE49-F238E27FC236}">
                    <a16:creationId xmlns:a16="http://schemas.microsoft.com/office/drawing/2014/main" id="{5072EF1A-65B5-FFC3-EF46-293BD3A30F29}"/>
                  </a:ext>
                </a:extLst>
              </p:cNvPr>
              <p:cNvSpPr/>
              <p:nvPr/>
            </p:nvSpPr>
            <p:spPr>
              <a:xfrm>
                <a:off x="1678678" y="4543867"/>
                <a:ext cx="250157" cy="344628"/>
              </a:xfrm>
              <a:custGeom>
                <a:avLst/>
                <a:gdLst/>
                <a:ahLst/>
                <a:cxnLst/>
                <a:rect l="l" t="t" r="r" b="b"/>
                <a:pathLst>
                  <a:path w="11042" h="15212" extrusionOk="0">
                    <a:moveTo>
                      <a:pt x="1" y="1"/>
                    </a:moveTo>
                    <a:lnTo>
                      <a:pt x="1" y="1"/>
                    </a:lnTo>
                    <a:cubicBezTo>
                      <a:pt x="101" y="234"/>
                      <a:pt x="234" y="434"/>
                      <a:pt x="368" y="635"/>
                    </a:cubicBezTo>
                    <a:lnTo>
                      <a:pt x="1535" y="2302"/>
                    </a:lnTo>
                    <a:cubicBezTo>
                      <a:pt x="2503" y="3670"/>
                      <a:pt x="3904" y="5605"/>
                      <a:pt x="5405" y="7673"/>
                    </a:cubicBezTo>
                    <a:cubicBezTo>
                      <a:pt x="6939" y="9774"/>
                      <a:pt x="8340" y="11676"/>
                      <a:pt x="9341" y="13043"/>
                    </a:cubicBezTo>
                    <a:lnTo>
                      <a:pt x="10575" y="14645"/>
                    </a:lnTo>
                    <a:cubicBezTo>
                      <a:pt x="10708" y="14845"/>
                      <a:pt x="10875" y="15045"/>
                      <a:pt x="11042" y="15212"/>
                    </a:cubicBezTo>
                    <a:cubicBezTo>
                      <a:pt x="10942" y="14978"/>
                      <a:pt x="10808" y="14778"/>
                      <a:pt x="10642" y="14578"/>
                    </a:cubicBezTo>
                    <a:lnTo>
                      <a:pt x="9508" y="12910"/>
                    </a:lnTo>
                    <a:cubicBezTo>
                      <a:pt x="8507" y="11509"/>
                      <a:pt x="7139" y="9608"/>
                      <a:pt x="5605" y="7506"/>
                    </a:cubicBezTo>
                    <a:cubicBezTo>
                      <a:pt x="4104" y="5438"/>
                      <a:pt x="2703" y="3537"/>
                      <a:pt x="1669" y="2169"/>
                    </a:cubicBezTo>
                    <a:lnTo>
                      <a:pt x="468" y="568"/>
                    </a:lnTo>
                    <a:cubicBezTo>
                      <a:pt x="334" y="368"/>
                      <a:pt x="168" y="168"/>
                      <a:pt x="1"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2292;p66">
                <a:extLst>
                  <a:ext uri="{FF2B5EF4-FFF2-40B4-BE49-F238E27FC236}">
                    <a16:creationId xmlns:a16="http://schemas.microsoft.com/office/drawing/2014/main" id="{A177B26F-1913-BB2B-199F-F5AFD68A0815}"/>
                  </a:ext>
                </a:extLst>
              </p:cNvPr>
              <p:cNvSpPr/>
              <p:nvPr/>
            </p:nvSpPr>
            <p:spPr>
              <a:xfrm>
                <a:off x="1925051" y="4803833"/>
                <a:ext cx="449656" cy="74399"/>
              </a:xfrm>
              <a:custGeom>
                <a:avLst/>
                <a:gdLst/>
                <a:ahLst/>
                <a:cxnLst/>
                <a:rect l="l" t="t" r="r" b="b"/>
                <a:pathLst>
                  <a:path w="19848" h="3284" extrusionOk="0">
                    <a:moveTo>
                      <a:pt x="19848" y="1"/>
                    </a:moveTo>
                    <a:lnTo>
                      <a:pt x="19848" y="1"/>
                    </a:lnTo>
                    <a:cubicBezTo>
                      <a:pt x="19581" y="34"/>
                      <a:pt x="19314" y="67"/>
                      <a:pt x="19080" y="134"/>
                    </a:cubicBezTo>
                    <a:lnTo>
                      <a:pt x="16946" y="568"/>
                    </a:lnTo>
                    <a:cubicBezTo>
                      <a:pt x="15178" y="901"/>
                      <a:pt x="12709" y="1368"/>
                      <a:pt x="9974" y="1835"/>
                    </a:cubicBezTo>
                    <a:cubicBezTo>
                      <a:pt x="7239" y="2302"/>
                      <a:pt x="4737" y="2636"/>
                      <a:pt x="2936" y="2869"/>
                    </a:cubicBezTo>
                    <a:lnTo>
                      <a:pt x="801" y="3136"/>
                    </a:lnTo>
                    <a:cubicBezTo>
                      <a:pt x="534" y="3170"/>
                      <a:pt x="267" y="3203"/>
                      <a:pt x="0" y="3270"/>
                    </a:cubicBezTo>
                    <a:cubicBezTo>
                      <a:pt x="78" y="3279"/>
                      <a:pt x="157" y="3283"/>
                      <a:pt x="235" y="3283"/>
                    </a:cubicBezTo>
                    <a:cubicBezTo>
                      <a:pt x="423" y="3283"/>
                      <a:pt x="612" y="3260"/>
                      <a:pt x="801" y="3236"/>
                    </a:cubicBezTo>
                    <a:cubicBezTo>
                      <a:pt x="1334" y="3203"/>
                      <a:pt x="2068" y="3136"/>
                      <a:pt x="2969" y="3036"/>
                    </a:cubicBezTo>
                    <a:cubicBezTo>
                      <a:pt x="4770" y="2869"/>
                      <a:pt x="7272" y="2536"/>
                      <a:pt x="10007" y="2102"/>
                    </a:cubicBezTo>
                    <a:cubicBezTo>
                      <a:pt x="12743" y="1635"/>
                      <a:pt x="15244" y="1168"/>
                      <a:pt x="17012" y="735"/>
                    </a:cubicBezTo>
                    <a:cubicBezTo>
                      <a:pt x="17880" y="534"/>
                      <a:pt x="18613" y="368"/>
                      <a:pt x="19080" y="234"/>
                    </a:cubicBezTo>
                    <a:cubicBezTo>
                      <a:pt x="19347" y="201"/>
                      <a:pt x="19614" y="134"/>
                      <a:pt x="19848"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2293;p66">
                <a:extLst>
                  <a:ext uri="{FF2B5EF4-FFF2-40B4-BE49-F238E27FC236}">
                    <a16:creationId xmlns:a16="http://schemas.microsoft.com/office/drawing/2014/main" id="{72ADEB7D-477A-1B00-8D6E-9F90815D0447}"/>
                  </a:ext>
                </a:extLst>
              </p:cNvPr>
              <p:cNvSpPr/>
              <p:nvPr/>
            </p:nvSpPr>
            <p:spPr>
              <a:xfrm>
                <a:off x="1041620" y="2690484"/>
                <a:ext cx="631032" cy="364678"/>
              </a:xfrm>
              <a:custGeom>
                <a:avLst/>
                <a:gdLst/>
                <a:ahLst/>
                <a:cxnLst/>
                <a:rect l="l" t="t" r="r" b="b"/>
                <a:pathLst>
                  <a:path w="27854" h="16097" extrusionOk="0">
                    <a:moveTo>
                      <a:pt x="14310" y="1"/>
                    </a:moveTo>
                    <a:cubicBezTo>
                      <a:pt x="14087" y="1"/>
                      <a:pt x="13864" y="17"/>
                      <a:pt x="13644" y="51"/>
                    </a:cubicBezTo>
                    <a:cubicBezTo>
                      <a:pt x="11943" y="218"/>
                      <a:pt x="10375" y="952"/>
                      <a:pt x="9107" y="2119"/>
                    </a:cubicBezTo>
                    <a:cubicBezTo>
                      <a:pt x="8340" y="2853"/>
                      <a:pt x="7639" y="3787"/>
                      <a:pt x="6639" y="4154"/>
                    </a:cubicBezTo>
                    <a:cubicBezTo>
                      <a:pt x="5771" y="4488"/>
                      <a:pt x="4771" y="4321"/>
                      <a:pt x="3870" y="4521"/>
                    </a:cubicBezTo>
                    <a:cubicBezTo>
                      <a:pt x="2369" y="4855"/>
                      <a:pt x="1168" y="5955"/>
                      <a:pt x="601" y="7390"/>
                    </a:cubicBezTo>
                    <a:cubicBezTo>
                      <a:pt x="67" y="8791"/>
                      <a:pt x="1" y="10359"/>
                      <a:pt x="334" y="11826"/>
                    </a:cubicBezTo>
                    <a:cubicBezTo>
                      <a:pt x="701" y="13294"/>
                      <a:pt x="1202" y="14728"/>
                      <a:pt x="1835" y="16096"/>
                    </a:cubicBezTo>
                    <a:lnTo>
                      <a:pt x="20982" y="10892"/>
                    </a:lnTo>
                    <a:cubicBezTo>
                      <a:pt x="21466" y="11059"/>
                      <a:pt x="22008" y="11118"/>
                      <a:pt x="22554" y="11118"/>
                    </a:cubicBezTo>
                    <a:cubicBezTo>
                      <a:pt x="23101" y="11118"/>
                      <a:pt x="23651" y="11059"/>
                      <a:pt x="24151" y="10992"/>
                    </a:cubicBezTo>
                    <a:cubicBezTo>
                      <a:pt x="25352" y="10792"/>
                      <a:pt x="26386" y="10158"/>
                      <a:pt x="27153" y="9258"/>
                    </a:cubicBezTo>
                    <a:cubicBezTo>
                      <a:pt x="27787" y="8391"/>
                      <a:pt x="27854" y="7256"/>
                      <a:pt x="27320" y="6322"/>
                    </a:cubicBezTo>
                    <a:cubicBezTo>
                      <a:pt x="26932" y="5706"/>
                      <a:pt x="26279" y="5356"/>
                      <a:pt x="25595" y="5356"/>
                    </a:cubicBezTo>
                    <a:cubicBezTo>
                      <a:pt x="25280" y="5356"/>
                      <a:pt x="24957" y="5430"/>
                      <a:pt x="24652" y="5589"/>
                    </a:cubicBezTo>
                    <a:cubicBezTo>
                      <a:pt x="25085" y="4554"/>
                      <a:pt x="24785" y="3354"/>
                      <a:pt x="23951" y="2620"/>
                    </a:cubicBezTo>
                    <a:cubicBezTo>
                      <a:pt x="23192" y="2007"/>
                      <a:pt x="22255" y="1700"/>
                      <a:pt x="21295" y="1700"/>
                    </a:cubicBezTo>
                    <a:cubicBezTo>
                      <a:pt x="21157" y="1700"/>
                      <a:pt x="21020" y="1707"/>
                      <a:pt x="20882" y="1719"/>
                    </a:cubicBezTo>
                    <a:cubicBezTo>
                      <a:pt x="19815" y="1819"/>
                      <a:pt x="18747" y="2086"/>
                      <a:pt x="17713" y="2486"/>
                    </a:cubicBezTo>
                    <a:cubicBezTo>
                      <a:pt x="17613" y="1586"/>
                      <a:pt x="17046" y="818"/>
                      <a:pt x="16246" y="418"/>
                    </a:cubicBezTo>
                    <a:cubicBezTo>
                      <a:pt x="15624" y="144"/>
                      <a:pt x="14964" y="1"/>
                      <a:pt x="1431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2294;p66">
                <a:extLst>
                  <a:ext uri="{FF2B5EF4-FFF2-40B4-BE49-F238E27FC236}">
                    <a16:creationId xmlns:a16="http://schemas.microsoft.com/office/drawing/2014/main" id="{D98A3D41-6BE0-36BB-3A3D-6961B3D858B0}"/>
                  </a:ext>
                </a:extLst>
              </p:cNvPr>
              <p:cNvSpPr/>
              <p:nvPr/>
            </p:nvSpPr>
            <p:spPr>
              <a:xfrm>
                <a:off x="1085457" y="2855164"/>
                <a:ext cx="525234" cy="865761"/>
              </a:xfrm>
              <a:custGeom>
                <a:avLst/>
                <a:gdLst/>
                <a:ahLst/>
                <a:cxnLst/>
                <a:rect l="l" t="t" r="r" b="b"/>
                <a:pathLst>
                  <a:path w="23184" h="38215" extrusionOk="0">
                    <a:moveTo>
                      <a:pt x="13785" y="1"/>
                    </a:moveTo>
                    <a:cubicBezTo>
                      <a:pt x="9201" y="1"/>
                      <a:pt x="4661" y="1498"/>
                      <a:pt x="901" y="4391"/>
                    </a:cubicBezTo>
                    <a:lnTo>
                      <a:pt x="0" y="5091"/>
                    </a:lnTo>
                    <a:lnTo>
                      <a:pt x="2402" y="38215"/>
                    </a:lnTo>
                    <a:lnTo>
                      <a:pt x="16979" y="37047"/>
                    </a:lnTo>
                    <a:cubicBezTo>
                      <a:pt x="17079" y="35346"/>
                      <a:pt x="16946" y="28741"/>
                      <a:pt x="16946" y="28741"/>
                    </a:cubicBezTo>
                    <a:cubicBezTo>
                      <a:pt x="16946" y="28741"/>
                      <a:pt x="23017" y="27807"/>
                      <a:pt x="23084" y="21736"/>
                    </a:cubicBezTo>
                    <a:cubicBezTo>
                      <a:pt x="23184" y="15665"/>
                      <a:pt x="22116" y="1722"/>
                      <a:pt x="22116" y="1722"/>
                    </a:cubicBezTo>
                    <a:cubicBezTo>
                      <a:pt x="19437" y="566"/>
                      <a:pt x="16603" y="1"/>
                      <a:pt x="13785" y="1"/>
                    </a:cubicBezTo>
                    <a:close/>
                  </a:path>
                </a:pathLst>
              </a:custGeom>
              <a:solidFill>
                <a:srgbClr val="B78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2295;p66">
                <a:extLst>
                  <a:ext uri="{FF2B5EF4-FFF2-40B4-BE49-F238E27FC236}">
                    <a16:creationId xmlns:a16="http://schemas.microsoft.com/office/drawing/2014/main" id="{492B9E37-E33B-6BF2-7749-9E15D9261CF8}"/>
                  </a:ext>
                </a:extLst>
              </p:cNvPr>
              <p:cNvSpPr/>
              <p:nvPr/>
            </p:nvSpPr>
            <p:spPr>
              <a:xfrm>
                <a:off x="1290258" y="3453391"/>
                <a:ext cx="179881" cy="87947"/>
              </a:xfrm>
              <a:custGeom>
                <a:avLst/>
                <a:gdLst/>
                <a:ahLst/>
                <a:cxnLst/>
                <a:rect l="l" t="t" r="r" b="b"/>
                <a:pathLst>
                  <a:path w="7940" h="3882" extrusionOk="0">
                    <a:moveTo>
                      <a:pt x="0" y="0"/>
                    </a:moveTo>
                    <a:cubicBezTo>
                      <a:pt x="0" y="1"/>
                      <a:pt x="1660" y="3882"/>
                      <a:pt x="6932" y="3882"/>
                    </a:cubicBezTo>
                    <a:cubicBezTo>
                      <a:pt x="7254" y="3882"/>
                      <a:pt x="7590" y="3867"/>
                      <a:pt x="7939" y="3836"/>
                    </a:cubicBezTo>
                    <a:lnTo>
                      <a:pt x="7939" y="2269"/>
                    </a:lnTo>
                    <a:cubicBezTo>
                      <a:pt x="7880" y="2269"/>
                      <a:pt x="7821" y="2270"/>
                      <a:pt x="7762" y="2270"/>
                    </a:cubicBezTo>
                    <a:cubicBezTo>
                      <a:pt x="4990" y="2270"/>
                      <a:pt x="2319" y="1503"/>
                      <a:pt x="0" y="0"/>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2296;p66">
                <a:extLst>
                  <a:ext uri="{FF2B5EF4-FFF2-40B4-BE49-F238E27FC236}">
                    <a16:creationId xmlns:a16="http://schemas.microsoft.com/office/drawing/2014/main" id="{56A7374A-77CE-AB4A-071E-82C59D81D0E3}"/>
                  </a:ext>
                </a:extLst>
              </p:cNvPr>
              <p:cNvSpPr/>
              <p:nvPr/>
            </p:nvSpPr>
            <p:spPr>
              <a:xfrm>
                <a:off x="1009495" y="3108356"/>
                <a:ext cx="98663" cy="144040"/>
              </a:xfrm>
              <a:custGeom>
                <a:avLst/>
                <a:gdLst/>
                <a:ahLst/>
                <a:cxnLst/>
                <a:rect l="l" t="t" r="r" b="b"/>
                <a:pathLst>
                  <a:path w="4355" h="6358" extrusionOk="0">
                    <a:moveTo>
                      <a:pt x="2788" y="1"/>
                    </a:moveTo>
                    <a:cubicBezTo>
                      <a:pt x="1580" y="1"/>
                      <a:pt x="0" y="499"/>
                      <a:pt x="84" y="3122"/>
                    </a:cubicBezTo>
                    <a:cubicBezTo>
                      <a:pt x="171" y="5830"/>
                      <a:pt x="1947" y="6357"/>
                      <a:pt x="3181" y="6357"/>
                    </a:cubicBezTo>
                    <a:cubicBezTo>
                      <a:pt x="3846" y="6357"/>
                      <a:pt x="4354" y="6204"/>
                      <a:pt x="4354" y="6157"/>
                    </a:cubicBezTo>
                    <a:cubicBezTo>
                      <a:pt x="4354" y="6024"/>
                      <a:pt x="4121" y="186"/>
                      <a:pt x="4121" y="186"/>
                    </a:cubicBezTo>
                    <a:cubicBezTo>
                      <a:pt x="4083" y="174"/>
                      <a:pt x="3500" y="1"/>
                      <a:pt x="2788" y="1"/>
                    </a:cubicBezTo>
                    <a:close/>
                  </a:path>
                </a:pathLst>
              </a:custGeom>
              <a:solidFill>
                <a:srgbClr val="B78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2297;p66">
                <a:extLst>
                  <a:ext uri="{FF2B5EF4-FFF2-40B4-BE49-F238E27FC236}">
                    <a16:creationId xmlns:a16="http://schemas.microsoft.com/office/drawing/2014/main" id="{A33CEA00-19C6-0045-B563-8503F15D0FCD}"/>
                  </a:ext>
                </a:extLst>
              </p:cNvPr>
              <p:cNvSpPr/>
              <p:nvPr/>
            </p:nvSpPr>
            <p:spPr>
              <a:xfrm>
                <a:off x="1034076" y="3138736"/>
                <a:ext cx="44608" cy="82192"/>
              </a:xfrm>
              <a:custGeom>
                <a:avLst/>
                <a:gdLst/>
                <a:ahLst/>
                <a:cxnLst/>
                <a:rect l="l" t="t" r="r" b="b"/>
                <a:pathLst>
                  <a:path w="1969" h="3628" extrusionOk="0">
                    <a:moveTo>
                      <a:pt x="1073" y="0"/>
                    </a:moveTo>
                    <a:cubicBezTo>
                      <a:pt x="1036" y="0"/>
                      <a:pt x="1001" y="4"/>
                      <a:pt x="967" y="13"/>
                    </a:cubicBezTo>
                    <a:cubicBezTo>
                      <a:pt x="634" y="79"/>
                      <a:pt x="367" y="346"/>
                      <a:pt x="234" y="680"/>
                    </a:cubicBezTo>
                    <a:cubicBezTo>
                      <a:pt x="67" y="1047"/>
                      <a:pt x="0" y="1447"/>
                      <a:pt x="33" y="1847"/>
                    </a:cubicBezTo>
                    <a:cubicBezTo>
                      <a:pt x="67" y="2681"/>
                      <a:pt x="534" y="3449"/>
                      <a:pt x="1134" y="3615"/>
                    </a:cubicBezTo>
                    <a:cubicBezTo>
                      <a:pt x="1189" y="3623"/>
                      <a:pt x="1244" y="3627"/>
                      <a:pt x="1299" y="3627"/>
                    </a:cubicBezTo>
                    <a:cubicBezTo>
                      <a:pt x="1476" y="3627"/>
                      <a:pt x="1649" y="3584"/>
                      <a:pt x="1801" y="3482"/>
                    </a:cubicBezTo>
                    <a:cubicBezTo>
                      <a:pt x="1935" y="3382"/>
                      <a:pt x="1968" y="3282"/>
                      <a:pt x="1968" y="3282"/>
                    </a:cubicBezTo>
                    <a:lnTo>
                      <a:pt x="1968" y="3282"/>
                    </a:lnTo>
                    <a:cubicBezTo>
                      <a:pt x="1968" y="3282"/>
                      <a:pt x="1868" y="3315"/>
                      <a:pt x="1768" y="3382"/>
                    </a:cubicBezTo>
                    <a:cubicBezTo>
                      <a:pt x="1670" y="3421"/>
                      <a:pt x="1561" y="3437"/>
                      <a:pt x="1454" y="3437"/>
                    </a:cubicBezTo>
                    <a:cubicBezTo>
                      <a:pt x="1378" y="3437"/>
                      <a:pt x="1303" y="3429"/>
                      <a:pt x="1234" y="3415"/>
                    </a:cubicBezTo>
                    <a:cubicBezTo>
                      <a:pt x="767" y="3248"/>
                      <a:pt x="400" y="2581"/>
                      <a:pt x="334" y="1814"/>
                    </a:cubicBezTo>
                    <a:cubicBezTo>
                      <a:pt x="334" y="1480"/>
                      <a:pt x="367" y="1114"/>
                      <a:pt x="500" y="780"/>
                    </a:cubicBezTo>
                    <a:cubicBezTo>
                      <a:pt x="567" y="513"/>
                      <a:pt x="767" y="313"/>
                      <a:pt x="1034" y="213"/>
                    </a:cubicBezTo>
                    <a:cubicBezTo>
                      <a:pt x="1063" y="207"/>
                      <a:pt x="1091" y="204"/>
                      <a:pt x="1120" y="204"/>
                    </a:cubicBezTo>
                    <a:cubicBezTo>
                      <a:pt x="1256" y="204"/>
                      <a:pt x="1385" y="269"/>
                      <a:pt x="1468" y="380"/>
                    </a:cubicBezTo>
                    <a:cubicBezTo>
                      <a:pt x="1501" y="513"/>
                      <a:pt x="1501" y="580"/>
                      <a:pt x="1501" y="613"/>
                    </a:cubicBezTo>
                    <a:cubicBezTo>
                      <a:pt x="1535" y="613"/>
                      <a:pt x="1601" y="513"/>
                      <a:pt x="1568" y="346"/>
                    </a:cubicBezTo>
                    <a:cubicBezTo>
                      <a:pt x="1535" y="246"/>
                      <a:pt x="1468" y="180"/>
                      <a:pt x="1401" y="113"/>
                    </a:cubicBezTo>
                    <a:cubicBezTo>
                      <a:pt x="1301" y="38"/>
                      <a:pt x="1182" y="0"/>
                      <a:pt x="1073" y="0"/>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2298;p66">
                <a:extLst>
                  <a:ext uri="{FF2B5EF4-FFF2-40B4-BE49-F238E27FC236}">
                    <a16:creationId xmlns:a16="http://schemas.microsoft.com/office/drawing/2014/main" id="{5BF53363-1707-E799-183C-83A013FA976C}"/>
                  </a:ext>
                </a:extLst>
              </p:cNvPr>
              <p:cNvSpPr/>
              <p:nvPr/>
            </p:nvSpPr>
            <p:spPr>
              <a:xfrm>
                <a:off x="1501856" y="3089711"/>
                <a:ext cx="40077" cy="37290"/>
              </a:xfrm>
              <a:custGeom>
                <a:avLst/>
                <a:gdLst/>
                <a:ahLst/>
                <a:cxnLst/>
                <a:rect l="l" t="t" r="r" b="b"/>
                <a:pathLst>
                  <a:path w="1769" h="1646" extrusionOk="0">
                    <a:moveTo>
                      <a:pt x="977" y="1"/>
                    </a:moveTo>
                    <a:cubicBezTo>
                      <a:pt x="941" y="1"/>
                      <a:pt x="905" y="3"/>
                      <a:pt x="867" y="8"/>
                    </a:cubicBezTo>
                    <a:cubicBezTo>
                      <a:pt x="400" y="8"/>
                      <a:pt x="0" y="409"/>
                      <a:pt x="34" y="876"/>
                    </a:cubicBezTo>
                    <a:cubicBezTo>
                      <a:pt x="34" y="1321"/>
                      <a:pt x="428" y="1645"/>
                      <a:pt x="870" y="1645"/>
                    </a:cubicBezTo>
                    <a:cubicBezTo>
                      <a:pt x="891" y="1645"/>
                      <a:pt x="913" y="1645"/>
                      <a:pt x="934" y="1643"/>
                    </a:cubicBezTo>
                    <a:cubicBezTo>
                      <a:pt x="1401" y="1643"/>
                      <a:pt x="1768" y="1243"/>
                      <a:pt x="1768" y="776"/>
                    </a:cubicBezTo>
                    <a:cubicBezTo>
                      <a:pt x="1737" y="346"/>
                      <a:pt x="1396" y="1"/>
                      <a:pt x="97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2299;p66">
                <a:extLst>
                  <a:ext uri="{FF2B5EF4-FFF2-40B4-BE49-F238E27FC236}">
                    <a16:creationId xmlns:a16="http://schemas.microsoft.com/office/drawing/2014/main" id="{7FE935AF-98B4-855E-4F0A-3D57C37621BC}"/>
                  </a:ext>
                </a:extLst>
              </p:cNvPr>
              <p:cNvSpPr/>
              <p:nvPr/>
            </p:nvSpPr>
            <p:spPr>
              <a:xfrm>
                <a:off x="1480696" y="3067214"/>
                <a:ext cx="80878" cy="20752"/>
              </a:xfrm>
              <a:custGeom>
                <a:avLst/>
                <a:gdLst/>
                <a:ahLst/>
                <a:cxnLst/>
                <a:rect l="l" t="t" r="r" b="b"/>
                <a:pathLst>
                  <a:path w="3570" h="916" extrusionOk="0">
                    <a:moveTo>
                      <a:pt x="1835" y="1"/>
                    </a:moveTo>
                    <a:cubicBezTo>
                      <a:pt x="1368" y="1"/>
                      <a:pt x="867" y="134"/>
                      <a:pt x="467" y="401"/>
                    </a:cubicBezTo>
                    <a:cubicBezTo>
                      <a:pt x="167" y="635"/>
                      <a:pt x="0" y="768"/>
                      <a:pt x="100" y="901"/>
                    </a:cubicBezTo>
                    <a:cubicBezTo>
                      <a:pt x="110" y="911"/>
                      <a:pt x="125" y="915"/>
                      <a:pt x="146" y="915"/>
                    </a:cubicBezTo>
                    <a:cubicBezTo>
                      <a:pt x="338" y="915"/>
                      <a:pt x="991" y="534"/>
                      <a:pt x="1835" y="534"/>
                    </a:cubicBezTo>
                    <a:cubicBezTo>
                      <a:pt x="2678" y="534"/>
                      <a:pt x="3304" y="915"/>
                      <a:pt x="3491" y="915"/>
                    </a:cubicBezTo>
                    <a:cubicBezTo>
                      <a:pt x="3511" y="915"/>
                      <a:pt x="3526" y="911"/>
                      <a:pt x="3536" y="901"/>
                    </a:cubicBezTo>
                    <a:cubicBezTo>
                      <a:pt x="3569" y="835"/>
                      <a:pt x="3469" y="635"/>
                      <a:pt x="3202" y="401"/>
                    </a:cubicBezTo>
                    <a:cubicBezTo>
                      <a:pt x="2802" y="134"/>
                      <a:pt x="2335" y="1"/>
                      <a:pt x="183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2300;p66">
                <a:extLst>
                  <a:ext uri="{FF2B5EF4-FFF2-40B4-BE49-F238E27FC236}">
                    <a16:creationId xmlns:a16="http://schemas.microsoft.com/office/drawing/2014/main" id="{9E0926BF-C967-2A41-D781-DC27BC76F353}"/>
                  </a:ext>
                </a:extLst>
              </p:cNvPr>
              <p:cNvSpPr/>
              <p:nvPr/>
            </p:nvSpPr>
            <p:spPr>
              <a:xfrm>
                <a:off x="1294019" y="3089711"/>
                <a:ext cx="40077" cy="37290"/>
              </a:xfrm>
              <a:custGeom>
                <a:avLst/>
                <a:gdLst/>
                <a:ahLst/>
                <a:cxnLst/>
                <a:rect l="l" t="t" r="r" b="b"/>
                <a:pathLst>
                  <a:path w="1769" h="1646" extrusionOk="0">
                    <a:moveTo>
                      <a:pt x="978" y="1"/>
                    </a:moveTo>
                    <a:cubicBezTo>
                      <a:pt x="942" y="1"/>
                      <a:pt x="905" y="3"/>
                      <a:pt x="868" y="8"/>
                    </a:cubicBezTo>
                    <a:cubicBezTo>
                      <a:pt x="401" y="8"/>
                      <a:pt x="1" y="409"/>
                      <a:pt x="34" y="876"/>
                    </a:cubicBezTo>
                    <a:cubicBezTo>
                      <a:pt x="34" y="1321"/>
                      <a:pt x="429" y="1645"/>
                      <a:pt x="871" y="1645"/>
                    </a:cubicBezTo>
                    <a:cubicBezTo>
                      <a:pt x="892" y="1645"/>
                      <a:pt x="913" y="1645"/>
                      <a:pt x="935" y="1643"/>
                    </a:cubicBezTo>
                    <a:cubicBezTo>
                      <a:pt x="1402" y="1643"/>
                      <a:pt x="1769" y="1243"/>
                      <a:pt x="1769" y="776"/>
                    </a:cubicBezTo>
                    <a:cubicBezTo>
                      <a:pt x="1738" y="346"/>
                      <a:pt x="1396" y="1"/>
                      <a:pt x="97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2301;p66">
                <a:extLst>
                  <a:ext uri="{FF2B5EF4-FFF2-40B4-BE49-F238E27FC236}">
                    <a16:creationId xmlns:a16="http://schemas.microsoft.com/office/drawing/2014/main" id="{ABBC9C77-782D-B482-7BF4-C603E5EF7E7B}"/>
                  </a:ext>
                </a:extLst>
              </p:cNvPr>
              <p:cNvSpPr/>
              <p:nvPr/>
            </p:nvSpPr>
            <p:spPr>
              <a:xfrm>
                <a:off x="1274377" y="3070998"/>
                <a:ext cx="79383" cy="20933"/>
              </a:xfrm>
              <a:custGeom>
                <a:avLst/>
                <a:gdLst/>
                <a:ahLst/>
                <a:cxnLst/>
                <a:rect l="l" t="t" r="r" b="b"/>
                <a:pathLst>
                  <a:path w="3504" h="924" extrusionOk="0">
                    <a:moveTo>
                      <a:pt x="1769" y="1"/>
                    </a:moveTo>
                    <a:cubicBezTo>
                      <a:pt x="1302" y="1"/>
                      <a:pt x="801" y="134"/>
                      <a:pt x="401" y="434"/>
                    </a:cubicBezTo>
                    <a:cubicBezTo>
                      <a:pt x="101" y="634"/>
                      <a:pt x="1" y="834"/>
                      <a:pt x="34" y="901"/>
                    </a:cubicBezTo>
                    <a:cubicBezTo>
                      <a:pt x="44" y="911"/>
                      <a:pt x="59" y="915"/>
                      <a:pt x="80" y="915"/>
                    </a:cubicBezTo>
                    <a:cubicBezTo>
                      <a:pt x="272" y="915"/>
                      <a:pt x="925" y="534"/>
                      <a:pt x="1769" y="534"/>
                    </a:cubicBezTo>
                    <a:cubicBezTo>
                      <a:pt x="2593" y="534"/>
                      <a:pt x="3209" y="924"/>
                      <a:pt x="3411" y="924"/>
                    </a:cubicBezTo>
                    <a:cubicBezTo>
                      <a:pt x="3438" y="924"/>
                      <a:pt x="3458" y="917"/>
                      <a:pt x="3470" y="901"/>
                    </a:cubicBezTo>
                    <a:cubicBezTo>
                      <a:pt x="3503" y="868"/>
                      <a:pt x="3403" y="668"/>
                      <a:pt x="3136" y="434"/>
                    </a:cubicBezTo>
                    <a:cubicBezTo>
                      <a:pt x="2736" y="134"/>
                      <a:pt x="2269" y="1"/>
                      <a:pt x="176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2302;p66">
                <a:extLst>
                  <a:ext uri="{FF2B5EF4-FFF2-40B4-BE49-F238E27FC236}">
                    <a16:creationId xmlns:a16="http://schemas.microsoft.com/office/drawing/2014/main" id="{1BC1760C-635D-BC1F-44DF-E78208050E77}"/>
                  </a:ext>
                </a:extLst>
              </p:cNvPr>
              <p:cNvSpPr/>
              <p:nvPr/>
            </p:nvSpPr>
            <p:spPr>
              <a:xfrm>
                <a:off x="1417217" y="3071745"/>
                <a:ext cx="66515" cy="177366"/>
              </a:xfrm>
              <a:custGeom>
                <a:avLst/>
                <a:gdLst/>
                <a:ahLst/>
                <a:cxnLst/>
                <a:rect l="l" t="t" r="r" b="b"/>
                <a:pathLst>
                  <a:path w="2936" h="7829" extrusionOk="0">
                    <a:moveTo>
                      <a:pt x="104" y="1"/>
                    </a:moveTo>
                    <a:cubicBezTo>
                      <a:pt x="102" y="1"/>
                      <a:pt x="101" y="1"/>
                      <a:pt x="100" y="1"/>
                    </a:cubicBezTo>
                    <a:cubicBezTo>
                      <a:pt x="0" y="68"/>
                      <a:pt x="734" y="2169"/>
                      <a:pt x="1701" y="4771"/>
                    </a:cubicBezTo>
                    <a:lnTo>
                      <a:pt x="2402" y="6572"/>
                    </a:lnTo>
                    <a:cubicBezTo>
                      <a:pt x="2535" y="6806"/>
                      <a:pt x="2569" y="7039"/>
                      <a:pt x="2569" y="7273"/>
                    </a:cubicBezTo>
                    <a:cubicBezTo>
                      <a:pt x="2535" y="7440"/>
                      <a:pt x="2302" y="7506"/>
                      <a:pt x="2068" y="7506"/>
                    </a:cubicBezTo>
                    <a:cubicBezTo>
                      <a:pt x="1535" y="7540"/>
                      <a:pt x="1034" y="7640"/>
                      <a:pt x="534" y="7807"/>
                    </a:cubicBezTo>
                    <a:cubicBezTo>
                      <a:pt x="741" y="7820"/>
                      <a:pt x="954" y="7828"/>
                      <a:pt x="1168" y="7828"/>
                    </a:cubicBezTo>
                    <a:cubicBezTo>
                      <a:pt x="1471" y="7828"/>
                      <a:pt x="1775" y="7812"/>
                      <a:pt x="2068" y="7773"/>
                    </a:cubicBezTo>
                    <a:cubicBezTo>
                      <a:pt x="2202" y="7773"/>
                      <a:pt x="2335" y="7740"/>
                      <a:pt x="2502" y="7706"/>
                    </a:cubicBezTo>
                    <a:cubicBezTo>
                      <a:pt x="2669" y="7673"/>
                      <a:pt x="2802" y="7540"/>
                      <a:pt x="2869" y="7373"/>
                    </a:cubicBezTo>
                    <a:cubicBezTo>
                      <a:pt x="2936" y="7039"/>
                      <a:pt x="2902" y="6706"/>
                      <a:pt x="2735" y="6439"/>
                    </a:cubicBezTo>
                    <a:cubicBezTo>
                      <a:pt x="2535" y="5838"/>
                      <a:pt x="2302" y="5238"/>
                      <a:pt x="2068" y="4604"/>
                    </a:cubicBezTo>
                    <a:cubicBezTo>
                      <a:pt x="1109" y="2056"/>
                      <a:pt x="248" y="1"/>
                      <a:pt x="10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2303;p66">
                <a:extLst>
                  <a:ext uri="{FF2B5EF4-FFF2-40B4-BE49-F238E27FC236}">
                    <a16:creationId xmlns:a16="http://schemas.microsoft.com/office/drawing/2014/main" id="{E4C98EFF-9E5D-2E9A-73BF-45DE07DC69C2}"/>
                  </a:ext>
                </a:extLst>
              </p:cNvPr>
              <p:cNvSpPr/>
              <p:nvPr/>
            </p:nvSpPr>
            <p:spPr>
              <a:xfrm>
                <a:off x="1362800" y="3262954"/>
                <a:ext cx="71816" cy="60557"/>
              </a:xfrm>
              <a:custGeom>
                <a:avLst/>
                <a:gdLst/>
                <a:ahLst/>
                <a:cxnLst/>
                <a:rect l="l" t="t" r="r" b="b"/>
                <a:pathLst>
                  <a:path w="3170" h="2673" extrusionOk="0">
                    <a:moveTo>
                      <a:pt x="201" y="0"/>
                    </a:moveTo>
                    <a:cubicBezTo>
                      <a:pt x="134" y="0"/>
                      <a:pt x="0" y="234"/>
                      <a:pt x="67" y="667"/>
                    </a:cubicBezTo>
                    <a:cubicBezTo>
                      <a:pt x="134" y="1235"/>
                      <a:pt x="401" y="1735"/>
                      <a:pt x="834" y="2102"/>
                    </a:cubicBezTo>
                    <a:cubicBezTo>
                      <a:pt x="1268" y="2473"/>
                      <a:pt x="1788" y="2672"/>
                      <a:pt x="2340" y="2672"/>
                    </a:cubicBezTo>
                    <a:cubicBezTo>
                      <a:pt x="2383" y="2672"/>
                      <a:pt x="2426" y="2671"/>
                      <a:pt x="2469" y="2669"/>
                    </a:cubicBezTo>
                    <a:cubicBezTo>
                      <a:pt x="2936" y="2669"/>
                      <a:pt x="3169" y="2535"/>
                      <a:pt x="3169" y="2469"/>
                    </a:cubicBezTo>
                    <a:cubicBezTo>
                      <a:pt x="3169" y="2335"/>
                      <a:pt x="2102" y="2435"/>
                      <a:pt x="1235" y="1735"/>
                    </a:cubicBezTo>
                    <a:cubicBezTo>
                      <a:pt x="367" y="1001"/>
                      <a:pt x="367" y="0"/>
                      <a:pt x="20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2304;p66">
                <a:extLst>
                  <a:ext uri="{FF2B5EF4-FFF2-40B4-BE49-F238E27FC236}">
                    <a16:creationId xmlns:a16="http://schemas.microsoft.com/office/drawing/2014/main" id="{774E0CBE-03BE-FF23-B1E8-4842207D1FB3}"/>
                  </a:ext>
                </a:extLst>
              </p:cNvPr>
              <p:cNvSpPr/>
              <p:nvPr/>
            </p:nvSpPr>
            <p:spPr>
              <a:xfrm>
                <a:off x="1479926" y="3028950"/>
                <a:ext cx="74852" cy="23674"/>
              </a:xfrm>
              <a:custGeom>
                <a:avLst/>
                <a:gdLst/>
                <a:ahLst/>
                <a:cxnLst/>
                <a:rect l="l" t="t" r="r" b="b"/>
                <a:pathLst>
                  <a:path w="3304" h="1045" extrusionOk="0">
                    <a:moveTo>
                      <a:pt x="1600" y="0"/>
                    </a:moveTo>
                    <a:cubicBezTo>
                      <a:pt x="1175" y="0"/>
                      <a:pt x="749" y="117"/>
                      <a:pt x="368" y="355"/>
                    </a:cubicBezTo>
                    <a:cubicBezTo>
                      <a:pt x="101" y="556"/>
                      <a:pt x="1" y="756"/>
                      <a:pt x="68" y="856"/>
                    </a:cubicBezTo>
                    <a:cubicBezTo>
                      <a:pt x="130" y="965"/>
                      <a:pt x="308" y="994"/>
                      <a:pt x="559" y="994"/>
                    </a:cubicBezTo>
                    <a:cubicBezTo>
                      <a:pt x="845" y="994"/>
                      <a:pt x="1226" y="956"/>
                      <a:pt x="1635" y="956"/>
                    </a:cubicBezTo>
                    <a:cubicBezTo>
                      <a:pt x="2147" y="956"/>
                      <a:pt x="2614" y="1045"/>
                      <a:pt x="2918" y="1045"/>
                    </a:cubicBezTo>
                    <a:cubicBezTo>
                      <a:pt x="3070" y="1045"/>
                      <a:pt x="3181" y="1023"/>
                      <a:pt x="3236" y="956"/>
                    </a:cubicBezTo>
                    <a:cubicBezTo>
                      <a:pt x="3303" y="856"/>
                      <a:pt x="3203" y="622"/>
                      <a:pt x="2936" y="422"/>
                    </a:cubicBezTo>
                    <a:cubicBezTo>
                      <a:pt x="2534" y="142"/>
                      <a:pt x="2068" y="0"/>
                      <a:pt x="160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2305;p66">
                <a:extLst>
                  <a:ext uri="{FF2B5EF4-FFF2-40B4-BE49-F238E27FC236}">
                    <a16:creationId xmlns:a16="http://schemas.microsoft.com/office/drawing/2014/main" id="{DE16AAB3-C63D-2E26-49FF-55458A9BB460}"/>
                  </a:ext>
                </a:extLst>
              </p:cNvPr>
              <p:cNvSpPr/>
              <p:nvPr/>
            </p:nvSpPr>
            <p:spPr>
              <a:xfrm>
                <a:off x="1241120" y="2986902"/>
                <a:ext cx="86180" cy="29950"/>
              </a:xfrm>
              <a:custGeom>
                <a:avLst/>
                <a:gdLst/>
                <a:ahLst/>
                <a:cxnLst/>
                <a:rect l="l" t="t" r="r" b="b"/>
                <a:pathLst>
                  <a:path w="3804" h="1322" extrusionOk="0">
                    <a:moveTo>
                      <a:pt x="1873" y="0"/>
                    </a:moveTo>
                    <a:cubicBezTo>
                      <a:pt x="1368" y="0"/>
                      <a:pt x="863" y="159"/>
                      <a:pt x="435" y="477"/>
                    </a:cubicBezTo>
                    <a:cubicBezTo>
                      <a:pt x="101" y="744"/>
                      <a:pt x="1" y="1011"/>
                      <a:pt x="101" y="1111"/>
                    </a:cubicBezTo>
                    <a:cubicBezTo>
                      <a:pt x="156" y="1184"/>
                      <a:pt x="252" y="1207"/>
                      <a:pt x="384" y="1207"/>
                    </a:cubicBezTo>
                    <a:cubicBezTo>
                      <a:pt x="490" y="1207"/>
                      <a:pt x="619" y="1192"/>
                      <a:pt x="768" y="1177"/>
                    </a:cubicBezTo>
                    <a:cubicBezTo>
                      <a:pt x="1075" y="1122"/>
                      <a:pt x="1392" y="1095"/>
                      <a:pt x="1715" y="1095"/>
                    </a:cubicBezTo>
                    <a:cubicBezTo>
                      <a:pt x="2165" y="1095"/>
                      <a:pt x="2623" y="1147"/>
                      <a:pt x="3070" y="1244"/>
                    </a:cubicBezTo>
                    <a:cubicBezTo>
                      <a:pt x="3243" y="1283"/>
                      <a:pt x="3394" y="1321"/>
                      <a:pt x="3510" y="1321"/>
                    </a:cubicBezTo>
                    <a:cubicBezTo>
                      <a:pt x="3595" y="1321"/>
                      <a:pt x="3661" y="1301"/>
                      <a:pt x="3704" y="1244"/>
                    </a:cubicBezTo>
                    <a:cubicBezTo>
                      <a:pt x="3804" y="1144"/>
                      <a:pt x="3737" y="877"/>
                      <a:pt x="3437" y="577"/>
                    </a:cubicBezTo>
                    <a:cubicBezTo>
                      <a:pt x="2982" y="193"/>
                      <a:pt x="2427" y="0"/>
                      <a:pt x="187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2306;p66">
                <a:extLst>
                  <a:ext uri="{FF2B5EF4-FFF2-40B4-BE49-F238E27FC236}">
                    <a16:creationId xmlns:a16="http://schemas.microsoft.com/office/drawing/2014/main" id="{CB70DFAC-D6EB-5225-F72F-EB45BCB6BE4D}"/>
                  </a:ext>
                </a:extLst>
              </p:cNvPr>
              <p:cNvSpPr/>
              <p:nvPr/>
            </p:nvSpPr>
            <p:spPr>
              <a:xfrm>
                <a:off x="1058248" y="2811802"/>
                <a:ext cx="535066" cy="340844"/>
              </a:xfrm>
              <a:custGeom>
                <a:avLst/>
                <a:gdLst/>
                <a:ahLst/>
                <a:cxnLst/>
                <a:rect l="l" t="t" r="r" b="b"/>
                <a:pathLst>
                  <a:path w="23618" h="15045" extrusionOk="0">
                    <a:moveTo>
                      <a:pt x="17980" y="0"/>
                    </a:moveTo>
                    <a:lnTo>
                      <a:pt x="12143" y="600"/>
                    </a:lnTo>
                    <a:lnTo>
                      <a:pt x="6005" y="2402"/>
                    </a:lnTo>
                    <a:lnTo>
                      <a:pt x="534" y="5804"/>
                    </a:lnTo>
                    <a:cubicBezTo>
                      <a:pt x="534" y="5804"/>
                      <a:pt x="1" y="15044"/>
                      <a:pt x="2369" y="15044"/>
                    </a:cubicBezTo>
                    <a:cubicBezTo>
                      <a:pt x="4704" y="15011"/>
                      <a:pt x="3903" y="9140"/>
                      <a:pt x="3903" y="9140"/>
                    </a:cubicBezTo>
                    <a:cubicBezTo>
                      <a:pt x="6805" y="7939"/>
                      <a:pt x="6639" y="4837"/>
                      <a:pt x="7372" y="4170"/>
                    </a:cubicBezTo>
                    <a:cubicBezTo>
                      <a:pt x="7607" y="3935"/>
                      <a:pt x="8164" y="3824"/>
                      <a:pt x="8920" y="3824"/>
                    </a:cubicBezTo>
                    <a:cubicBezTo>
                      <a:pt x="10417" y="3824"/>
                      <a:pt x="12693" y="4261"/>
                      <a:pt x="14778" y="5037"/>
                    </a:cubicBezTo>
                    <a:cubicBezTo>
                      <a:pt x="16431" y="5679"/>
                      <a:pt x="18176" y="6003"/>
                      <a:pt x="19918" y="6003"/>
                    </a:cubicBezTo>
                    <a:cubicBezTo>
                      <a:pt x="21164" y="6003"/>
                      <a:pt x="22408" y="5838"/>
                      <a:pt x="23617" y="5504"/>
                    </a:cubicBezTo>
                    <a:lnTo>
                      <a:pt x="23617" y="1134"/>
                    </a:lnTo>
                    <a:lnTo>
                      <a:pt x="1798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2307;p66">
                <a:extLst>
                  <a:ext uri="{FF2B5EF4-FFF2-40B4-BE49-F238E27FC236}">
                    <a16:creationId xmlns:a16="http://schemas.microsoft.com/office/drawing/2014/main" id="{FDE19B5B-8465-E762-A11E-0D74A99309A6}"/>
                  </a:ext>
                </a:extLst>
              </p:cNvPr>
              <p:cNvSpPr/>
              <p:nvPr/>
            </p:nvSpPr>
            <p:spPr>
              <a:xfrm>
                <a:off x="1695307" y="3668138"/>
                <a:ext cx="1491786" cy="926408"/>
              </a:xfrm>
              <a:custGeom>
                <a:avLst/>
                <a:gdLst/>
                <a:ahLst/>
                <a:cxnLst/>
                <a:rect l="l" t="t" r="r" b="b"/>
                <a:pathLst>
                  <a:path w="65848" h="40892" extrusionOk="0">
                    <a:moveTo>
                      <a:pt x="46668" y="1"/>
                    </a:moveTo>
                    <a:cubicBezTo>
                      <a:pt x="46070" y="1"/>
                      <a:pt x="45631" y="735"/>
                      <a:pt x="46033" y="1396"/>
                    </a:cubicBezTo>
                    <a:cubicBezTo>
                      <a:pt x="46434" y="2230"/>
                      <a:pt x="46734" y="3130"/>
                      <a:pt x="46934" y="4098"/>
                    </a:cubicBezTo>
                    <a:cubicBezTo>
                      <a:pt x="47101" y="4832"/>
                      <a:pt x="47134" y="5599"/>
                      <a:pt x="47034" y="6333"/>
                    </a:cubicBezTo>
                    <a:cubicBezTo>
                      <a:pt x="46934" y="7233"/>
                      <a:pt x="46834" y="7967"/>
                      <a:pt x="46701" y="8568"/>
                    </a:cubicBezTo>
                    <a:cubicBezTo>
                      <a:pt x="43865" y="11903"/>
                      <a:pt x="35626" y="21177"/>
                      <a:pt x="25485" y="25546"/>
                    </a:cubicBezTo>
                    <a:cubicBezTo>
                      <a:pt x="25225" y="25660"/>
                      <a:pt x="24931" y="25713"/>
                      <a:pt x="24611" y="25713"/>
                    </a:cubicBezTo>
                    <a:cubicBezTo>
                      <a:pt x="20327" y="25713"/>
                      <a:pt x="11175" y="16273"/>
                      <a:pt x="11175" y="16273"/>
                    </a:cubicBezTo>
                    <a:lnTo>
                      <a:pt x="1" y="25847"/>
                    </a:lnTo>
                    <a:cubicBezTo>
                      <a:pt x="4837" y="30216"/>
                      <a:pt x="7139" y="33118"/>
                      <a:pt x="15645" y="38856"/>
                    </a:cubicBezTo>
                    <a:cubicBezTo>
                      <a:pt x="17739" y="40276"/>
                      <a:pt x="19997" y="40891"/>
                      <a:pt x="22339" y="40891"/>
                    </a:cubicBezTo>
                    <a:cubicBezTo>
                      <a:pt x="37602" y="40891"/>
                      <a:pt x="56408" y="14739"/>
                      <a:pt x="56408" y="14739"/>
                    </a:cubicBezTo>
                    <a:cubicBezTo>
                      <a:pt x="58809" y="12537"/>
                      <a:pt x="60244" y="10803"/>
                      <a:pt x="61911" y="9468"/>
                    </a:cubicBezTo>
                    <a:cubicBezTo>
                      <a:pt x="63980" y="7800"/>
                      <a:pt x="64713" y="6966"/>
                      <a:pt x="64380" y="6599"/>
                    </a:cubicBezTo>
                    <a:cubicBezTo>
                      <a:pt x="64253" y="6463"/>
                      <a:pt x="64175" y="6379"/>
                      <a:pt x="64045" y="6379"/>
                    </a:cubicBezTo>
                    <a:cubicBezTo>
                      <a:pt x="63698" y="6379"/>
                      <a:pt x="62977" y="6981"/>
                      <a:pt x="59943" y="8801"/>
                    </a:cubicBezTo>
                    <a:cubicBezTo>
                      <a:pt x="59943" y="8801"/>
                      <a:pt x="65848" y="5165"/>
                      <a:pt x="63946" y="4932"/>
                    </a:cubicBezTo>
                    <a:cubicBezTo>
                      <a:pt x="63932" y="4930"/>
                      <a:pt x="63918" y="4929"/>
                      <a:pt x="63901" y="4929"/>
                    </a:cubicBezTo>
                    <a:cubicBezTo>
                      <a:pt x="63546" y="4929"/>
                      <a:pt x="62658" y="5330"/>
                      <a:pt x="61683" y="5832"/>
                    </a:cubicBezTo>
                    <a:lnTo>
                      <a:pt x="61683" y="5832"/>
                    </a:lnTo>
                    <a:cubicBezTo>
                      <a:pt x="63075" y="4855"/>
                      <a:pt x="63490" y="4143"/>
                      <a:pt x="63279" y="3764"/>
                    </a:cubicBezTo>
                    <a:cubicBezTo>
                      <a:pt x="63224" y="3665"/>
                      <a:pt x="63103" y="3621"/>
                      <a:pt x="62931" y="3621"/>
                    </a:cubicBezTo>
                    <a:cubicBezTo>
                      <a:pt x="61967" y="3621"/>
                      <a:pt x="59408" y="5007"/>
                      <a:pt x="57932" y="5856"/>
                    </a:cubicBezTo>
                    <a:lnTo>
                      <a:pt x="57932" y="5856"/>
                    </a:lnTo>
                    <a:cubicBezTo>
                      <a:pt x="59335" y="5018"/>
                      <a:pt x="61643" y="3601"/>
                      <a:pt x="62078" y="3097"/>
                    </a:cubicBezTo>
                    <a:cubicBezTo>
                      <a:pt x="62529" y="2601"/>
                      <a:pt x="62142" y="2425"/>
                      <a:pt x="61534" y="2425"/>
                    </a:cubicBezTo>
                    <a:cubicBezTo>
                      <a:pt x="61243" y="2425"/>
                      <a:pt x="60901" y="2465"/>
                      <a:pt x="60577" y="2530"/>
                    </a:cubicBezTo>
                    <a:cubicBezTo>
                      <a:pt x="59476" y="2797"/>
                      <a:pt x="53239" y="5232"/>
                      <a:pt x="51404" y="5832"/>
                    </a:cubicBezTo>
                    <a:cubicBezTo>
                      <a:pt x="51251" y="5905"/>
                      <a:pt x="51093" y="5938"/>
                      <a:pt x="50937" y="5938"/>
                    </a:cubicBezTo>
                    <a:cubicBezTo>
                      <a:pt x="50448" y="5938"/>
                      <a:pt x="49988" y="5605"/>
                      <a:pt x="49836" y="5098"/>
                    </a:cubicBezTo>
                    <a:cubicBezTo>
                      <a:pt x="49469" y="2330"/>
                      <a:pt x="47701" y="362"/>
                      <a:pt x="46967" y="61"/>
                    </a:cubicBezTo>
                    <a:cubicBezTo>
                      <a:pt x="46865" y="20"/>
                      <a:pt x="46765" y="1"/>
                      <a:pt x="46668" y="1"/>
                    </a:cubicBezTo>
                    <a:close/>
                  </a:path>
                </a:pathLst>
              </a:custGeom>
              <a:solidFill>
                <a:srgbClr val="B78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2308;p66">
                <a:extLst>
                  <a:ext uri="{FF2B5EF4-FFF2-40B4-BE49-F238E27FC236}">
                    <a16:creationId xmlns:a16="http://schemas.microsoft.com/office/drawing/2014/main" id="{5F4A5CD5-447D-5954-3690-54119CAABD47}"/>
                  </a:ext>
                </a:extLst>
              </p:cNvPr>
              <p:cNvSpPr/>
              <p:nvPr/>
            </p:nvSpPr>
            <p:spPr>
              <a:xfrm>
                <a:off x="2996633" y="3821218"/>
                <a:ext cx="130017" cy="81286"/>
              </a:xfrm>
              <a:custGeom>
                <a:avLst/>
                <a:gdLst/>
                <a:ahLst/>
                <a:cxnLst/>
                <a:rect l="l" t="t" r="r" b="b"/>
                <a:pathLst>
                  <a:path w="5739" h="3588" extrusionOk="0">
                    <a:moveTo>
                      <a:pt x="5612" y="0"/>
                    </a:moveTo>
                    <a:cubicBezTo>
                      <a:pt x="5411" y="0"/>
                      <a:pt x="4176" y="702"/>
                      <a:pt x="2736" y="1610"/>
                    </a:cubicBezTo>
                    <a:cubicBezTo>
                      <a:pt x="1201" y="2578"/>
                      <a:pt x="1" y="3478"/>
                      <a:pt x="67" y="3579"/>
                    </a:cubicBezTo>
                    <a:cubicBezTo>
                      <a:pt x="69" y="3585"/>
                      <a:pt x="77" y="3588"/>
                      <a:pt x="89" y="3588"/>
                    </a:cubicBezTo>
                    <a:cubicBezTo>
                      <a:pt x="272" y="3588"/>
                      <a:pt x="1533" y="2914"/>
                      <a:pt x="2969" y="1977"/>
                    </a:cubicBezTo>
                    <a:cubicBezTo>
                      <a:pt x="4537" y="1010"/>
                      <a:pt x="5738" y="109"/>
                      <a:pt x="5638" y="9"/>
                    </a:cubicBezTo>
                    <a:cubicBezTo>
                      <a:pt x="5634" y="3"/>
                      <a:pt x="5625" y="0"/>
                      <a:pt x="5612" y="0"/>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2309;p66">
                <a:extLst>
                  <a:ext uri="{FF2B5EF4-FFF2-40B4-BE49-F238E27FC236}">
                    <a16:creationId xmlns:a16="http://schemas.microsoft.com/office/drawing/2014/main" id="{C7A2EB72-A594-4C24-4CAF-FD1483937579}"/>
                  </a:ext>
                </a:extLst>
              </p:cNvPr>
              <p:cNvSpPr/>
              <p:nvPr/>
            </p:nvSpPr>
            <p:spPr>
              <a:xfrm>
                <a:off x="2970942" y="3790226"/>
                <a:ext cx="142840" cy="79043"/>
              </a:xfrm>
              <a:custGeom>
                <a:avLst/>
                <a:gdLst/>
                <a:ahLst/>
                <a:cxnLst/>
                <a:rect l="l" t="t" r="r" b="b"/>
                <a:pathLst>
                  <a:path w="6305" h="3489" extrusionOk="0">
                    <a:moveTo>
                      <a:pt x="6215" y="0"/>
                    </a:moveTo>
                    <a:cubicBezTo>
                      <a:pt x="6020" y="0"/>
                      <a:pt x="4660" y="670"/>
                      <a:pt x="3036" y="1544"/>
                    </a:cubicBezTo>
                    <a:cubicBezTo>
                      <a:pt x="1335" y="2511"/>
                      <a:pt x="0" y="3345"/>
                      <a:pt x="67" y="3479"/>
                    </a:cubicBezTo>
                    <a:cubicBezTo>
                      <a:pt x="69" y="3485"/>
                      <a:pt x="77" y="3488"/>
                      <a:pt x="91" y="3488"/>
                    </a:cubicBezTo>
                    <a:cubicBezTo>
                      <a:pt x="289" y="3488"/>
                      <a:pt x="1677" y="2819"/>
                      <a:pt x="3269" y="1944"/>
                    </a:cubicBezTo>
                    <a:cubicBezTo>
                      <a:pt x="4971" y="977"/>
                      <a:pt x="6305" y="143"/>
                      <a:pt x="6238" y="10"/>
                    </a:cubicBezTo>
                    <a:cubicBezTo>
                      <a:pt x="6236" y="3"/>
                      <a:pt x="6228" y="0"/>
                      <a:pt x="6215" y="0"/>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2310;p66">
                <a:extLst>
                  <a:ext uri="{FF2B5EF4-FFF2-40B4-BE49-F238E27FC236}">
                    <a16:creationId xmlns:a16="http://schemas.microsoft.com/office/drawing/2014/main" id="{C93635F7-6879-3049-553A-BD65B00426BE}"/>
                  </a:ext>
                </a:extLst>
              </p:cNvPr>
              <p:cNvSpPr/>
              <p:nvPr/>
            </p:nvSpPr>
            <p:spPr>
              <a:xfrm>
                <a:off x="2944481" y="3761318"/>
                <a:ext cx="136814" cy="72451"/>
              </a:xfrm>
              <a:custGeom>
                <a:avLst/>
                <a:gdLst/>
                <a:ahLst/>
                <a:cxnLst/>
                <a:rect l="l" t="t" r="r" b="b"/>
                <a:pathLst>
                  <a:path w="6039" h="3198" extrusionOk="0">
                    <a:moveTo>
                      <a:pt x="5923" y="0"/>
                    </a:moveTo>
                    <a:cubicBezTo>
                      <a:pt x="5658" y="0"/>
                      <a:pt x="4391" y="596"/>
                      <a:pt x="2903" y="1386"/>
                    </a:cubicBezTo>
                    <a:cubicBezTo>
                      <a:pt x="1269" y="2286"/>
                      <a:pt x="1" y="3087"/>
                      <a:pt x="68" y="3187"/>
                    </a:cubicBezTo>
                    <a:cubicBezTo>
                      <a:pt x="72" y="3194"/>
                      <a:pt x="83" y="3197"/>
                      <a:pt x="100" y="3197"/>
                    </a:cubicBezTo>
                    <a:cubicBezTo>
                      <a:pt x="327" y="3197"/>
                      <a:pt x="1614" y="2593"/>
                      <a:pt x="3103" y="1786"/>
                    </a:cubicBezTo>
                    <a:cubicBezTo>
                      <a:pt x="4738" y="919"/>
                      <a:pt x="6039" y="118"/>
                      <a:pt x="5972" y="18"/>
                    </a:cubicBezTo>
                    <a:cubicBezTo>
                      <a:pt x="5966" y="6"/>
                      <a:pt x="5949" y="0"/>
                      <a:pt x="5923" y="0"/>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2311;p66">
                <a:extLst>
                  <a:ext uri="{FF2B5EF4-FFF2-40B4-BE49-F238E27FC236}">
                    <a16:creationId xmlns:a16="http://schemas.microsoft.com/office/drawing/2014/main" id="{75D99928-4C25-7155-B85E-9C6028390BB6}"/>
                  </a:ext>
                </a:extLst>
              </p:cNvPr>
              <p:cNvSpPr/>
              <p:nvPr/>
            </p:nvSpPr>
            <p:spPr>
              <a:xfrm>
                <a:off x="-705579" y="4215551"/>
                <a:ext cx="1555266" cy="661209"/>
              </a:xfrm>
              <a:custGeom>
                <a:avLst/>
                <a:gdLst/>
                <a:ahLst/>
                <a:cxnLst/>
                <a:rect l="l" t="t" r="r" b="b"/>
                <a:pathLst>
                  <a:path w="68650" h="29186" extrusionOk="0">
                    <a:moveTo>
                      <a:pt x="15832" y="0"/>
                    </a:moveTo>
                    <a:cubicBezTo>
                      <a:pt x="15638" y="0"/>
                      <a:pt x="15442" y="76"/>
                      <a:pt x="15279" y="249"/>
                    </a:cubicBezTo>
                    <a:cubicBezTo>
                      <a:pt x="14711" y="816"/>
                      <a:pt x="13911" y="3318"/>
                      <a:pt x="14678" y="6020"/>
                    </a:cubicBezTo>
                    <a:cubicBezTo>
                      <a:pt x="14778" y="6721"/>
                      <a:pt x="14211" y="7321"/>
                      <a:pt x="13511" y="7321"/>
                    </a:cubicBezTo>
                    <a:cubicBezTo>
                      <a:pt x="11609" y="7488"/>
                      <a:pt x="4904" y="7788"/>
                      <a:pt x="3804" y="7988"/>
                    </a:cubicBezTo>
                    <a:cubicBezTo>
                      <a:pt x="2803" y="8155"/>
                      <a:pt x="1736" y="8689"/>
                      <a:pt x="2636" y="9089"/>
                    </a:cubicBezTo>
                    <a:cubicBezTo>
                      <a:pt x="3270" y="9389"/>
                      <a:pt x="6239" y="9789"/>
                      <a:pt x="7840" y="9990"/>
                    </a:cubicBezTo>
                    <a:cubicBezTo>
                      <a:pt x="6781" y="9862"/>
                      <a:pt x="5093" y="9694"/>
                      <a:pt x="3771" y="9694"/>
                    </a:cubicBezTo>
                    <a:cubicBezTo>
                      <a:pt x="2677" y="9694"/>
                      <a:pt x="1832" y="9809"/>
                      <a:pt x="1802" y="10156"/>
                    </a:cubicBezTo>
                    <a:cubicBezTo>
                      <a:pt x="1769" y="10623"/>
                      <a:pt x="2469" y="11124"/>
                      <a:pt x="4204" y="11457"/>
                    </a:cubicBezTo>
                    <a:cubicBezTo>
                      <a:pt x="3663" y="11426"/>
                      <a:pt x="3144" y="11403"/>
                      <a:pt x="2712" y="11403"/>
                    </a:cubicBezTo>
                    <a:cubicBezTo>
                      <a:pt x="2212" y="11403"/>
                      <a:pt x="1830" y="11434"/>
                      <a:pt x="1669" y="11524"/>
                    </a:cubicBezTo>
                    <a:cubicBezTo>
                      <a:pt x="1" y="12491"/>
                      <a:pt x="6873" y="13459"/>
                      <a:pt x="6873" y="13459"/>
                    </a:cubicBezTo>
                    <a:cubicBezTo>
                      <a:pt x="4042" y="13085"/>
                      <a:pt x="2915" y="12851"/>
                      <a:pt x="2424" y="12851"/>
                    </a:cubicBezTo>
                    <a:cubicBezTo>
                      <a:pt x="2083" y="12851"/>
                      <a:pt x="2051" y="12965"/>
                      <a:pt x="1969" y="13225"/>
                    </a:cubicBezTo>
                    <a:cubicBezTo>
                      <a:pt x="1802" y="13692"/>
                      <a:pt x="2803" y="14159"/>
                      <a:pt x="5338" y="14893"/>
                    </a:cubicBezTo>
                    <a:cubicBezTo>
                      <a:pt x="7406" y="15460"/>
                      <a:pt x="9441" y="16461"/>
                      <a:pt x="12510" y="17495"/>
                    </a:cubicBezTo>
                    <a:cubicBezTo>
                      <a:pt x="12510" y="17495"/>
                      <a:pt x="32220" y="29185"/>
                      <a:pt x="46787" y="29185"/>
                    </a:cubicBezTo>
                    <a:cubicBezTo>
                      <a:pt x="52149" y="29185"/>
                      <a:pt x="56815" y="27601"/>
                      <a:pt x="59543" y="23266"/>
                    </a:cubicBezTo>
                    <a:cubicBezTo>
                      <a:pt x="64981" y="14593"/>
                      <a:pt x="65981" y="11024"/>
                      <a:pt x="68650" y="5086"/>
                    </a:cubicBezTo>
                    <a:lnTo>
                      <a:pt x="54573" y="783"/>
                    </a:lnTo>
                    <a:cubicBezTo>
                      <a:pt x="54573" y="783"/>
                      <a:pt x="49236" y="14993"/>
                      <a:pt x="45167" y="14993"/>
                    </a:cubicBezTo>
                    <a:cubicBezTo>
                      <a:pt x="45131" y="14993"/>
                      <a:pt x="45096" y="14993"/>
                      <a:pt x="45060" y="14993"/>
                    </a:cubicBezTo>
                    <a:cubicBezTo>
                      <a:pt x="34053" y="14993"/>
                      <a:pt x="22838" y="9850"/>
                      <a:pt x="18948" y="7921"/>
                    </a:cubicBezTo>
                    <a:cubicBezTo>
                      <a:pt x="18581" y="7421"/>
                      <a:pt x="18181" y="6787"/>
                      <a:pt x="17714" y="6020"/>
                    </a:cubicBezTo>
                    <a:cubicBezTo>
                      <a:pt x="17347" y="5353"/>
                      <a:pt x="17080" y="4652"/>
                      <a:pt x="16946" y="3885"/>
                    </a:cubicBezTo>
                    <a:cubicBezTo>
                      <a:pt x="16713" y="2985"/>
                      <a:pt x="16646" y="2017"/>
                      <a:pt x="16680" y="1083"/>
                    </a:cubicBezTo>
                    <a:cubicBezTo>
                      <a:pt x="16775" y="466"/>
                      <a:pt x="16311" y="0"/>
                      <a:pt x="15832" y="0"/>
                    </a:cubicBezTo>
                    <a:close/>
                  </a:path>
                </a:pathLst>
              </a:custGeom>
              <a:solidFill>
                <a:srgbClr val="B78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2312;p66">
                <a:extLst>
                  <a:ext uri="{FF2B5EF4-FFF2-40B4-BE49-F238E27FC236}">
                    <a16:creationId xmlns:a16="http://schemas.microsoft.com/office/drawing/2014/main" id="{A3F308C8-3A23-9C11-CF4A-5E0142696C22}"/>
                  </a:ext>
                </a:extLst>
              </p:cNvPr>
              <p:cNvSpPr/>
              <p:nvPr/>
            </p:nvSpPr>
            <p:spPr>
              <a:xfrm>
                <a:off x="-633785" y="4505240"/>
                <a:ext cx="149659" cy="25464"/>
              </a:xfrm>
              <a:custGeom>
                <a:avLst/>
                <a:gdLst/>
                <a:ahLst/>
                <a:cxnLst/>
                <a:rect l="l" t="t" r="r" b="b"/>
                <a:pathLst>
                  <a:path w="6606" h="1124" extrusionOk="0">
                    <a:moveTo>
                      <a:pt x="283" y="0"/>
                    </a:moveTo>
                    <a:cubicBezTo>
                      <a:pt x="109" y="0"/>
                      <a:pt x="9" y="13"/>
                      <a:pt x="1" y="38"/>
                    </a:cubicBezTo>
                    <a:cubicBezTo>
                      <a:pt x="1" y="171"/>
                      <a:pt x="1402" y="472"/>
                      <a:pt x="3270" y="772"/>
                    </a:cubicBezTo>
                    <a:cubicBezTo>
                      <a:pt x="4622" y="993"/>
                      <a:pt x="5793" y="1124"/>
                      <a:pt x="6315" y="1124"/>
                    </a:cubicBezTo>
                    <a:cubicBezTo>
                      <a:pt x="6502" y="1124"/>
                      <a:pt x="6606" y="1107"/>
                      <a:pt x="6606" y="1072"/>
                    </a:cubicBezTo>
                    <a:cubicBezTo>
                      <a:pt x="6606" y="972"/>
                      <a:pt x="5171" y="638"/>
                      <a:pt x="3337" y="338"/>
                    </a:cubicBezTo>
                    <a:cubicBezTo>
                      <a:pt x="1986" y="113"/>
                      <a:pt x="804" y="0"/>
                      <a:pt x="283" y="0"/>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2313;p66">
                <a:extLst>
                  <a:ext uri="{FF2B5EF4-FFF2-40B4-BE49-F238E27FC236}">
                    <a16:creationId xmlns:a16="http://schemas.microsoft.com/office/drawing/2014/main" id="{4FD97E69-0EF6-393B-8BC4-B8A9680B17A0}"/>
                  </a:ext>
                </a:extLst>
              </p:cNvPr>
              <p:cNvSpPr/>
              <p:nvPr/>
            </p:nvSpPr>
            <p:spPr>
              <a:xfrm>
                <a:off x="-634533" y="4471235"/>
                <a:ext cx="160239" cy="18351"/>
              </a:xfrm>
              <a:custGeom>
                <a:avLst/>
                <a:gdLst/>
                <a:ahLst/>
                <a:cxnLst/>
                <a:rect l="l" t="t" r="r" b="b"/>
                <a:pathLst>
                  <a:path w="7073" h="810" extrusionOk="0">
                    <a:moveTo>
                      <a:pt x="601" y="0"/>
                    </a:moveTo>
                    <a:cubicBezTo>
                      <a:pt x="232" y="0"/>
                      <a:pt x="13" y="22"/>
                      <a:pt x="1" y="71"/>
                    </a:cubicBezTo>
                    <a:cubicBezTo>
                      <a:pt x="1" y="205"/>
                      <a:pt x="1568" y="438"/>
                      <a:pt x="3503" y="638"/>
                    </a:cubicBezTo>
                    <a:cubicBezTo>
                      <a:pt x="4749" y="744"/>
                      <a:pt x="5848" y="809"/>
                      <a:pt x="6486" y="809"/>
                    </a:cubicBezTo>
                    <a:cubicBezTo>
                      <a:pt x="6857" y="809"/>
                      <a:pt x="7072" y="787"/>
                      <a:pt x="7072" y="738"/>
                    </a:cubicBezTo>
                    <a:cubicBezTo>
                      <a:pt x="7072" y="638"/>
                      <a:pt x="5504" y="371"/>
                      <a:pt x="3570" y="171"/>
                    </a:cubicBezTo>
                    <a:cubicBezTo>
                      <a:pt x="2324" y="66"/>
                      <a:pt x="1239" y="0"/>
                      <a:pt x="601" y="0"/>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2314;p66">
                <a:extLst>
                  <a:ext uri="{FF2B5EF4-FFF2-40B4-BE49-F238E27FC236}">
                    <a16:creationId xmlns:a16="http://schemas.microsoft.com/office/drawing/2014/main" id="{AC02894A-8794-7678-9B67-BA64C0012221}"/>
                  </a:ext>
                </a:extLst>
              </p:cNvPr>
              <p:cNvSpPr/>
              <p:nvPr/>
            </p:nvSpPr>
            <p:spPr>
              <a:xfrm>
                <a:off x="-616386" y="4431476"/>
                <a:ext cx="151902" cy="15723"/>
              </a:xfrm>
              <a:custGeom>
                <a:avLst/>
                <a:gdLst/>
                <a:ahLst/>
                <a:cxnLst/>
                <a:rect l="l" t="t" r="r" b="b"/>
                <a:pathLst>
                  <a:path w="6705" h="694" extrusionOk="0">
                    <a:moveTo>
                      <a:pt x="641" y="0"/>
                    </a:moveTo>
                    <a:cubicBezTo>
                      <a:pt x="239" y="0"/>
                      <a:pt x="0" y="19"/>
                      <a:pt x="0" y="58"/>
                    </a:cubicBezTo>
                    <a:cubicBezTo>
                      <a:pt x="0" y="192"/>
                      <a:pt x="1501" y="425"/>
                      <a:pt x="3336" y="559"/>
                    </a:cubicBezTo>
                    <a:cubicBezTo>
                      <a:pt x="4388" y="653"/>
                      <a:pt x="5325" y="694"/>
                      <a:pt x="5941" y="694"/>
                    </a:cubicBezTo>
                    <a:cubicBezTo>
                      <a:pt x="6419" y="694"/>
                      <a:pt x="6705" y="669"/>
                      <a:pt x="6705" y="625"/>
                    </a:cubicBezTo>
                    <a:cubicBezTo>
                      <a:pt x="6705" y="492"/>
                      <a:pt x="5204" y="292"/>
                      <a:pt x="3369" y="125"/>
                    </a:cubicBezTo>
                    <a:cubicBezTo>
                      <a:pt x="2258" y="44"/>
                      <a:pt x="1257" y="0"/>
                      <a:pt x="641" y="0"/>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2315;p66">
                <a:extLst>
                  <a:ext uri="{FF2B5EF4-FFF2-40B4-BE49-F238E27FC236}">
                    <a16:creationId xmlns:a16="http://schemas.microsoft.com/office/drawing/2014/main" id="{E8FFF3EA-23B1-D3C8-C5FA-DFA33675BDD8}"/>
                  </a:ext>
                </a:extLst>
              </p:cNvPr>
              <p:cNvSpPr/>
              <p:nvPr/>
            </p:nvSpPr>
            <p:spPr>
              <a:xfrm>
                <a:off x="347131" y="3641564"/>
                <a:ext cx="1883990" cy="1488003"/>
              </a:xfrm>
              <a:custGeom>
                <a:avLst/>
                <a:gdLst/>
                <a:ahLst/>
                <a:cxnLst/>
                <a:rect l="l" t="t" r="r" b="b"/>
                <a:pathLst>
                  <a:path w="83160" h="65681" extrusionOk="0">
                    <a:moveTo>
                      <a:pt x="33358" y="0"/>
                    </a:moveTo>
                    <a:cubicBezTo>
                      <a:pt x="30923" y="100"/>
                      <a:pt x="28954" y="834"/>
                      <a:pt x="26886" y="1268"/>
                    </a:cubicBezTo>
                    <a:cubicBezTo>
                      <a:pt x="20448" y="2502"/>
                      <a:pt x="15812" y="7172"/>
                      <a:pt x="14544" y="11509"/>
                    </a:cubicBezTo>
                    <a:lnTo>
                      <a:pt x="0" y="39929"/>
                    </a:lnTo>
                    <a:lnTo>
                      <a:pt x="12276" y="50236"/>
                    </a:lnTo>
                    <a:lnTo>
                      <a:pt x="23484" y="32423"/>
                    </a:lnTo>
                    <a:lnTo>
                      <a:pt x="24184" y="51370"/>
                    </a:lnTo>
                    <a:lnTo>
                      <a:pt x="23484" y="65547"/>
                    </a:lnTo>
                    <a:lnTo>
                      <a:pt x="66515" y="65681"/>
                    </a:lnTo>
                    <a:lnTo>
                      <a:pt x="64580" y="32457"/>
                    </a:lnTo>
                    <a:lnTo>
                      <a:pt x="76155" y="41864"/>
                    </a:lnTo>
                    <a:lnTo>
                      <a:pt x="83160" y="26753"/>
                    </a:lnTo>
                    <a:lnTo>
                      <a:pt x="65747" y="7305"/>
                    </a:lnTo>
                    <a:cubicBezTo>
                      <a:pt x="60877" y="2535"/>
                      <a:pt x="58275" y="1101"/>
                      <a:pt x="51537" y="300"/>
                    </a:cubicBezTo>
                    <a:cubicBezTo>
                      <a:pt x="50403" y="167"/>
                      <a:pt x="49536" y="67"/>
                      <a:pt x="48902" y="0"/>
                    </a:cubicBezTo>
                    <a:cubicBezTo>
                      <a:pt x="46367" y="801"/>
                      <a:pt x="43740" y="1201"/>
                      <a:pt x="41117" y="1201"/>
                    </a:cubicBezTo>
                    <a:cubicBezTo>
                      <a:pt x="38495" y="1201"/>
                      <a:pt x="35876" y="801"/>
                      <a:pt x="3335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2316;p66">
                <a:extLst>
                  <a:ext uri="{FF2B5EF4-FFF2-40B4-BE49-F238E27FC236}">
                    <a16:creationId xmlns:a16="http://schemas.microsoft.com/office/drawing/2014/main" id="{D9587B1A-C31C-DB46-2994-EF9CB547679C}"/>
                  </a:ext>
                </a:extLst>
              </p:cNvPr>
              <p:cNvSpPr/>
              <p:nvPr/>
            </p:nvSpPr>
            <p:spPr>
              <a:xfrm>
                <a:off x="878390" y="4106309"/>
                <a:ext cx="8337" cy="363522"/>
              </a:xfrm>
              <a:custGeom>
                <a:avLst/>
                <a:gdLst/>
                <a:ahLst/>
                <a:cxnLst/>
                <a:rect l="l" t="t" r="r" b="b"/>
                <a:pathLst>
                  <a:path w="368" h="16046" extrusionOk="0">
                    <a:moveTo>
                      <a:pt x="234" y="1"/>
                    </a:moveTo>
                    <a:cubicBezTo>
                      <a:pt x="167" y="201"/>
                      <a:pt x="167" y="401"/>
                      <a:pt x="167" y="635"/>
                    </a:cubicBezTo>
                    <a:cubicBezTo>
                      <a:pt x="134" y="1035"/>
                      <a:pt x="101" y="1602"/>
                      <a:pt x="101" y="2336"/>
                    </a:cubicBezTo>
                    <a:cubicBezTo>
                      <a:pt x="67" y="3804"/>
                      <a:pt x="67" y="5805"/>
                      <a:pt x="34" y="8007"/>
                    </a:cubicBezTo>
                    <a:cubicBezTo>
                      <a:pt x="1" y="10242"/>
                      <a:pt x="34" y="12243"/>
                      <a:pt x="34" y="13711"/>
                    </a:cubicBezTo>
                    <a:cubicBezTo>
                      <a:pt x="67" y="14445"/>
                      <a:pt x="67" y="15012"/>
                      <a:pt x="67" y="15412"/>
                    </a:cubicBezTo>
                    <a:cubicBezTo>
                      <a:pt x="67" y="15645"/>
                      <a:pt x="101" y="15846"/>
                      <a:pt x="134" y="16046"/>
                    </a:cubicBezTo>
                    <a:cubicBezTo>
                      <a:pt x="201" y="15846"/>
                      <a:pt x="201" y="15645"/>
                      <a:pt x="201" y="15412"/>
                    </a:cubicBezTo>
                    <a:cubicBezTo>
                      <a:pt x="234" y="15012"/>
                      <a:pt x="267" y="14445"/>
                      <a:pt x="267" y="13711"/>
                    </a:cubicBezTo>
                    <a:cubicBezTo>
                      <a:pt x="301" y="12243"/>
                      <a:pt x="301" y="10242"/>
                      <a:pt x="334" y="8040"/>
                    </a:cubicBezTo>
                    <a:cubicBezTo>
                      <a:pt x="367" y="5805"/>
                      <a:pt x="334" y="3804"/>
                      <a:pt x="334" y="2336"/>
                    </a:cubicBezTo>
                    <a:cubicBezTo>
                      <a:pt x="301" y="1602"/>
                      <a:pt x="301" y="1035"/>
                      <a:pt x="301" y="635"/>
                    </a:cubicBezTo>
                    <a:cubicBezTo>
                      <a:pt x="301" y="401"/>
                      <a:pt x="267" y="201"/>
                      <a:pt x="234" y="1"/>
                    </a:cubicBezTo>
                    <a:close/>
                  </a:path>
                </a:pathLst>
              </a:custGeom>
              <a:solidFill>
                <a:srgbClr val="1C4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2317;p66">
                <a:extLst>
                  <a:ext uri="{FF2B5EF4-FFF2-40B4-BE49-F238E27FC236}">
                    <a16:creationId xmlns:a16="http://schemas.microsoft.com/office/drawing/2014/main" id="{E212BF28-526C-ECE5-FFC2-C81237935BE0}"/>
                  </a:ext>
                </a:extLst>
              </p:cNvPr>
              <p:cNvSpPr/>
              <p:nvPr/>
            </p:nvSpPr>
            <p:spPr>
              <a:xfrm>
                <a:off x="1785995" y="4093463"/>
                <a:ext cx="40824" cy="564540"/>
              </a:xfrm>
              <a:custGeom>
                <a:avLst/>
                <a:gdLst/>
                <a:ahLst/>
                <a:cxnLst/>
                <a:rect l="l" t="t" r="r" b="b"/>
                <a:pathLst>
                  <a:path w="1802" h="24919" extrusionOk="0">
                    <a:moveTo>
                      <a:pt x="34" y="1"/>
                    </a:moveTo>
                    <a:cubicBezTo>
                      <a:pt x="0" y="334"/>
                      <a:pt x="0" y="635"/>
                      <a:pt x="34" y="968"/>
                    </a:cubicBezTo>
                    <a:cubicBezTo>
                      <a:pt x="67" y="1669"/>
                      <a:pt x="101" y="2569"/>
                      <a:pt x="167" y="3670"/>
                    </a:cubicBezTo>
                    <a:cubicBezTo>
                      <a:pt x="301" y="5905"/>
                      <a:pt x="501" y="9007"/>
                      <a:pt x="734" y="12443"/>
                    </a:cubicBezTo>
                    <a:cubicBezTo>
                      <a:pt x="1001" y="15912"/>
                      <a:pt x="1235" y="19014"/>
                      <a:pt x="1435" y="21283"/>
                    </a:cubicBezTo>
                    <a:cubicBezTo>
                      <a:pt x="1535" y="22350"/>
                      <a:pt x="1602" y="23251"/>
                      <a:pt x="1668" y="23951"/>
                    </a:cubicBezTo>
                    <a:cubicBezTo>
                      <a:pt x="1668" y="24285"/>
                      <a:pt x="1735" y="24585"/>
                      <a:pt x="1802" y="24919"/>
                    </a:cubicBezTo>
                    <a:cubicBezTo>
                      <a:pt x="1802" y="24585"/>
                      <a:pt x="1802" y="24285"/>
                      <a:pt x="1802" y="23951"/>
                    </a:cubicBezTo>
                    <a:cubicBezTo>
                      <a:pt x="1768" y="23284"/>
                      <a:pt x="1702" y="22350"/>
                      <a:pt x="1635" y="21283"/>
                    </a:cubicBezTo>
                    <a:cubicBezTo>
                      <a:pt x="1502" y="19014"/>
                      <a:pt x="1335" y="15912"/>
                      <a:pt x="1068" y="12443"/>
                    </a:cubicBezTo>
                    <a:cubicBezTo>
                      <a:pt x="801" y="9007"/>
                      <a:pt x="601" y="5905"/>
                      <a:pt x="401" y="3637"/>
                    </a:cubicBezTo>
                    <a:cubicBezTo>
                      <a:pt x="301" y="2536"/>
                      <a:pt x="234" y="1635"/>
                      <a:pt x="167" y="968"/>
                    </a:cubicBezTo>
                    <a:cubicBezTo>
                      <a:pt x="134" y="635"/>
                      <a:pt x="101" y="301"/>
                      <a:pt x="34" y="1"/>
                    </a:cubicBezTo>
                    <a:close/>
                  </a:path>
                </a:pathLst>
              </a:custGeom>
              <a:solidFill>
                <a:srgbClr val="1C4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2318;p66">
                <a:extLst>
                  <a:ext uri="{FF2B5EF4-FFF2-40B4-BE49-F238E27FC236}">
                    <a16:creationId xmlns:a16="http://schemas.microsoft.com/office/drawing/2014/main" id="{1BBCBD72-44E4-52AC-F6AE-DC511C2D6DC8}"/>
                  </a:ext>
                </a:extLst>
              </p:cNvPr>
              <p:cNvSpPr/>
              <p:nvPr/>
            </p:nvSpPr>
            <p:spPr>
              <a:xfrm>
                <a:off x="648646" y="3952912"/>
                <a:ext cx="1322508" cy="4554"/>
              </a:xfrm>
              <a:custGeom>
                <a:avLst/>
                <a:gdLst/>
                <a:ahLst/>
                <a:cxnLst/>
                <a:rect l="l" t="t" r="r" b="b"/>
                <a:pathLst>
                  <a:path w="58376" h="201" extrusionOk="0">
                    <a:moveTo>
                      <a:pt x="29188" y="0"/>
                    </a:moveTo>
                    <a:cubicBezTo>
                      <a:pt x="13077" y="0"/>
                      <a:pt x="1" y="34"/>
                      <a:pt x="1" y="101"/>
                    </a:cubicBezTo>
                    <a:cubicBezTo>
                      <a:pt x="1" y="167"/>
                      <a:pt x="13077" y="201"/>
                      <a:pt x="29188" y="201"/>
                    </a:cubicBezTo>
                    <a:cubicBezTo>
                      <a:pt x="45300" y="201"/>
                      <a:pt x="58376" y="167"/>
                      <a:pt x="58376" y="101"/>
                    </a:cubicBezTo>
                    <a:cubicBezTo>
                      <a:pt x="58376" y="34"/>
                      <a:pt x="45300" y="0"/>
                      <a:pt x="29188"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2319;p66">
                <a:extLst>
                  <a:ext uri="{FF2B5EF4-FFF2-40B4-BE49-F238E27FC236}">
                    <a16:creationId xmlns:a16="http://schemas.microsoft.com/office/drawing/2014/main" id="{632C6CCF-B2E5-A88E-29D0-C6CD0A30F258}"/>
                  </a:ext>
                </a:extLst>
              </p:cNvPr>
              <p:cNvSpPr/>
              <p:nvPr/>
            </p:nvSpPr>
            <p:spPr>
              <a:xfrm>
                <a:off x="461992" y="4344367"/>
                <a:ext cx="1611201" cy="5301"/>
              </a:xfrm>
              <a:custGeom>
                <a:avLst/>
                <a:gdLst/>
                <a:ahLst/>
                <a:cxnLst/>
                <a:rect l="l" t="t" r="r" b="b"/>
                <a:pathLst>
                  <a:path w="71119" h="234" extrusionOk="0">
                    <a:moveTo>
                      <a:pt x="35559" y="0"/>
                    </a:moveTo>
                    <a:cubicBezTo>
                      <a:pt x="15945" y="0"/>
                      <a:pt x="1" y="67"/>
                      <a:pt x="1" y="134"/>
                    </a:cubicBezTo>
                    <a:cubicBezTo>
                      <a:pt x="1" y="167"/>
                      <a:pt x="15945" y="234"/>
                      <a:pt x="35559" y="234"/>
                    </a:cubicBezTo>
                    <a:cubicBezTo>
                      <a:pt x="55207" y="234"/>
                      <a:pt x="71118" y="167"/>
                      <a:pt x="71118" y="134"/>
                    </a:cubicBezTo>
                    <a:cubicBezTo>
                      <a:pt x="71118" y="101"/>
                      <a:pt x="55207" y="0"/>
                      <a:pt x="35559"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2320;p66">
                <a:extLst>
                  <a:ext uri="{FF2B5EF4-FFF2-40B4-BE49-F238E27FC236}">
                    <a16:creationId xmlns:a16="http://schemas.microsoft.com/office/drawing/2014/main" id="{7DC8BD54-6F03-17D9-A269-24BDB437E6CF}"/>
                  </a:ext>
                </a:extLst>
              </p:cNvPr>
              <p:cNvSpPr/>
              <p:nvPr/>
            </p:nvSpPr>
            <p:spPr>
              <a:xfrm>
                <a:off x="898803" y="4791736"/>
                <a:ext cx="935584" cy="4576"/>
              </a:xfrm>
              <a:custGeom>
                <a:avLst/>
                <a:gdLst/>
                <a:ahLst/>
                <a:cxnLst/>
                <a:rect l="l" t="t" r="r" b="b"/>
                <a:pathLst>
                  <a:path w="41297" h="202" extrusionOk="0">
                    <a:moveTo>
                      <a:pt x="20648" y="1"/>
                    </a:moveTo>
                    <a:cubicBezTo>
                      <a:pt x="9240" y="1"/>
                      <a:pt x="0" y="34"/>
                      <a:pt x="0" y="101"/>
                    </a:cubicBezTo>
                    <a:cubicBezTo>
                      <a:pt x="0" y="168"/>
                      <a:pt x="9240" y="201"/>
                      <a:pt x="20648" y="201"/>
                    </a:cubicBezTo>
                    <a:cubicBezTo>
                      <a:pt x="32056" y="201"/>
                      <a:pt x="41296" y="168"/>
                      <a:pt x="41296" y="101"/>
                    </a:cubicBezTo>
                    <a:cubicBezTo>
                      <a:pt x="41296" y="34"/>
                      <a:pt x="32056" y="1"/>
                      <a:pt x="20648"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2321;p66">
                <a:extLst>
                  <a:ext uri="{FF2B5EF4-FFF2-40B4-BE49-F238E27FC236}">
                    <a16:creationId xmlns:a16="http://schemas.microsoft.com/office/drawing/2014/main" id="{A2D4DB75-F791-8F3C-9CF6-C0CB99726521}"/>
                  </a:ext>
                </a:extLst>
              </p:cNvPr>
              <p:cNvSpPr/>
              <p:nvPr/>
            </p:nvSpPr>
            <p:spPr>
              <a:xfrm>
                <a:off x="1000818" y="3658940"/>
                <a:ext cx="5301" cy="1469879"/>
              </a:xfrm>
              <a:custGeom>
                <a:avLst/>
                <a:gdLst/>
                <a:ahLst/>
                <a:cxnLst/>
                <a:rect l="l" t="t" r="r" b="b"/>
                <a:pathLst>
                  <a:path w="234" h="64881" extrusionOk="0">
                    <a:moveTo>
                      <a:pt x="134" y="0"/>
                    </a:moveTo>
                    <a:cubicBezTo>
                      <a:pt x="67" y="0"/>
                      <a:pt x="0" y="14511"/>
                      <a:pt x="0" y="32424"/>
                    </a:cubicBezTo>
                    <a:cubicBezTo>
                      <a:pt x="0" y="50337"/>
                      <a:pt x="67" y="64880"/>
                      <a:pt x="134" y="64880"/>
                    </a:cubicBezTo>
                    <a:cubicBezTo>
                      <a:pt x="167" y="64880"/>
                      <a:pt x="234" y="50370"/>
                      <a:pt x="234" y="32424"/>
                    </a:cubicBezTo>
                    <a:cubicBezTo>
                      <a:pt x="234" y="14511"/>
                      <a:pt x="167" y="0"/>
                      <a:pt x="134"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2322;p66">
                <a:extLst>
                  <a:ext uri="{FF2B5EF4-FFF2-40B4-BE49-F238E27FC236}">
                    <a16:creationId xmlns:a16="http://schemas.microsoft.com/office/drawing/2014/main" id="{996C7D47-DA26-D40A-6750-97ED3897C662}"/>
                  </a:ext>
                </a:extLst>
              </p:cNvPr>
              <p:cNvSpPr/>
              <p:nvPr/>
            </p:nvSpPr>
            <p:spPr>
              <a:xfrm>
                <a:off x="1559286" y="3669520"/>
                <a:ext cx="9832" cy="1444188"/>
              </a:xfrm>
              <a:custGeom>
                <a:avLst/>
                <a:gdLst/>
                <a:ahLst/>
                <a:cxnLst/>
                <a:rect l="l" t="t" r="r" b="b"/>
                <a:pathLst>
                  <a:path w="434" h="63747" extrusionOk="0">
                    <a:moveTo>
                      <a:pt x="0" y="0"/>
                    </a:moveTo>
                    <a:cubicBezTo>
                      <a:pt x="0" y="434"/>
                      <a:pt x="0" y="1068"/>
                      <a:pt x="0" y="1902"/>
                    </a:cubicBezTo>
                    <a:lnTo>
                      <a:pt x="0" y="8874"/>
                    </a:lnTo>
                    <a:cubicBezTo>
                      <a:pt x="0" y="14744"/>
                      <a:pt x="67" y="22917"/>
                      <a:pt x="134" y="31890"/>
                    </a:cubicBezTo>
                    <a:cubicBezTo>
                      <a:pt x="200" y="40863"/>
                      <a:pt x="301" y="48969"/>
                      <a:pt x="334" y="54873"/>
                    </a:cubicBezTo>
                    <a:cubicBezTo>
                      <a:pt x="367" y="57809"/>
                      <a:pt x="401" y="60177"/>
                      <a:pt x="401" y="61845"/>
                    </a:cubicBezTo>
                    <a:cubicBezTo>
                      <a:pt x="434" y="62679"/>
                      <a:pt x="434" y="63312"/>
                      <a:pt x="434" y="63746"/>
                    </a:cubicBezTo>
                    <a:lnTo>
                      <a:pt x="434" y="61845"/>
                    </a:lnTo>
                    <a:lnTo>
                      <a:pt x="434" y="54873"/>
                    </a:lnTo>
                    <a:cubicBezTo>
                      <a:pt x="434" y="48969"/>
                      <a:pt x="367" y="40863"/>
                      <a:pt x="301" y="31890"/>
                    </a:cubicBezTo>
                    <a:cubicBezTo>
                      <a:pt x="234" y="22884"/>
                      <a:pt x="134" y="14778"/>
                      <a:pt x="100" y="8874"/>
                    </a:cubicBezTo>
                    <a:cubicBezTo>
                      <a:pt x="67" y="5938"/>
                      <a:pt x="34" y="3570"/>
                      <a:pt x="34" y="1902"/>
                    </a:cubicBezTo>
                    <a:cubicBezTo>
                      <a:pt x="0" y="1068"/>
                      <a:pt x="0" y="434"/>
                      <a:pt x="0"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2323;p66">
                <a:extLst>
                  <a:ext uri="{FF2B5EF4-FFF2-40B4-BE49-F238E27FC236}">
                    <a16:creationId xmlns:a16="http://schemas.microsoft.com/office/drawing/2014/main" id="{CF729440-71C9-181B-C7FB-234C03153B82}"/>
                  </a:ext>
                </a:extLst>
              </p:cNvPr>
              <p:cNvSpPr/>
              <p:nvPr/>
            </p:nvSpPr>
            <p:spPr>
              <a:xfrm>
                <a:off x="1965853" y="3968770"/>
                <a:ext cx="5301" cy="532053"/>
              </a:xfrm>
              <a:custGeom>
                <a:avLst/>
                <a:gdLst/>
                <a:ahLst/>
                <a:cxnLst/>
                <a:rect l="l" t="t" r="r" b="b"/>
                <a:pathLst>
                  <a:path w="234" h="23485" extrusionOk="0">
                    <a:moveTo>
                      <a:pt x="134" y="1"/>
                    </a:moveTo>
                    <a:cubicBezTo>
                      <a:pt x="67" y="1"/>
                      <a:pt x="0" y="5271"/>
                      <a:pt x="0" y="11743"/>
                    </a:cubicBezTo>
                    <a:cubicBezTo>
                      <a:pt x="0" y="18214"/>
                      <a:pt x="67" y="23484"/>
                      <a:pt x="134" y="23484"/>
                    </a:cubicBezTo>
                    <a:cubicBezTo>
                      <a:pt x="201" y="23484"/>
                      <a:pt x="234" y="18214"/>
                      <a:pt x="234" y="11743"/>
                    </a:cubicBezTo>
                    <a:cubicBezTo>
                      <a:pt x="234" y="5238"/>
                      <a:pt x="167" y="1"/>
                      <a:pt x="134"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2324;p66">
                <a:extLst>
                  <a:ext uri="{FF2B5EF4-FFF2-40B4-BE49-F238E27FC236}">
                    <a16:creationId xmlns:a16="http://schemas.microsoft.com/office/drawing/2014/main" id="{7E12815B-0D3A-B80D-FB4F-43B7EE8AB937}"/>
                  </a:ext>
                </a:extLst>
              </p:cNvPr>
              <p:cNvSpPr/>
              <p:nvPr/>
            </p:nvSpPr>
            <p:spPr>
              <a:xfrm>
                <a:off x="558728" y="4107826"/>
                <a:ext cx="4554" cy="501808"/>
              </a:xfrm>
              <a:custGeom>
                <a:avLst/>
                <a:gdLst/>
                <a:ahLst/>
                <a:cxnLst/>
                <a:rect l="l" t="t" r="r" b="b"/>
                <a:pathLst>
                  <a:path w="201" h="22150" extrusionOk="0">
                    <a:moveTo>
                      <a:pt x="101" y="1"/>
                    </a:moveTo>
                    <a:cubicBezTo>
                      <a:pt x="34" y="1"/>
                      <a:pt x="0" y="4971"/>
                      <a:pt x="0" y="11075"/>
                    </a:cubicBezTo>
                    <a:cubicBezTo>
                      <a:pt x="0" y="17180"/>
                      <a:pt x="34" y="22150"/>
                      <a:pt x="101" y="22150"/>
                    </a:cubicBezTo>
                    <a:cubicBezTo>
                      <a:pt x="167" y="22150"/>
                      <a:pt x="201" y="17180"/>
                      <a:pt x="201" y="11075"/>
                    </a:cubicBezTo>
                    <a:cubicBezTo>
                      <a:pt x="201" y="4971"/>
                      <a:pt x="167" y="1"/>
                      <a:pt x="101"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2325;p66">
                <a:extLst>
                  <a:ext uri="{FF2B5EF4-FFF2-40B4-BE49-F238E27FC236}">
                    <a16:creationId xmlns:a16="http://schemas.microsoft.com/office/drawing/2014/main" id="{027D93B3-FF1C-FCFC-6BA2-638986D42E75}"/>
                  </a:ext>
                </a:extLst>
              </p:cNvPr>
              <p:cNvSpPr/>
              <p:nvPr/>
            </p:nvSpPr>
            <p:spPr>
              <a:xfrm>
                <a:off x="1065815" y="3541814"/>
                <a:ext cx="465538" cy="219935"/>
              </a:xfrm>
              <a:custGeom>
                <a:avLst/>
                <a:gdLst/>
                <a:ahLst/>
                <a:cxnLst/>
                <a:rect l="l" t="t" r="r" b="b"/>
                <a:pathLst>
                  <a:path w="20549" h="9708" extrusionOk="0">
                    <a:moveTo>
                      <a:pt x="2402" y="0"/>
                    </a:moveTo>
                    <a:lnTo>
                      <a:pt x="0" y="4970"/>
                    </a:lnTo>
                    <a:lnTo>
                      <a:pt x="0" y="5571"/>
                    </a:lnTo>
                    <a:lnTo>
                      <a:pt x="7706" y="9707"/>
                    </a:lnTo>
                    <a:lnTo>
                      <a:pt x="12843" y="9707"/>
                    </a:lnTo>
                    <a:lnTo>
                      <a:pt x="20548" y="4703"/>
                    </a:lnTo>
                    <a:lnTo>
                      <a:pt x="17846" y="300"/>
                    </a:lnTo>
                    <a:lnTo>
                      <a:pt x="10174" y="5471"/>
                    </a:lnTo>
                    <a:lnTo>
                      <a:pt x="240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2326;p66">
                <a:extLst>
                  <a:ext uri="{FF2B5EF4-FFF2-40B4-BE49-F238E27FC236}">
                    <a16:creationId xmlns:a16="http://schemas.microsoft.com/office/drawing/2014/main" id="{9A455A9D-F344-CDFE-B099-FA9C91139498}"/>
                  </a:ext>
                </a:extLst>
              </p:cNvPr>
              <p:cNvSpPr/>
              <p:nvPr/>
            </p:nvSpPr>
            <p:spPr>
              <a:xfrm>
                <a:off x="1068828" y="3645347"/>
                <a:ext cx="227502" cy="152672"/>
              </a:xfrm>
              <a:custGeom>
                <a:avLst/>
                <a:gdLst/>
                <a:ahLst/>
                <a:cxnLst/>
                <a:rect l="l" t="t" r="r" b="b"/>
                <a:pathLst>
                  <a:path w="10042" h="6739" extrusionOk="0">
                    <a:moveTo>
                      <a:pt x="1" y="0"/>
                    </a:moveTo>
                    <a:lnTo>
                      <a:pt x="1" y="0"/>
                    </a:lnTo>
                    <a:cubicBezTo>
                      <a:pt x="101" y="200"/>
                      <a:pt x="201" y="367"/>
                      <a:pt x="334" y="534"/>
                    </a:cubicBezTo>
                    <a:cubicBezTo>
                      <a:pt x="568" y="867"/>
                      <a:pt x="935" y="1334"/>
                      <a:pt x="1402" y="1901"/>
                    </a:cubicBezTo>
                    <a:cubicBezTo>
                      <a:pt x="2302" y="3036"/>
                      <a:pt x="3603" y="4570"/>
                      <a:pt x="5171" y="6204"/>
                    </a:cubicBezTo>
                    <a:lnTo>
                      <a:pt x="5605" y="6671"/>
                    </a:lnTo>
                    <a:lnTo>
                      <a:pt x="5671" y="6738"/>
                    </a:lnTo>
                    <a:lnTo>
                      <a:pt x="5738" y="6671"/>
                    </a:lnTo>
                    <a:cubicBezTo>
                      <a:pt x="6105" y="6305"/>
                      <a:pt x="6405" y="5871"/>
                      <a:pt x="6639" y="5404"/>
                    </a:cubicBezTo>
                    <a:cubicBezTo>
                      <a:pt x="6872" y="4970"/>
                      <a:pt x="7072" y="4570"/>
                      <a:pt x="7239" y="4136"/>
                    </a:cubicBezTo>
                    <a:cubicBezTo>
                      <a:pt x="7539" y="3402"/>
                      <a:pt x="7906" y="2702"/>
                      <a:pt x="8306" y="2068"/>
                    </a:cubicBezTo>
                    <a:cubicBezTo>
                      <a:pt x="8573" y="1601"/>
                      <a:pt x="9007" y="1268"/>
                      <a:pt x="9474" y="1067"/>
                    </a:cubicBezTo>
                    <a:cubicBezTo>
                      <a:pt x="9607" y="1001"/>
                      <a:pt x="9741" y="967"/>
                      <a:pt x="9908" y="967"/>
                    </a:cubicBezTo>
                    <a:cubicBezTo>
                      <a:pt x="9941" y="967"/>
                      <a:pt x="9974" y="934"/>
                      <a:pt x="10041" y="934"/>
                    </a:cubicBezTo>
                    <a:cubicBezTo>
                      <a:pt x="10041" y="917"/>
                      <a:pt x="10024" y="909"/>
                      <a:pt x="9995" y="909"/>
                    </a:cubicBezTo>
                    <a:cubicBezTo>
                      <a:pt x="9966" y="909"/>
                      <a:pt x="9924" y="917"/>
                      <a:pt x="9874" y="934"/>
                    </a:cubicBezTo>
                    <a:cubicBezTo>
                      <a:pt x="9741" y="934"/>
                      <a:pt x="9574" y="967"/>
                      <a:pt x="9441" y="1001"/>
                    </a:cubicBezTo>
                    <a:cubicBezTo>
                      <a:pt x="8940" y="1168"/>
                      <a:pt x="8507" y="1534"/>
                      <a:pt x="8206" y="1968"/>
                    </a:cubicBezTo>
                    <a:cubicBezTo>
                      <a:pt x="7773" y="2635"/>
                      <a:pt x="7372" y="3336"/>
                      <a:pt x="7072" y="4070"/>
                    </a:cubicBezTo>
                    <a:cubicBezTo>
                      <a:pt x="6872" y="4470"/>
                      <a:pt x="6705" y="4904"/>
                      <a:pt x="6472" y="5304"/>
                    </a:cubicBezTo>
                    <a:cubicBezTo>
                      <a:pt x="6257" y="5734"/>
                      <a:pt x="6014" y="6107"/>
                      <a:pt x="5690" y="6424"/>
                    </a:cubicBezTo>
                    <a:lnTo>
                      <a:pt x="5690" y="6424"/>
                    </a:lnTo>
                    <a:lnTo>
                      <a:pt x="5304" y="6038"/>
                    </a:lnTo>
                    <a:cubicBezTo>
                      <a:pt x="3770" y="4437"/>
                      <a:pt x="2436" y="2935"/>
                      <a:pt x="1502" y="1801"/>
                    </a:cubicBezTo>
                    <a:lnTo>
                      <a:pt x="401" y="467"/>
                    </a:lnTo>
                    <a:cubicBezTo>
                      <a:pt x="267" y="300"/>
                      <a:pt x="134" y="167"/>
                      <a:pt x="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2327;p66">
                <a:extLst>
                  <a:ext uri="{FF2B5EF4-FFF2-40B4-BE49-F238E27FC236}">
                    <a16:creationId xmlns:a16="http://schemas.microsoft.com/office/drawing/2014/main" id="{E3C9954E-DBDD-F8E4-A1EB-48F5EF772083}"/>
                  </a:ext>
                </a:extLst>
              </p:cNvPr>
              <p:cNvSpPr/>
              <p:nvPr/>
            </p:nvSpPr>
            <p:spPr>
              <a:xfrm>
                <a:off x="1296307" y="3650626"/>
                <a:ext cx="232010" cy="141345"/>
              </a:xfrm>
              <a:custGeom>
                <a:avLst/>
                <a:gdLst/>
                <a:ahLst/>
                <a:cxnLst/>
                <a:rect l="l" t="t" r="r" b="b"/>
                <a:pathLst>
                  <a:path w="10241" h="6239" extrusionOk="0">
                    <a:moveTo>
                      <a:pt x="10241" y="1"/>
                    </a:moveTo>
                    <a:lnTo>
                      <a:pt x="10241" y="1"/>
                    </a:lnTo>
                    <a:cubicBezTo>
                      <a:pt x="10074" y="134"/>
                      <a:pt x="9940" y="267"/>
                      <a:pt x="9807" y="434"/>
                    </a:cubicBezTo>
                    <a:cubicBezTo>
                      <a:pt x="9540" y="734"/>
                      <a:pt x="9140" y="1168"/>
                      <a:pt x="8606" y="1668"/>
                    </a:cubicBezTo>
                    <a:cubicBezTo>
                      <a:pt x="7272" y="2969"/>
                      <a:pt x="5838" y="4170"/>
                      <a:pt x="4303" y="5271"/>
                    </a:cubicBezTo>
                    <a:cubicBezTo>
                      <a:pt x="4022" y="5468"/>
                      <a:pt x="3740" y="5665"/>
                      <a:pt x="3479" y="5842"/>
                    </a:cubicBezTo>
                    <a:lnTo>
                      <a:pt x="3479" y="5842"/>
                    </a:lnTo>
                    <a:cubicBezTo>
                      <a:pt x="3368" y="5007"/>
                      <a:pt x="3142" y="4176"/>
                      <a:pt x="2802" y="3403"/>
                    </a:cubicBezTo>
                    <a:cubicBezTo>
                      <a:pt x="2569" y="2736"/>
                      <a:pt x="2202" y="2102"/>
                      <a:pt x="1701" y="1535"/>
                    </a:cubicBezTo>
                    <a:cubicBezTo>
                      <a:pt x="1401" y="1168"/>
                      <a:pt x="1001" y="868"/>
                      <a:pt x="534" y="734"/>
                    </a:cubicBezTo>
                    <a:cubicBezTo>
                      <a:pt x="400" y="701"/>
                      <a:pt x="267" y="668"/>
                      <a:pt x="133" y="668"/>
                    </a:cubicBezTo>
                    <a:cubicBezTo>
                      <a:pt x="89" y="668"/>
                      <a:pt x="45" y="653"/>
                      <a:pt x="20" y="653"/>
                    </a:cubicBezTo>
                    <a:cubicBezTo>
                      <a:pt x="7" y="653"/>
                      <a:pt x="0" y="657"/>
                      <a:pt x="0" y="668"/>
                    </a:cubicBezTo>
                    <a:cubicBezTo>
                      <a:pt x="0" y="701"/>
                      <a:pt x="200" y="701"/>
                      <a:pt x="500" y="801"/>
                    </a:cubicBezTo>
                    <a:cubicBezTo>
                      <a:pt x="934" y="968"/>
                      <a:pt x="1334" y="1268"/>
                      <a:pt x="1601" y="1635"/>
                    </a:cubicBezTo>
                    <a:cubicBezTo>
                      <a:pt x="2035" y="2202"/>
                      <a:pt x="2402" y="2803"/>
                      <a:pt x="2635" y="3470"/>
                    </a:cubicBezTo>
                    <a:cubicBezTo>
                      <a:pt x="2969" y="4304"/>
                      <a:pt x="3169" y="5171"/>
                      <a:pt x="3269" y="6038"/>
                    </a:cubicBezTo>
                    <a:lnTo>
                      <a:pt x="3269" y="6238"/>
                    </a:lnTo>
                    <a:lnTo>
                      <a:pt x="3436" y="6138"/>
                    </a:lnTo>
                    <a:cubicBezTo>
                      <a:pt x="3736" y="5905"/>
                      <a:pt x="4070" y="5671"/>
                      <a:pt x="4437" y="5438"/>
                    </a:cubicBezTo>
                    <a:cubicBezTo>
                      <a:pt x="5971" y="4370"/>
                      <a:pt x="7405" y="3136"/>
                      <a:pt x="8706" y="1768"/>
                    </a:cubicBezTo>
                    <a:cubicBezTo>
                      <a:pt x="9207" y="1235"/>
                      <a:pt x="9607" y="801"/>
                      <a:pt x="9874" y="501"/>
                    </a:cubicBezTo>
                    <a:cubicBezTo>
                      <a:pt x="10007" y="334"/>
                      <a:pt x="10141" y="167"/>
                      <a:pt x="1024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2328;p66">
                <a:extLst>
                  <a:ext uri="{FF2B5EF4-FFF2-40B4-BE49-F238E27FC236}">
                    <a16:creationId xmlns:a16="http://schemas.microsoft.com/office/drawing/2014/main" id="{99047823-66B9-354F-C1B7-A38879F451D6}"/>
                  </a:ext>
                </a:extLst>
              </p:cNvPr>
              <p:cNvSpPr/>
              <p:nvPr/>
            </p:nvSpPr>
            <p:spPr>
              <a:xfrm>
                <a:off x="1297055" y="3674051"/>
                <a:ext cx="68033" cy="1454768"/>
              </a:xfrm>
              <a:custGeom>
                <a:avLst/>
                <a:gdLst/>
                <a:ahLst/>
                <a:cxnLst/>
                <a:rect l="l" t="t" r="r" b="b"/>
                <a:pathLst>
                  <a:path w="3003" h="64214" extrusionOk="0">
                    <a:moveTo>
                      <a:pt x="0" y="1"/>
                    </a:moveTo>
                    <a:cubicBezTo>
                      <a:pt x="0" y="34"/>
                      <a:pt x="0" y="101"/>
                      <a:pt x="0" y="167"/>
                    </a:cubicBezTo>
                    <a:cubicBezTo>
                      <a:pt x="0" y="267"/>
                      <a:pt x="34" y="434"/>
                      <a:pt x="34" y="634"/>
                    </a:cubicBezTo>
                    <a:cubicBezTo>
                      <a:pt x="67" y="1101"/>
                      <a:pt x="134" y="1702"/>
                      <a:pt x="167" y="2502"/>
                    </a:cubicBezTo>
                    <a:cubicBezTo>
                      <a:pt x="301" y="4137"/>
                      <a:pt x="501" y="6505"/>
                      <a:pt x="734" y="9374"/>
                    </a:cubicBezTo>
                    <a:cubicBezTo>
                      <a:pt x="1168" y="15178"/>
                      <a:pt x="1735" y="23217"/>
                      <a:pt x="2135" y="32057"/>
                    </a:cubicBezTo>
                    <a:cubicBezTo>
                      <a:pt x="2536" y="40930"/>
                      <a:pt x="2736" y="48969"/>
                      <a:pt x="2802" y="54807"/>
                    </a:cubicBezTo>
                    <a:cubicBezTo>
                      <a:pt x="2869" y="57709"/>
                      <a:pt x="2902" y="60044"/>
                      <a:pt x="2902" y="61678"/>
                    </a:cubicBezTo>
                    <a:cubicBezTo>
                      <a:pt x="2936" y="62479"/>
                      <a:pt x="2936" y="63112"/>
                      <a:pt x="2936" y="63546"/>
                    </a:cubicBezTo>
                    <a:lnTo>
                      <a:pt x="2936" y="64046"/>
                    </a:lnTo>
                    <a:lnTo>
                      <a:pt x="2936" y="64213"/>
                    </a:lnTo>
                    <a:cubicBezTo>
                      <a:pt x="2936" y="64147"/>
                      <a:pt x="2969" y="64113"/>
                      <a:pt x="2969" y="64046"/>
                    </a:cubicBezTo>
                    <a:lnTo>
                      <a:pt x="2969" y="63546"/>
                    </a:lnTo>
                    <a:lnTo>
                      <a:pt x="2969" y="61678"/>
                    </a:lnTo>
                    <a:cubicBezTo>
                      <a:pt x="3003" y="60044"/>
                      <a:pt x="3003" y="57709"/>
                      <a:pt x="2969" y="54807"/>
                    </a:cubicBezTo>
                    <a:cubicBezTo>
                      <a:pt x="2936" y="48969"/>
                      <a:pt x="2769" y="40930"/>
                      <a:pt x="2369" y="32057"/>
                    </a:cubicBezTo>
                    <a:cubicBezTo>
                      <a:pt x="1968" y="23184"/>
                      <a:pt x="1368" y="15178"/>
                      <a:pt x="901" y="9374"/>
                    </a:cubicBezTo>
                    <a:cubicBezTo>
                      <a:pt x="634" y="6472"/>
                      <a:pt x="434" y="4137"/>
                      <a:pt x="267" y="2502"/>
                    </a:cubicBezTo>
                    <a:cubicBezTo>
                      <a:pt x="201" y="1702"/>
                      <a:pt x="134" y="1068"/>
                      <a:pt x="67" y="634"/>
                    </a:cubicBezTo>
                    <a:cubicBezTo>
                      <a:pt x="67" y="434"/>
                      <a:pt x="67" y="267"/>
                      <a:pt x="34" y="167"/>
                    </a:cubicBezTo>
                    <a:cubicBezTo>
                      <a:pt x="0" y="34"/>
                      <a:pt x="0" y="1"/>
                      <a:pt x="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2329;p66">
                <a:extLst>
                  <a:ext uri="{FF2B5EF4-FFF2-40B4-BE49-F238E27FC236}">
                    <a16:creationId xmlns:a16="http://schemas.microsoft.com/office/drawing/2014/main" id="{5BD0C9C4-5F32-91ED-3C98-36CA54DBDF3C}"/>
                  </a:ext>
                </a:extLst>
              </p:cNvPr>
              <p:cNvSpPr/>
              <p:nvPr/>
            </p:nvSpPr>
            <p:spPr>
              <a:xfrm>
                <a:off x="1291754" y="3665737"/>
                <a:ext cx="224466" cy="175350"/>
              </a:xfrm>
              <a:custGeom>
                <a:avLst/>
                <a:gdLst/>
                <a:ahLst/>
                <a:cxnLst/>
                <a:rect l="l" t="t" r="r" b="b"/>
                <a:pathLst>
                  <a:path w="9908" h="7740" extrusionOk="0">
                    <a:moveTo>
                      <a:pt x="9841" y="1"/>
                    </a:moveTo>
                    <a:lnTo>
                      <a:pt x="9841" y="1"/>
                    </a:lnTo>
                    <a:cubicBezTo>
                      <a:pt x="7840" y="2169"/>
                      <a:pt x="5805" y="3436"/>
                      <a:pt x="3603" y="5138"/>
                    </a:cubicBezTo>
                    <a:cubicBezTo>
                      <a:pt x="3470" y="4004"/>
                      <a:pt x="3070" y="2903"/>
                      <a:pt x="2503" y="1902"/>
                    </a:cubicBezTo>
                    <a:cubicBezTo>
                      <a:pt x="1970" y="962"/>
                      <a:pt x="1231" y="22"/>
                      <a:pt x="204" y="22"/>
                    </a:cubicBezTo>
                    <a:cubicBezTo>
                      <a:pt x="137" y="22"/>
                      <a:pt x="70" y="26"/>
                      <a:pt x="1" y="34"/>
                    </a:cubicBezTo>
                    <a:cubicBezTo>
                      <a:pt x="968" y="568"/>
                      <a:pt x="1302" y="1769"/>
                      <a:pt x="1302" y="2836"/>
                    </a:cubicBezTo>
                    <a:cubicBezTo>
                      <a:pt x="1335" y="3903"/>
                      <a:pt x="1068" y="5004"/>
                      <a:pt x="1168" y="6105"/>
                    </a:cubicBezTo>
                    <a:cubicBezTo>
                      <a:pt x="1135" y="6672"/>
                      <a:pt x="1435" y="7206"/>
                      <a:pt x="1869" y="7573"/>
                    </a:cubicBezTo>
                    <a:cubicBezTo>
                      <a:pt x="2066" y="7691"/>
                      <a:pt x="2278" y="7739"/>
                      <a:pt x="2495" y="7739"/>
                    </a:cubicBezTo>
                    <a:cubicBezTo>
                      <a:pt x="3014" y="7739"/>
                      <a:pt x="3567" y="7464"/>
                      <a:pt x="4037" y="7206"/>
                    </a:cubicBezTo>
                    <a:cubicBezTo>
                      <a:pt x="5505" y="6405"/>
                      <a:pt x="6973" y="5605"/>
                      <a:pt x="8173" y="4437"/>
                    </a:cubicBezTo>
                    <a:cubicBezTo>
                      <a:pt x="9308" y="3270"/>
                      <a:pt x="9908" y="1669"/>
                      <a:pt x="9841" y="1"/>
                    </a:cubicBezTo>
                    <a:close/>
                  </a:path>
                </a:pathLst>
              </a:custGeom>
              <a:solidFill>
                <a:srgbClr val="0737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2330;p66">
                <a:extLst>
                  <a:ext uri="{FF2B5EF4-FFF2-40B4-BE49-F238E27FC236}">
                    <a16:creationId xmlns:a16="http://schemas.microsoft.com/office/drawing/2014/main" id="{4B04A32D-BEBB-E1E9-D7FC-6CF42DAB4A8D}"/>
                  </a:ext>
                </a:extLst>
              </p:cNvPr>
              <p:cNvSpPr/>
              <p:nvPr/>
            </p:nvSpPr>
            <p:spPr>
              <a:xfrm>
                <a:off x="1130042" y="3679352"/>
                <a:ext cx="135296" cy="144652"/>
              </a:xfrm>
              <a:custGeom>
                <a:avLst/>
                <a:gdLst/>
                <a:ahLst/>
                <a:cxnLst/>
                <a:rect l="l" t="t" r="r" b="b"/>
                <a:pathLst>
                  <a:path w="5972" h="6385" extrusionOk="0">
                    <a:moveTo>
                      <a:pt x="5971" y="0"/>
                    </a:moveTo>
                    <a:lnTo>
                      <a:pt x="5971" y="0"/>
                    </a:lnTo>
                    <a:cubicBezTo>
                      <a:pt x="4837" y="1301"/>
                      <a:pt x="4170" y="3636"/>
                      <a:pt x="2969" y="5204"/>
                    </a:cubicBezTo>
                    <a:cubicBezTo>
                      <a:pt x="1702" y="4437"/>
                      <a:pt x="1001" y="3069"/>
                      <a:pt x="101" y="1901"/>
                    </a:cubicBezTo>
                    <a:lnTo>
                      <a:pt x="0" y="1901"/>
                    </a:lnTo>
                    <a:cubicBezTo>
                      <a:pt x="734" y="3336"/>
                      <a:pt x="1502" y="4804"/>
                      <a:pt x="2802" y="5838"/>
                    </a:cubicBezTo>
                    <a:cubicBezTo>
                      <a:pt x="3168" y="6134"/>
                      <a:pt x="3673" y="6384"/>
                      <a:pt x="4149" y="6384"/>
                    </a:cubicBezTo>
                    <a:cubicBezTo>
                      <a:pt x="4368" y="6384"/>
                      <a:pt x="4581" y="6331"/>
                      <a:pt x="4771" y="6205"/>
                    </a:cubicBezTo>
                    <a:cubicBezTo>
                      <a:pt x="5238" y="5871"/>
                      <a:pt x="5304" y="5204"/>
                      <a:pt x="5338" y="4637"/>
                    </a:cubicBezTo>
                    <a:cubicBezTo>
                      <a:pt x="5438" y="3169"/>
                      <a:pt x="5871" y="1468"/>
                      <a:pt x="5971" y="0"/>
                    </a:cubicBezTo>
                    <a:close/>
                  </a:path>
                </a:pathLst>
              </a:custGeom>
              <a:solidFill>
                <a:srgbClr val="0737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2331;p66">
                <a:extLst>
                  <a:ext uri="{FF2B5EF4-FFF2-40B4-BE49-F238E27FC236}">
                    <a16:creationId xmlns:a16="http://schemas.microsoft.com/office/drawing/2014/main" id="{1307478B-E484-C312-84A5-2A8DD4853AE0}"/>
                  </a:ext>
                </a:extLst>
              </p:cNvPr>
              <p:cNvSpPr/>
              <p:nvPr/>
            </p:nvSpPr>
            <p:spPr>
              <a:xfrm>
                <a:off x="1801854" y="4271826"/>
                <a:ext cx="318189" cy="244855"/>
              </a:xfrm>
              <a:custGeom>
                <a:avLst/>
                <a:gdLst/>
                <a:ahLst/>
                <a:cxnLst/>
                <a:rect l="l" t="t" r="r" b="b"/>
                <a:pathLst>
                  <a:path w="14045" h="10808" extrusionOk="0">
                    <a:moveTo>
                      <a:pt x="14044" y="0"/>
                    </a:moveTo>
                    <a:lnTo>
                      <a:pt x="14044" y="0"/>
                    </a:lnTo>
                    <a:cubicBezTo>
                      <a:pt x="12310" y="167"/>
                      <a:pt x="11176" y="1768"/>
                      <a:pt x="10275" y="3269"/>
                    </a:cubicBezTo>
                    <a:cubicBezTo>
                      <a:pt x="9408" y="4737"/>
                      <a:pt x="8307" y="6405"/>
                      <a:pt x="6606" y="6705"/>
                    </a:cubicBezTo>
                    <a:cubicBezTo>
                      <a:pt x="6436" y="6734"/>
                      <a:pt x="6265" y="6748"/>
                      <a:pt x="6095" y="6748"/>
                    </a:cubicBezTo>
                    <a:cubicBezTo>
                      <a:pt x="5092" y="6748"/>
                      <a:pt x="4087" y="6279"/>
                      <a:pt x="3203" y="5738"/>
                    </a:cubicBezTo>
                    <a:cubicBezTo>
                      <a:pt x="2169" y="5137"/>
                      <a:pt x="1168" y="4403"/>
                      <a:pt x="1" y="4136"/>
                    </a:cubicBezTo>
                    <a:lnTo>
                      <a:pt x="1" y="4136"/>
                    </a:lnTo>
                    <a:lnTo>
                      <a:pt x="8240" y="10808"/>
                    </a:lnTo>
                    <a:lnTo>
                      <a:pt x="14044" y="0"/>
                    </a:lnTo>
                    <a:close/>
                  </a:path>
                </a:pathLst>
              </a:custGeom>
              <a:solidFill>
                <a:srgbClr val="0737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2332;p66">
                <a:extLst>
                  <a:ext uri="{FF2B5EF4-FFF2-40B4-BE49-F238E27FC236}">
                    <a16:creationId xmlns:a16="http://schemas.microsoft.com/office/drawing/2014/main" id="{E87F6865-5D6B-B375-C611-2F7C140F30EF}"/>
                  </a:ext>
                </a:extLst>
              </p:cNvPr>
              <p:cNvSpPr/>
              <p:nvPr/>
            </p:nvSpPr>
            <p:spPr>
              <a:xfrm>
                <a:off x="472571" y="4450166"/>
                <a:ext cx="359739" cy="251674"/>
              </a:xfrm>
              <a:custGeom>
                <a:avLst/>
                <a:gdLst/>
                <a:ahLst/>
                <a:cxnLst/>
                <a:rect l="l" t="t" r="r" b="b"/>
                <a:pathLst>
                  <a:path w="15879" h="11109" extrusionOk="0">
                    <a:moveTo>
                      <a:pt x="15879" y="0"/>
                    </a:moveTo>
                    <a:cubicBezTo>
                      <a:pt x="15878" y="1"/>
                      <a:pt x="11842" y="4270"/>
                      <a:pt x="9107" y="4871"/>
                    </a:cubicBezTo>
                    <a:cubicBezTo>
                      <a:pt x="8398" y="5033"/>
                      <a:pt x="7681" y="5112"/>
                      <a:pt x="6967" y="5112"/>
                    </a:cubicBezTo>
                    <a:cubicBezTo>
                      <a:pt x="4892" y="5112"/>
                      <a:pt x="2847" y="4444"/>
                      <a:pt x="1135" y="3203"/>
                    </a:cubicBezTo>
                    <a:cubicBezTo>
                      <a:pt x="968" y="3069"/>
                      <a:pt x="735" y="2969"/>
                      <a:pt x="534" y="2903"/>
                    </a:cubicBezTo>
                    <a:cubicBezTo>
                      <a:pt x="499" y="2892"/>
                      <a:pt x="464" y="2888"/>
                      <a:pt x="429" y="2888"/>
                    </a:cubicBezTo>
                    <a:cubicBezTo>
                      <a:pt x="234" y="2888"/>
                      <a:pt x="57" y="3038"/>
                      <a:pt x="1" y="3236"/>
                    </a:cubicBezTo>
                    <a:cubicBezTo>
                      <a:pt x="1" y="3436"/>
                      <a:pt x="101" y="3603"/>
                      <a:pt x="268" y="3736"/>
                    </a:cubicBezTo>
                    <a:cubicBezTo>
                      <a:pt x="3070" y="6305"/>
                      <a:pt x="5972" y="8773"/>
                      <a:pt x="8974" y="11108"/>
                    </a:cubicBezTo>
                    <a:lnTo>
                      <a:pt x="15879" y="0"/>
                    </a:lnTo>
                    <a:close/>
                  </a:path>
                </a:pathLst>
              </a:custGeom>
              <a:solidFill>
                <a:srgbClr val="0737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2333;p66">
                <a:extLst>
                  <a:ext uri="{FF2B5EF4-FFF2-40B4-BE49-F238E27FC236}">
                    <a16:creationId xmlns:a16="http://schemas.microsoft.com/office/drawing/2014/main" id="{9A0ED1FA-3594-FCC3-9203-914464DC525E}"/>
                  </a:ext>
                </a:extLst>
              </p:cNvPr>
              <p:cNvSpPr/>
              <p:nvPr/>
            </p:nvSpPr>
            <p:spPr>
              <a:xfrm>
                <a:off x="1192774" y="3792695"/>
                <a:ext cx="267533" cy="1109030"/>
              </a:xfrm>
              <a:custGeom>
                <a:avLst/>
                <a:gdLst/>
                <a:ahLst/>
                <a:cxnLst/>
                <a:rect l="l" t="t" r="r" b="b"/>
                <a:pathLst>
                  <a:path w="11809" h="48953" extrusionOk="0">
                    <a:moveTo>
                      <a:pt x="3136" y="1"/>
                    </a:moveTo>
                    <a:cubicBezTo>
                      <a:pt x="1601" y="12243"/>
                      <a:pt x="601" y="24552"/>
                      <a:pt x="134" y="36927"/>
                    </a:cubicBezTo>
                    <a:cubicBezTo>
                      <a:pt x="67" y="38862"/>
                      <a:pt x="0" y="40830"/>
                      <a:pt x="701" y="42631"/>
                    </a:cubicBezTo>
                    <a:cubicBezTo>
                      <a:pt x="1501" y="44733"/>
                      <a:pt x="3202" y="46367"/>
                      <a:pt x="4870" y="47868"/>
                    </a:cubicBezTo>
                    <a:cubicBezTo>
                      <a:pt x="5429" y="48400"/>
                      <a:pt x="6156" y="48953"/>
                      <a:pt x="6868" y="48953"/>
                    </a:cubicBezTo>
                    <a:cubicBezTo>
                      <a:pt x="7049" y="48953"/>
                      <a:pt x="7229" y="48917"/>
                      <a:pt x="7405" y="48836"/>
                    </a:cubicBezTo>
                    <a:cubicBezTo>
                      <a:pt x="7706" y="48636"/>
                      <a:pt x="8006" y="48369"/>
                      <a:pt x="8206" y="48068"/>
                    </a:cubicBezTo>
                    <a:cubicBezTo>
                      <a:pt x="9240" y="46734"/>
                      <a:pt x="10207" y="45266"/>
                      <a:pt x="10608" y="43632"/>
                    </a:cubicBezTo>
                    <a:cubicBezTo>
                      <a:pt x="11809" y="38428"/>
                      <a:pt x="6905" y="33291"/>
                      <a:pt x="8006" y="28054"/>
                    </a:cubicBezTo>
                    <a:lnTo>
                      <a:pt x="3136" y="1"/>
                    </a:lnTo>
                    <a:close/>
                  </a:path>
                </a:pathLst>
              </a:custGeom>
              <a:solidFill>
                <a:srgbClr val="0737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2334;p66">
                <a:extLst>
                  <a:ext uri="{FF2B5EF4-FFF2-40B4-BE49-F238E27FC236}">
                    <a16:creationId xmlns:a16="http://schemas.microsoft.com/office/drawing/2014/main" id="{AC17D1F8-C576-8F31-69BD-1AF3337A2304}"/>
                  </a:ext>
                </a:extLst>
              </p:cNvPr>
              <p:cNvSpPr/>
              <p:nvPr/>
            </p:nvSpPr>
            <p:spPr>
              <a:xfrm>
                <a:off x="1229792" y="3693693"/>
                <a:ext cx="130765" cy="120185"/>
              </a:xfrm>
              <a:custGeom>
                <a:avLst/>
                <a:gdLst/>
                <a:ahLst/>
                <a:cxnLst/>
                <a:rect l="l" t="t" r="r" b="b"/>
                <a:pathLst>
                  <a:path w="5772" h="5305" extrusionOk="0">
                    <a:moveTo>
                      <a:pt x="4771" y="1"/>
                    </a:moveTo>
                    <a:lnTo>
                      <a:pt x="1101" y="101"/>
                    </a:lnTo>
                    <a:lnTo>
                      <a:pt x="1" y="2336"/>
                    </a:lnTo>
                    <a:lnTo>
                      <a:pt x="1568" y="5305"/>
                    </a:lnTo>
                    <a:lnTo>
                      <a:pt x="4604" y="5305"/>
                    </a:lnTo>
                    <a:lnTo>
                      <a:pt x="5771" y="2002"/>
                    </a:lnTo>
                    <a:lnTo>
                      <a:pt x="477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2335;p66">
                <a:extLst>
                  <a:ext uri="{FF2B5EF4-FFF2-40B4-BE49-F238E27FC236}">
                    <a16:creationId xmlns:a16="http://schemas.microsoft.com/office/drawing/2014/main" id="{9A60DE20-0E59-97B2-7CD7-5544B94F3563}"/>
                  </a:ext>
                </a:extLst>
              </p:cNvPr>
              <p:cNvSpPr/>
              <p:nvPr/>
            </p:nvSpPr>
            <p:spPr>
              <a:xfrm>
                <a:off x="1226779" y="3813855"/>
                <a:ext cx="217669" cy="1077676"/>
              </a:xfrm>
              <a:custGeom>
                <a:avLst/>
                <a:gdLst/>
                <a:ahLst/>
                <a:cxnLst/>
                <a:rect l="l" t="t" r="r" b="b"/>
                <a:pathLst>
                  <a:path w="9608" h="47569" extrusionOk="0">
                    <a:moveTo>
                      <a:pt x="1701" y="1"/>
                    </a:moveTo>
                    <a:lnTo>
                      <a:pt x="0" y="42131"/>
                    </a:lnTo>
                    <a:lnTo>
                      <a:pt x="5004" y="47568"/>
                    </a:lnTo>
                    <a:lnTo>
                      <a:pt x="9607" y="40997"/>
                    </a:lnTo>
                    <a:lnTo>
                      <a:pt x="4737"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2336;p66">
                <a:extLst>
                  <a:ext uri="{FF2B5EF4-FFF2-40B4-BE49-F238E27FC236}">
                    <a16:creationId xmlns:a16="http://schemas.microsoft.com/office/drawing/2014/main" id="{C969120B-85F6-8FAA-7581-D9417ADB4FA1}"/>
                  </a:ext>
                </a:extLst>
              </p:cNvPr>
              <p:cNvSpPr/>
              <p:nvPr/>
            </p:nvSpPr>
            <p:spPr>
              <a:xfrm>
                <a:off x="1266833" y="3810072"/>
                <a:ext cx="62732" cy="5890"/>
              </a:xfrm>
              <a:custGeom>
                <a:avLst/>
                <a:gdLst/>
                <a:ahLst/>
                <a:cxnLst/>
                <a:rect l="l" t="t" r="r" b="b"/>
                <a:pathLst>
                  <a:path w="2769" h="260" extrusionOk="0">
                    <a:moveTo>
                      <a:pt x="1297" y="0"/>
                    </a:moveTo>
                    <a:cubicBezTo>
                      <a:pt x="859" y="0"/>
                      <a:pt x="422" y="58"/>
                      <a:pt x="0" y="168"/>
                    </a:cubicBezTo>
                    <a:cubicBezTo>
                      <a:pt x="342" y="217"/>
                      <a:pt x="684" y="248"/>
                      <a:pt x="1026" y="248"/>
                    </a:cubicBezTo>
                    <a:cubicBezTo>
                      <a:pt x="1151" y="248"/>
                      <a:pt x="1276" y="243"/>
                      <a:pt x="1401" y="234"/>
                    </a:cubicBezTo>
                    <a:cubicBezTo>
                      <a:pt x="1618" y="251"/>
                      <a:pt x="1843" y="259"/>
                      <a:pt x="2072" y="259"/>
                    </a:cubicBezTo>
                    <a:cubicBezTo>
                      <a:pt x="2302" y="259"/>
                      <a:pt x="2535" y="251"/>
                      <a:pt x="2769" y="234"/>
                    </a:cubicBezTo>
                    <a:cubicBezTo>
                      <a:pt x="2290" y="75"/>
                      <a:pt x="1793" y="0"/>
                      <a:pt x="129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2337;p66">
                <a:extLst>
                  <a:ext uri="{FF2B5EF4-FFF2-40B4-BE49-F238E27FC236}">
                    <a16:creationId xmlns:a16="http://schemas.microsoft.com/office/drawing/2014/main" id="{8376066E-B180-BF96-A097-5E88D9C0312C}"/>
                  </a:ext>
                </a:extLst>
              </p:cNvPr>
              <p:cNvSpPr/>
              <p:nvPr/>
            </p:nvSpPr>
            <p:spPr>
              <a:xfrm>
                <a:off x="1252470" y="3710254"/>
                <a:ext cx="95242" cy="74150"/>
              </a:xfrm>
              <a:custGeom>
                <a:avLst/>
                <a:gdLst/>
                <a:ahLst/>
                <a:cxnLst/>
                <a:rect l="l" t="t" r="r" b="b"/>
                <a:pathLst>
                  <a:path w="4204" h="3273" extrusionOk="0">
                    <a:moveTo>
                      <a:pt x="4197" y="0"/>
                    </a:moveTo>
                    <a:cubicBezTo>
                      <a:pt x="4113" y="0"/>
                      <a:pt x="3330" y="870"/>
                      <a:pt x="2235" y="1772"/>
                    </a:cubicBezTo>
                    <a:cubicBezTo>
                      <a:pt x="1068" y="2672"/>
                      <a:pt x="0" y="3239"/>
                      <a:pt x="34" y="3273"/>
                    </a:cubicBezTo>
                    <a:cubicBezTo>
                      <a:pt x="301" y="3239"/>
                      <a:pt x="534" y="3139"/>
                      <a:pt x="768" y="2973"/>
                    </a:cubicBezTo>
                    <a:cubicBezTo>
                      <a:pt x="1335" y="2672"/>
                      <a:pt x="1868" y="2339"/>
                      <a:pt x="2369" y="1938"/>
                    </a:cubicBezTo>
                    <a:cubicBezTo>
                      <a:pt x="2869" y="1538"/>
                      <a:pt x="3303" y="1105"/>
                      <a:pt x="3736" y="638"/>
                    </a:cubicBezTo>
                    <a:cubicBezTo>
                      <a:pt x="3936" y="437"/>
                      <a:pt x="4070" y="237"/>
                      <a:pt x="4203" y="4"/>
                    </a:cubicBezTo>
                    <a:cubicBezTo>
                      <a:pt x="4202" y="1"/>
                      <a:pt x="4200" y="0"/>
                      <a:pt x="419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2338;p66">
                <a:extLst>
                  <a:ext uri="{FF2B5EF4-FFF2-40B4-BE49-F238E27FC236}">
                    <a16:creationId xmlns:a16="http://schemas.microsoft.com/office/drawing/2014/main" id="{2E5258E6-EB27-BC7E-CE7B-E2240ED46A68}"/>
                  </a:ext>
                </a:extLst>
              </p:cNvPr>
              <p:cNvSpPr/>
              <p:nvPr/>
            </p:nvSpPr>
            <p:spPr>
              <a:xfrm>
                <a:off x="1259266" y="3906809"/>
                <a:ext cx="84662" cy="84662"/>
              </a:xfrm>
              <a:custGeom>
                <a:avLst/>
                <a:gdLst/>
                <a:ahLst/>
                <a:cxnLst/>
                <a:rect l="l" t="t" r="r" b="b"/>
                <a:pathLst>
                  <a:path w="3737" h="3737" extrusionOk="0">
                    <a:moveTo>
                      <a:pt x="3737" y="1"/>
                    </a:moveTo>
                    <a:cubicBezTo>
                      <a:pt x="3036" y="534"/>
                      <a:pt x="2402" y="1135"/>
                      <a:pt x="1802" y="1802"/>
                    </a:cubicBezTo>
                    <a:cubicBezTo>
                      <a:pt x="1135" y="2369"/>
                      <a:pt x="534" y="3036"/>
                      <a:pt x="1" y="3737"/>
                    </a:cubicBezTo>
                    <a:cubicBezTo>
                      <a:pt x="701" y="3170"/>
                      <a:pt x="1335" y="2603"/>
                      <a:pt x="1935" y="1935"/>
                    </a:cubicBezTo>
                    <a:cubicBezTo>
                      <a:pt x="2602" y="1335"/>
                      <a:pt x="3203" y="701"/>
                      <a:pt x="373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2339;p66">
                <a:extLst>
                  <a:ext uri="{FF2B5EF4-FFF2-40B4-BE49-F238E27FC236}">
                    <a16:creationId xmlns:a16="http://schemas.microsoft.com/office/drawing/2014/main" id="{A75D0D33-09AC-4B9F-93F2-C8C942844850}"/>
                  </a:ext>
                </a:extLst>
              </p:cNvPr>
              <p:cNvSpPr/>
              <p:nvPr/>
            </p:nvSpPr>
            <p:spPr>
              <a:xfrm>
                <a:off x="1254735" y="3975589"/>
                <a:ext cx="95242" cy="93724"/>
              </a:xfrm>
              <a:custGeom>
                <a:avLst/>
                <a:gdLst/>
                <a:ahLst/>
                <a:cxnLst/>
                <a:rect l="l" t="t" r="r" b="b"/>
                <a:pathLst>
                  <a:path w="4204" h="4137" extrusionOk="0">
                    <a:moveTo>
                      <a:pt x="4203" y="0"/>
                    </a:moveTo>
                    <a:lnTo>
                      <a:pt x="4203" y="0"/>
                    </a:lnTo>
                    <a:cubicBezTo>
                      <a:pt x="3436" y="601"/>
                      <a:pt x="2702" y="1268"/>
                      <a:pt x="2035" y="2002"/>
                    </a:cubicBezTo>
                    <a:cubicBezTo>
                      <a:pt x="1301" y="2669"/>
                      <a:pt x="634" y="3369"/>
                      <a:pt x="0" y="4136"/>
                    </a:cubicBezTo>
                    <a:cubicBezTo>
                      <a:pt x="801" y="3536"/>
                      <a:pt x="1501" y="2869"/>
                      <a:pt x="2169" y="2135"/>
                    </a:cubicBezTo>
                    <a:cubicBezTo>
                      <a:pt x="2902" y="1501"/>
                      <a:pt x="3570" y="767"/>
                      <a:pt x="4203"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2340;p66">
                <a:extLst>
                  <a:ext uri="{FF2B5EF4-FFF2-40B4-BE49-F238E27FC236}">
                    <a16:creationId xmlns:a16="http://schemas.microsoft.com/office/drawing/2014/main" id="{97BEA0F9-4D06-1214-2683-3B5E3C1993C1}"/>
                  </a:ext>
                </a:extLst>
              </p:cNvPr>
              <p:cNvSpPr/>
              <p:nvPr/>
            </p:nvSpPr>
            <p:spPr>
              <a:xfrm>
                <a:off x="1250952" y="4039069"/>
                <a:ext cx="109605" cy="108835"/>
              </a:xfrm>
              <a:custGeom>
                <a:avLst/>
                <a:gdLst/>
                <a:ahLst/>
                <a:cxnLst/>
                <a:rect l="l" t="t" r="r" b="b"/>
                <a:pathLst>
                  <a:path w="4838" h="4804" extrusionOk="0">
                    <a:moveTo>
                      <a:pt x="4837" y="0"/>
                    </a:moveTo>
                    <a:lnTo>
                      <a:pt x="4837" y="0"/>
                    </a:lnTo>
                    <a:cubicBezTo>
                      <a:pt x="3970" y="734"/>
                      <a:pt x="3103" y="1501"/>
                      <a:pt x="2336" y="2335"/>
                    </a:cubicBezTo>
                    <a:cubicBezTo>
                      <a:pt x="1502" y="3102"/>
                      <a:pt x="734" y="3936"/>
                      <a:pt x="1" y="4804"/>
                    </a:cubicBezTo>
                    <a:cubicBezTo>
                      <a:pt x="868" y="4103"/>
                      <a:pt x="1702" y="3303"/>
                      <a:pt x="2502" y="2502"/>
                    </a:cubicBezTo>
                    <a:cubicBezTo>
                      <a:pt x="3336" y="1701"/>
                      <a:pt x="4104" y="867"/>
                      <a:pt x="483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2341;p66">
                <a:extLst>
                  <a:ext uri="{FF2B5EF4-FFF2-40B4-BE49-F238E27FC236}">
                    <a16:creationId xmlns:a16="http://schemas.microsoft.com/office/drawing/2014/main" id="{1B39C525-C4A5-E73C-AAE7-968745A3E8B2}"/>
                  </a:ext>
                </a:extLst>
              </p:cNvPr>
              <p:cNvSpPr/>
              <p:nvPr/>
            </p:nvSpPr>
            <p:spPr>
              <a:xfrm>
                <a:off x="1248686" y="4106309"/>
                <a:ext cx="119415" cy="117919"/>
              </a:xfrm>
              <a:custGeom>
                <a:avLst/>
                <a:gdLst/>
                <a:ahLst/>
                <a:cxnLst/>
                <a:rect l="l" t="t" r="r" b="b"/>
                <a:pathLst>
                  <a:path w="5271" h="5205" extrusionOk="0">
                    <a:moveTo>
                      <a:pt x="5271" y="1"/>
                    </a:moveTo>
                    <a:lnTo>
                      <a:pt x="5271" y="1"/>
                    </a:lnTo>
                    <a:cubicBezTo>
                      <a:pt x="4304" y="802"/>
                      <a:pt x="3403" y="1635"/>
                      <a:pt x="2569" y="2536"/>
                    </a:cubicBezTo>
                    <a:cubicBezTo>
                      <a:pt x="1668" y="3370"/>
                      <a:pt x="801" y="4271"/>
                      <a:pt x="1" y="5205"/>
                    </a:cubicBezTo>
                    <a:cubicBezTo>
                      <a:pt x="968" y="4437"/>
                      <a:pt x="1869" y="3570"/>
                      <a:pt x="2702" y="2703"/>
                    </a:cubicBezTo>
                    <a:cubicBezTo>
                      <a:pt x="3603" y="1836"/>
                      <a:pt x="4470" y="935"/>
                      <a:pt x="5271"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2342;p66">
                <a:extLst>
                  <a:ext uri="{FF2B5EF4-FFF2-40B4-BE49-F238E27FC236}">
                    <a16:creationId xmlns:a16="http://schemas.microsoft.com/office/drawing/2014/main" id="{977DBD18-34BF-BAA3-1F90-08354F942F02}"/>
                  </a:ext>
                </a:extLst>
              </p:cNvPr>
              <p:cNvSpPr/>
              <p:nvPr/>
            </p:nvSpPr>
            <p:spPr>
              <a:xfrm>
                <a:off x="1246421" y="4173571"/>
                <a:ext cx="128499" cy="127752"/>
              </a:xfrm>
              <a:custGeom>
                <a:avLst/>
                <a:gdLst/>
                <a:ahLst/>
                <a:cxnLst/>
                <a:rect l="l" t="t" r="r" b="b"/>
                <a:pathLst>
                  <a:path w="5672" h="5639" extrusionOk="0">
                    <a:moveTo>
                      <a:pt x="5671" y="1"/>
                    </a:moveTo>
                    <a:cubicBezTo>
                      <a:pt x="4670" y="835"/>
                      <a:pt x="3670" y="1769"/>
                      <a:pt x="2769" y="2703"/>
                    </a:cubicBezTo>
                    <a:cubicBezTo>
                      <a:pt x="1802" y="3637"/>
                      <a:pt x="868" y="4604"/>
                      <a:pt x="0" y="5638"/>
                    </a:cubicBezTo>
                    <a:cubicBezTo>
                      <a:pt x="1035" y="4771"/>
                      <a:pt x="2002" y="3870"/>
                      <a:pt x="2936" y="2903"/>
                    </a:cubicBezTo>
                    <a:cubicBezTo>
                      <a:pt x="3903" y="1969"/>
                      <a:pt x="4804" y="1001"/>
                      <a:pt x="567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2343;p66">
                <a:extLst>
                  <a:ext uri="{FF2B5EF4-FFF2-40B4-BE49-F238E27FC236}">
                    <a16:creationId xmlns:a16="http://schemas.microsoft.com/office/drawing/2014/main" id="{7B8A71D9-AB9C-25DA-D222-B26D6807DFCA}"/>
                  </a:ext>
                </a:extLst>
              </p:cNvPr>
              <p:cNvSpPr/>
              <p:nvPr/>
            </p:nvSpPr>
            <p:spPr>
              <a:xfrm>
                <a:off x="1242638" y="4239316"/>
                <a:ext cx="142092" cy="140597"/>
              </a:xfrm>
              <a:custGeom>
                <a:avLst/>
                <a:gdLst/>
                <a:ahLst/>
                <a:cxnLst/>
                <a:rect l="l" t="t" r="r" b="b"/>
                <a:pathLst>
                  <a:path w="6272" h="6206" extrusionOk="0">
                    <a:moveTo>
                      <a:pt x="6235" y="0"/>
                    </a:moveTo>
                    <a:cubicBezTo>
                      <a:pt x="6137" y="0"/>
                      <a:pt x="4717" y="1323"/>
                      <a:pt x="3036" y="3036"/>
                    </a:cubicBezTo>
                    <a:cubicBezTo>
                      <a:pt x="1969" y="4037"/>
                      <a:pt x="935" y="5104"/>
                      <a:pt x="1" y="6205"/>
                    </a:cubicBezTo>
                    <a:cubicBezTo>
                      <a:pt x="1" y="6206"/>
                      <a:pt x="2" y="6206"/>
                      <a:pt x="3" y="6206"/>
                    </a:cubicBezTo>
                    <a:cubicBezTo>
                      <a:pt x="69" y="6206"/>
                      <a:pt x="1490" y="4883"/>
                      <a:pt x="3203" y="3170"/>
                    </a:cubicBezTo>
                    <a:cubicBezTo>
                      <a:pt x="4904" y="1469"/>
                      <a:pt x="6272" y="34"/>
                      <a:pt x="6238" y="1"/>
                    </a:cubicBezTo>
                    <a:cubicBezTo>
                      <a:pt x="6238" y="0"/>
                      <a:pt x="6237" y="0"/>
                      <a:pt x="6235"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2344;p66">
                <a:extLst>
                  <a:ext uri="{FF2B5EF4-FFF2-40B4-BE49-F238E27FC236}">
                    <a16:creationId xmlns:a16="http://schemas.microsoft.com/office/drawing/2014/main" id="{EF233931-69F1-EA8A-3BBA-20DDF788CFFD}"/>
                  </a:ext>
                </a:extLst>
              </p:cNvPr>
              <p:cNvSpPr/>
              <p:nvPr/>
            </p:nvSpPr>
            <p:spPr>
              <a:xfrm>
                <a:off x="1238107" y="4306579"/>
                <a:ext cx="153442" cy="150452"/>
              </a:xfrm>
              <a:custGeom>
                <a:avLst/>
                <a:gdLst/>
                <a:ahLst/>
                <a:cxnLst/>
                <a:rect l="l" t="t" r="r" b="b"/>
                <a:pathLst>
                  <a:path w="6773" h="6641" extrusionOk="0">
                    <a:moveTo>
                      <a:pt x="6737" y="0"/>
                    </a:moveTo>
                    <a:cubicBezTo>
                      <a:pt x="6670" y="0"/>
                      <a:pt x="5150" y="1423"/>
                      <a:pt x="3303" y="3236"/>
                    </a:cubicBezTo>
                    <a:cubicBezTo>
                      <a:pt x="1468" y="5071"/>
                      <a:pt x="1" y="6605"/>
                      <a:pt x="67" y="6639"/>
                    </a:cubicBezTo>
                    <a:cubicBezTo>
                      <a:pt x="68" y="6640"/>
                      <a:pt x="69" y="6641"/>
                      <a:pt x="72" y="6641"/>
                    </a:cubicBezTo>
                    <a:cubicBezTo>
                      <a:pt x="168" y="6641"/>
                      <a:pt x="1675" y="5197"/>
                      <a:pt x="3470" y="3403"/>
                    </a:cubicBezTo>
                    <a:cubicBezTo>
                      <a:pt x="5304" y="1568"/>
                      <a:pt x="6772" y="34"/>
                      <a:pt x="6739" y="1"/>
                    </a:cubicBezTo>
                    <a:cubicBezTo>
                      <a:pt x="6738" y="0"/>
                      <a:pt x="6738" y="0"/>
                      <a:pt x="673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2345;p66">
                <a:extLst>
                  <a:ext uri="{FF2B5EF4-FFF2-40B4-BE49-F238E27FC236}">
                    <a16:creationId xmlns:a16="http://schemas.microsoft.com/office/drawing/2014/main" id="{0116FC69-7E26-B9B4-663D-123F49B62696}"/>
                  </a:ext>
                </a:extLst>
              </p:cNvPr>
              <p:cNvSpPr/>
              <p:nvPr/>
            </p:nvSpPr>
            <p:spPr>
              <a:xfrm>
                <a:off x="1236589" y="4373026"/>
                <a:ext cx="163252" cy="160307"/>
              </a:xfrm>
              <a:custGeom>
                <a:avLst/>
                <a:gdLst/>
                <a:ahLst/>
                <a:cxnLst/>
                <a:rect l="l" t="t" r="r" b="b"/>
                <a:pathLst>
                  <a:path w="7206" h="7076" extrusionOk="0">
                    <a:moveTo>
                      <a:pt x="7169" y="1"/>
                    </a:moveTo>
                    <a:cubicBezTo>
                      <a:pt x="7072" y="1"/>
                      <a:pt x="5464" y="1545"/>
                      <a:pt x="3537" y="3472"/>
                    </a:cubicBezTo>
                    <a:cubicBezTo>
                      <a:pt x="1569" y="5407"/>
                      <a:pt x="1" y="7041"/>
                      <a:pt x="34" y="7075"/>
                    </a:cubicBezTo>
                    <a:cubicBezTo>
                      <a:pt x="35" y="7075"/>
                      <a:pt x="35" y="7075"/>
                      <a:pt x="36" y="7075"/>
                    </a:cubicBezTo>
                    <a:cubicBezTo>
                      <a:pt x="102" y="7075"/>
                      <a:pt x="1723" y="5553"/>
                      <a:pt x="3670" y="3606"/>
                    </a:cubicBezTo>
                    <a:cubicBezTo>
                      <a:pt x="5638" y="1671"/>
                      <a:pt x="7206" y="36"/>
                      <a:pt x="7173" y="3"/>
                    </a:cubicBezTo>
                    <a:cubicBezTo>
                      <a:pt x="7172" y="2"/>
                      <a:pt x="7171" y="1"/>
                      <a:pt x="7169"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2346;p66">
                <a:extLst>
                  <a:ext uri="{FF2B5EF4-FFF2-40B4-BE49-F238E27FC236}">
                    <a16:creationId xmlns:a16="http://schemas.microsoft.com/office/drawing/2014/main" id="{506BE799-1ABA-01E6-FE00-C39D6BEFC197}"/>
                  </a:ext>
                </a:extLst>
              </p:cNvPr>
              <p:cNvSpPr/>
              <p:nvPr/>
            </p:nvSpPr>
            <p:spPr>
              <a:xfrm>
                <a:off x="1232058" y="4441852"/>
                <a:ext cx="173084" cy="170819"/>
              </a:xfrm>
              <a:custGeom>
                <a:avLst/>
                <a:gdLst/>
                <a:ahLst/>
                <a:cxnLst/>
                <a:rect l="l" t="t" r="r" b="b"/>
                <a:pathLst>
                  <a:path w="7640" h="7540" extrusionOk="0">
                    <a:moveTo>
                      <a:pt x="7605" y="0"/>
                    </a:moveTo>
                    <a:cubicBezTo>
                      <a:pt x="7538" y="0"/>
                      <a:pt x="5817" y="1623"/>
                      <a:pt x="3737" y="3703"/>
                    </a:cubicBezTo>
                    <a:cubicBezTo>
                      <a:pt x="1635" y="5771"/>
                      <a:pt x="1" y="7506"/>
                      <a:pt x="34" y="7539"/>
                    </a:cubicBezTo>
                    <a:cubicBezTo>
                      <a:pt x="34" y="7540"/>
                      <a:pt x="35" y="7540"/>
                      <a:pt x="36" y="7540"/>
                    </a:cubicBezTo>
                    <a:cubicBezTo>
                      <a:pt x="102" y="7540"/>
                      <a:pt x="1823" y="5884"/>
                      <a:pt x="3903" y="3837"/>
                    </a:cubicBezTo>
                    <a:cubicBezTo>
                      <a:pt x="5972" y="1768"/>
                      <a:pt x="7639" y="34"/>
                      <a:pt x="7606" y="1"/>
                    </a:cubicBezTo>
                    <a:cubicBezTo>
                      <a:pt x="7606" y="0"/>
                      <a:pt x="7605" y="0"/>
                      <a:pt x="760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2347;p66">
                <a:extLst>
                  <a:ext uri="{FF2B5EF4-FFF2-40B4-BE49-F238E27FC236}">
                    <a16:creationId xmlns:a16="http://schemas.microsoft.com/office/drawing/2014/main" id="{7658E21B-A360-0B60-2F1E-47BC5183235E}"/>
                  </a:ext>
                </a:extLst>
              </p:cNvPr>
              <p:cNvSpPr/>
              <p:nvPr/>
            </p:nvSpPr>
            <p:spPr>
              <a:xfrm>
                <a:off x="1231310" y="4506826"/>
                <a:ext cx="182894" cy="179949"/>
              </a:xfrm>
              <a:custGeom>
                <a:avLst/>
                <a:gdLst/>
                <a:ahLst/>
                <a:cxnLst/>
                <a:rect l="l" t="t" r="r" b="b"/>
                <a:pathLst>
                  <a:path w="8073" h="7943" extrusionOk="0">
                    <a:moveTo>
                      <a:pt x="8038" y="1"/>
                    </a:moveTo>
                    <a:cubicBezTo>
                      <a:pt x="7971" y="1"/>
                      <a:pt x="6151" y="1723"/>
                      <a:pt x="3970" y="3904"/>
                    </a:cubicBezTo>
                    <a:cubicBezTo>
                      <a:pt x="1768" y="6106"/>
                      <a:pt x="0" y="7907"/>
                      <a:pt x="67" y="7940"/>
                    </a:cubicBezTo>
                    <a:cubicBezTo>
                      <a:pt x="68" y="7942"/>
                      <a:pt x="69" y="7942"/>
                      <a:pt x="71" y="7942"/>
                    </a:cubicBezTo>
                    <a:cubicBezTo>
                      <a:pt x="168" y="7942"/>
                      <a:pt x="1975" y="6199"/>
                      <a:pt x="4137" y="4037"/>
                    </a:cubicBezTo>
                    <a:cubicBezTo>
                      <a:pt x="6338" y="1869"/>
                      <a:pt x="8073" y="35"/>
                      <a:pt x="8039" y="1"/>
                    </a:cubicBezTo>
                    <a:cubicBezTo>
                      <a:pt x="8039" y="1"/>
                      <a:pt x="8039" y="1"/>
                      <a:pt x="8038"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2348;p66">
                <a:extLst>
                  <a:ext uri="{FF2B5EF4-FFF2-40B4-BE49-F238E27FC236}">
                    <a16:creationId xmlns:a16="http://schemas.microsoft.com/office/drawing/2014/main" id="{B2F1A786-9CBC-3E2F-B8B1-F400CE8C58DC}"/>
                  </a:ext>
                </a:extLst>
              </p:cNvPr>
              <p:cNvSpPr/>
              <p:nvPr/>
            </p:nvSpPr>
            <p:spPr>
              <a:xfrm>
                <a:off x="1225261" y="4567270"/>
                <a:ext cx="203306" cy="201086"/>
              </a:xfrm>
              <a:custGeom>
                <a:avLst/>
                <a:gdLst/>
                <a:ahLst/>
                <a:cxnLst/>
                <a:rect l="l" t="t" r="r" b="b"/>
                <a:pathLst>
                  <a:path w="8974" h="8876" extrusionOk="0">
                    <a:moveTo>
                      <a:pt x="8937" y="0"/>
                    </a:moveTo>
                    <a:cubicBezTo>
                      <a:pt x="8840" y="0"/>
                      <a:pt x="6831" y="1943"/>
                      <a:pt x="4404" y="4338"/>
                    </a:cubicBezTo>
                    <a:cubicBezTo>
                      <a:pt x="1969" y="6807"/>
                      <a:pt x="0" y="8808"/>
                      <a:pt x="34" y="8875"/>
                    </a:cubicBezTo>
                    <a:cubicBezTo>
                      <a:pt x="34" y="8875"/>
                      <a:pt x="35" y="8875"/>
                      <a:pt x="35" y="8875"/>
                    </a:cubicBezTo>
                    <a:cubicBezTo>
                      <a:pt x="101" y="8875"/>
                      <a:pt x="2123" y="6920"/>
                      <a:pt x="4570" y="4505"/>
                    </a:cubicBezTo>
                    <a:cubicBezTo>
                      <a:pt x="7039" y="2037"/>
                      <a:pt x="8974" y="35"/>
                      <a:pt x="8940" y="2"/>
                    </a:cubicBezTo>
                    <a:cubicBezTo>
                      <a:pt x="8940" y="1"/>
                      <a:pt x="8939" y="0"/>
                      <a:pt x="893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2349;p66">
                <a:extLst>
                  <a:ext uri="{FF2B5EF4-FFF2-40B4-BE49-F238E27FC236}">
                    <a16:creationId xmlns:a16="http://schemas.microsoft.com/office/drawing/2014/main" id="{B4EDAB16-BAF1-B790-A654-75322A792BFC}"/>
                  </a:ext>
                </a:extLst>
              </p:cNvPr>
              <p:cNvSpPr/>
              <p:nvPr/>
            </p:nvSpPr>
            <p:spPr>
              <a:xfrm>
                <a:off x="1261532" y="4635303"/>
                <a:ext cx="173084" cy="171634"/>
              </a:xfrm>
              <a:custGeom>
                <a:avLst/>
                <a:gdLst/>
                <a:ahLst/>
                <a:cxnLst/>
                <a:rect l="l" t="t" r="r" b="b"/>
                <a:pathLst>
                  <a:path w="7640" h="7576" extrusionOk="0">
                    <a:moveTo>
                      <a:pt x="7571" y="0"/>
                    </a:moveTo>
                    <a:cubicBezTo>
                      <a:pt x="7504" y="0"/>
                      <a:pt x="5784" y="1623"/>
                      <a:pt x="3737" y="3704"/>
                    </a:cubicBezTo>
                    <a:cubicBezTo>
                      <a:pt x="1635" y="5805"/>
                      <a:pt x="1" y="7540"/>
                      <a:pt x="34" y="7573"/>
                    </a:cubicBezTo>
                    <a:cubicBezTo>
                      <a:pt x="35" y="7574"/>
                      <a:pt x="36" y="7575"/>
                      <a:pt x="38" y="7575"/>
                    </a:cubicBezTo>
                    <a:cubicBezTo>
                      <a:pt x="135" y="7575"/>
                      <a:pt x="1842" y="5931"/>
                      <a:pt x="3870" y="3870"/>
                    </a:cubicBezTo>
                    <a:cubicBezTo>
                      <a:pt x="5972" y="1769"/>
                      <a:pt x="7639" y="34"/>
                      <a:pt x="7573" y="1"/>
                    </a:cubicBezTo>
                    <a:cubicBezTo>
                      <a:pt x="7572" y="1"/>
                      <a:pt x="7572" y="0"/>
                      <a:pt x="7571"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2350;p66">
                <a:extLst>
                  <a:ext uri="{FF2B5EF4-FFF2-40B4-BE49-F238E27FC236}">
                    <a16:creationId xmlns:a16="http://schemas.microsoft.com/office/drawing/2014/main" id="{146A83A5-AB01-BF8E-4DA4-495BFD268767}"/>
                  </a:ext>
                </a:extLst>
              </p:cNvPr>
              <p:cNvSpPr/>
              <p:nvPr/>
            </p:nvSpPr>
            <p:spPr>
              <a:xfrm>
                <a:off x="1304599" y="4708614"/>
                <a:ext cx="136066" cy="142092"/>
              </a:xfrm>
              <a:custGeom>
                <a:avLst/>
                <a:gdLst/>
                <a:ahLst/>
                <a:cxnLst/>
                <a:rect l="l" t="t" r="r" b="b"/>
                <a:pathLst>
                  <a:path w="6006" h="6272" extrusionOk="0">
                    <a:moveTo>
                      <a:pt x="6005" y="1"/>
                    </a:moveTo>
                    <a:cubicBezTo>
                      <a:pt x="4938" y="968"/>
                      <a:pt x="3937" y="2002"/>
                      <a:pt x="2970" y="3070"/>
                    </a:cubicBezTo>
                    <a:cubicBezTo>
                      <a:pt x="1302" y="4804"/>
                      <a:pt x="1" y="6238"/>
                      <a:pt x="34" y="6272"/>
                    </a:cubicBezTo>
                    <a:cubicBezTo>
                      <a:pt x="1102" y="5304"/>
                      <a:pt x="2136" y="4270"/>
                      <a:pt x="3103" y="3203"/>
                    </a:cubicBezTo>
                    <a:cubicBezTo>
                      <a:pt x="4137" y="2202"/>
                      <a:pt x="5105" y="1101"/>
                      <a:pt x="600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2351;p66">
                <a:extLst>
                  <a:ext uri="{FF2B5EF4-FFF2-40B4-BE49-F238E27FC236}">
                    <a16:creationId xmlns:a16="http://schemas.microsoft.com/office/drawing/2014/main" id="{20C37790-2AEA-4BF8-078D-FD0591334CB7}"/>
                  </a:ext>
                </a:extLst>
              </p:cNvPr>
              <p:cNvSpPr/>
              <p:nvPr/>
            </p:nvSpPr>
            <p:spPr>
              <a:xfrm>
                <a:off x="1260014" y="3843329"/>
                <a:ext cx="75600" cy="74829"/>
              </a:xfrm>
              <a:custGeom>
                <a:avLst/>
                <a:gdLst/>
                <a:ahLst/>
                <a:cxnLst/>
                <a:rect l="l" t="t" r="r" b="b"/>
                <a:pathLst>
                  <a:path w="3337" h="3303" extrusionOk="0">
                    <a:moveTo>
                      <a:pt x="3337" y="1"/>
                    </a:moveTo>
                    <a:cubicBezTo>
                      <a:pt x="2703" y="468"/>
                      <a:pt x="2136" y="1001"/>
                      <a:pt x="1602" y="1568"/>
                    </a:cubicBezTo>
                    <a:cubicBezTo>
                      <a:pt x="1002" y="2102"/>
                      <a:pt x="468" y="2669"/>
                      <a:pt x="1" y="3303"/>
                    </a:cubicBezTo>
                    <a:cubicBezTo>
                      <a:pt x="635" y="2836"/>
                      <a:pt x="1202" y="2302"/>
                      <a:pt x="1735" y="1735"/>
                    </a:cubicBezTo>
                    <a:cubicBezTo>
                      <a:pt x="2336" y="1202"/>
                      <a:pt x="2870" y="601"/>
                      <a:pt x="3337"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2352;p66">
                <a:extLst>
                  <a:ext uri="{FF2B5EF4-FFF2-40B4-BE49-F238E27FC236}">
                    <a16:creationId xmlns:a16="http://schemas.microsoft.com/office/drawing/2014/main" id="{77792342-E7FF-041F-A426-507C2A6DEF84}"/>
                  </a:ext>
                </a:extLst>
              </p:cNvPr>
              <p:cNvSpPr/>
              <p:nvPr/>
            </p:nvSpPr>
            <p:spPr>
              <a:xfrm>
                <a:off x="336551" y="4449577"/>
                <a:ext cx="350677" cy="331692"/>
              </a:xfrm>
              <a:custGeom>
                <a:avLst/>
                <a:gdLst/>
                <a:ahLst/>
                <a:cxnLst/>
                <a:rect l="l" t="t" r="r" b="b"/>
                <a:pathLst>
                  <a:path w="15479" h="14641" extrusionOk="0">
                    <a:moveTo>
                      <a:pt x="1946" y="1"/>
                    </a:moveTo>
                    <a:cubicBezTo>
                      <a:pt x="1776" y="1"/>
                      <a:pt x="1608" y="51"/>
                      <a:pt x="1468" y="160"/>
                    </a:cubicBezTo>
                    <a:cubicBezTo>
                      <a:pt x="1168" y="360"/>
                      <a:pt x="1135" y="727"/>
                      <a:pt x="1001" y="1061"/>
                    </a:cubicBezTo>
                    <a:cubicBezTo>
                      <a:pt x="834" y="1661"/>
                      <a:pt x="367" y="2128"/>
                      <a:pt x="167" y="2695"/>
                    </a:cubicBezTo>
                    <a:cubicBezTo>
                      <a:pt x="0" y="3295"/>
                      <a:pt x="201" y="4096"/>
                      <a:pt x="834" y="4163"/>
                    </a:cubicBezTo>
                    <a:lnTo>
                      <a:pt x="634" y="4229"/>
                    </a:lnTo>
                    <a:cubicBezTo>
                      <a:pt x="4003" y="7232"/>
                      <a:pt x="7372" y="10234"/>
                      <a:pt x="10708" y="13203"/>
                    </a:cubicBezTo>
                    <a:cubicBezTo>
                      <a:pt x="11476" y="13906"/>
                      <a:pt x="12367" y="14641"/>
                      <a:pt x="13409" y="14641"/>
                    </a:cubicBezTo>
                    <a:cubicBezTo>
                      <a:pt x="13454" y="14641"/>
                      <a:pt x="13498" y="14640"/>
                      <a:pt x="13543" y="14637"/>
                    </a:cubicBezTo>
                    <a:cubicBezTo>
                      <a:pt x="14644" y="14504"/>
                      <a:pt x="15478" y="13503"/>
                      <a:pt x="15411" y="12369"/>
                    </a:cubicBezTo>
                    <a:cubicBezTo>
                      <a:pt x="15245" y="11068"/>
                      <a:pt x="13944" y="10234"/>
                      <a:pt x="12910" y="9467"/>
                    </a:cubicBezTo>
                    <a:cubicBezTo>
                      <a:pt x="11008" y="8066"/>
                      <a:pt x="9074" y="6131"/>
                      <a:pt x="7306" y="4630"/>
                    </a:cubicBezTo>
                    <a:cubicBezTo>
                      <a:pt x="5438" y="3062"/>
                      <a:pt x="4203" y="1628"/>
                      <a:pt x="2502" y="193"/>
                    </a:cubicBezTo>
                    <a:cubicBezTo>
                      <a:pt x="2341" y="68"/>
                      <a:pt x="2142" y="1"/>
                      <a:pt x="194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2353;p66">
                <a:extLst>
                  <a:ext uri="{FF2B5EF4-FFF2-40B4-BE49-F238E27FC236}">
                    <a16:creationId xmlns:a16="http://schemas.microsoft.com/office/drawing/2014/main" id="{B957D1E3-A586-3E90-AD1F-459A1C30AB56}"/>
                  </a:ext>
                </a:extLst>
              </p:cNvPr>
              <p:cNvSpPr/>
              <p:nvPr/>
            </p:nvSpPr>
            <p:spPr>
              <a:xfrm>
                <a:off x="394729" y="4456963"/>
                <a:ext cx="275100" cy="241095"/>
              </a:xfrm>
              <a:custGeom>
                <a:avLst/>
                <a:gdLst/>
                <a:ahLst/>
                <a:cxnLst/>
                <a:rect l="l" t="t" r="r" b="b"/>
                <a:pathLst>
                  <a:path w="12143" h="10642" extrusionOk="0">
                    <a:moveTo>
                      <a:pt x="1" y="1"/>
                    </a:moveTo>
                    <a:lnTo>
                      <a:pt x="1" y="1"/>
                    </a:lnTo>
                    <a:cubicBezTo>
                      <a:pt x="134" y="134"/>
                      <a:pt x="268" y="301"/>
                      <a:pt x="435" y="434"/>
                    </a:cubicBezTo>
                    <a:lnTo>
                      <a:pt x="1669" y="1635"/>
                    </a:lnTo>
                    <a:cubicBezTo>
                      <a:pt x="2736" y="2636"/>
                      <a:pt x="4204" y="4037"/>
                      <a:pt x="5872" y="5538"/>
                    </a:cubicBezTo>
                    <a:lnTo>
                      <a:pt x="8207" y="7673"/>
                    </a:lnTo>
                    <a:cubicBezTo>
                      <a:pt x="8841" y="8240"/>
                      <a:pt x="9508" y="8774"/>
                      <a:pt x="10242" y="9274"/>
                    </a:cubicBezTo>
                    <a:cubicBezTo>
                      <a:pt x="10842" y="9674"/>
                      <a:pt x="11309" y="10041"/>
                      <a:pt x="11643" y="10275"/>
                    </a:cubicBezTo>
                    <a:cubicBezTo>
                      <a:pt x="11809" y="10408"/>
                      <a:pt x="11976" y="10542"/>
                      <a:pt x="12143" y="10642"/>
                    </a:cubicBezTo>
                    <a:cubicBezTo>
                      <a:pt x="12010" y="10508"/>
                      <a:pt x="11876" y="10341"/>
                      <a:pt x="11709" y="10241"/>
                    </a:cubicBezTo>
                    <a:cubicBezTo>
                      <a:pt x="11409" y="9975"/>
                      <a:pt x="10942" y="9608"/>
                      <a:pt x="10342" y="9141"/>
                    </a:cubicBezTo>
                    <a:cubicBezTo>
                      <a:pt x="9641" y="8640"/>
                      <a:pt x="9007" y="8106"/>
                      <a:pt x="8374" y="7539"/>
                    </a:cubicBezTo>
                    <a:cubicBezTo>
                      <a:pt x="7640" y="6872"/>
                      <a:pt x="6873" y="6138"/>
                      <a:pt x="6039" y="5405"/>
                    </a:cubicBezTo>
                    <a:cubicBezTo>
                      <a:pt x="4404" y="3870"/>
                      <a:pt x="2903" y="2536"/>
                      <a:pt x="1802" y="1535"/>
                    </a:cubicBezTo>
                    <a:lnTo>
                      <a:pt x="501" y="401"/>
                    </a:lnTo>
                    <a:cubicBezTo>
                      <a:pt x="335" y="234"/>
                      <a:pt x="168" y="101"/>
                      <a:pt x="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2354;p66">
                <a:extLst>
                  <a:ext uri="{FF2B5EF4-FFF2-40B4-BE49-F238E27FC236}">
                    <a16:creationId xmlns:a16="http://schemas.microsoft.com/office/drawing/2014/main" id="{30FDC926-5932-6F4D-B248-8F65A9D888C5}"/>
                  </a:ext>
                </a:extLst>
              </p:cNvPr>
              <p:cNvSpPr/>
              <p:nvPr/>
            </p:nvSpPr>
            <p:spPr>
              <a:xfrm>
                <a:off x="366025" y="4496269"/>
                <a:ext cx="278883" cy="223695"/>
              </a:xfrm>
              <a:custGeom>
                <a:avLst/>
                <a:gdLst/>
                <a:ahLst/>
                <a:cxnLst/>
                <a:rect l="l" t="t" r="r" b="b"/>
                <a:pathLst>
                  <a:path w="12310" h="9874" extrusionOk="0">
                    <a:moveTo>
                      <a:pt x="0" y="0"/>
                    </a:moveTo>
                    <a:lnTo>
                      <a:pt x="0" y="0"/>
                    </a:lnTo>
                    <a:cubicBezTo>
                      <a:pt x="134" y="167"/>
                      <a:pt x="267" y="334"/>
                      <a:pt x="434" y="467"/>
                    </a:cubicBezTo>
                    <a:cubicBezTo>
                      <a:pt x="701" y="767"/>
                      <a:pt x="1135" y="1168"/>
                      <a:pt x="1635" y="1668"/>
                    </a:cubicBezTo>
                    <a:cubicBezTo>
                      <a:pt x="2669" y="2635"/>
                      <a:pt x="4170" y="3936"/>
                      <a:pt x="5871" y="5304"/>
                    </a:cubicBezTo>
                    <a:cubicBezTo>
                      <a:pt x="7572" y="6705"/>
                      <a:pt x="9174" y="7839"/>
                      <a:pt x="10341" y="8640"/>
                    </a:cubicBezTo>
                    <a:cubicBezTo>
                      <a:pt x="10942" y="9040"/>
                      <a:pt x="11442" y="9374"/>
                      <a:pt x="11775" y="9574"/>
                    </a:cubicBezTo>
                    <a:cubicBezTo>
                      <a:pt x="11942" y="9707"/>
                      <a:pt x="12109" y="9807"/>
                      <a:pt x="12309" y="9874"/>
                    </a:cubicBezTo>
                    <a:cubicBezTo>
                      <a:pt x="12142" y="9741"/>
                      <a:pt x="11976" y="9607"/>
                      <a:pt x="11809" y="9507"/>
                    </a:cubicBezTo>
                    <a:lnTo>
                      <a:pt x="10441" y="8506"/>
                    </a:lnTo>
                    <a:cubicBezTo>
                      <a:pt x="9274" y="7706"/>
                      <a:pt x="7706" y="6538"/>
                      <a:pt x="6005" y="5171"/>
                    </a:cubicBezTo>
                    <a:cubicBezTo>
                      <a:pt x="4303" y="3803"/>
                      <a:pt x="2802" y="2502"/>
                      <a:pt x="1735" y="1568"/>
                    </a:cubicBezTo>
                    <a:lnTo>
                      <a:pt x="501" y="434"/>
                    </a:lnTo>
                    <a:cubicBezTo>
                      <a:pt x="334" y="267"/>
                      <a:pt x="167" y="134"/>
                      <a:pt x="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2355;p66">
                <a:extLst>
                  <a:ext uri="{FF2B5EF4-FFF2-40B4-BE49-F238E27FC236}">
                    <a16:creationId xmlns:a16="http://schemas.microsoft.com/office/drawing/2014/main" id="{FEDDFC1A-2F9A-A93A-5F2C-13FC07668DDF}"/>
                  </a:ext>
                </a:extLst>
              </p:cNvPr>
              <p:cNvSpPr/>
              <p:nvPr/>
            </p:nvSpPr>
            <p:spPr>
              <a:xfrm>
                <a:off x="412876" y="4532540"/>
                <a:ext cx="64250" cy="63502"/>
              </a:xfrm>
              <a:custGeom>
                <a:avLst/>
                <a:gdLst/>
                <a:ahLst/>
                <a:cxnLst/>
                <a:rect l="l" t="t" r="r" b="b"/>
                <a:pathLst>
                  <a:path w="2836" h="2803" extrusionOk="0">
                    <a:moveTo>
                      <a:pt x="2836" y="0"/>
                    </a:moveTo>
                    <a:lnTo>
                      <a:pt x="2836" y="0"/>
                    </a:lnTo>
                    <a:cubicBezTo>
                      <a:pt x="1768" y="834"/>
                      <a:pt x="834" y="1768"/>
                      <a:pt x="1" y="2802"/>
                    </a:cubicBezTo>
                    <a:cubicBezTo>
                      <a:pt x="534" y="2435"/>
                      <a:pt x="1035" y="1968"/>
                      <a:pt x="1502" y="1501"/>
                    </a:cubicBezTo>
                    <a:cubicBezTo>
                      <a:pt x="1969" y="1034"/>
                      <a:pt x="2436" y="534"/>
                      <a:pt x="2836"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2356;p66">
                <a:extLst>
                  <a:ext uri="{FF2B5EF4-FFF2-40B4-BE49-F238E27FC236}">
                    <a16:creationId xmlns:a16="http://schemas.microsoft.com/office/drawing/2014/main" id="{536C90B7-C75F-8A9F-E909-87CCCAAF8105}"/>
                  </a:ext>
                </a:extLst>
              </p:cNvPr>
              <p:cNvSpPr/>
              <p:nvPr/>
            </p:nvSpPr>
            <p:spPr>
              <a:xfrm>
                <a:off x="556463" y="4665547"/>
                <a:ext cx="68033" cy="65767"/>
              </a:xfrm>
              <a:custGeom>
                <a:avLst/>
                <a:gdLst/>
                <a:ahLst/>
                <a:cxnLst/>
                <a:rect l="l" t="t" r="r" b="b"/>
                <a:pathLst>
                  <a:path w="3003" h="2903" extrusionOk="0">
                    <a:moveTo>
                      <a:pt x="3003" y="0"/>
                    </a:moveTo>
                    <a:lnTo>
                      <a:pt x="3003" y="0"/>
                    </a:lnTo>
                    <a:cubicBezTo>
                      <a:pt x="2435" y="401"/>
                      <a:pt x="1902" y="868"/>
                      <a:pt x="1435" y="1368"/>
                    </a:cubicBezTo>
                    <a:cubicBezTo>
                      <a:pt x="901" y="1835"/>
                      <a:pt x="401" y="2335"/>
                      <a:pt x="0" y="2902"/>
                    </a:cubicBezTo>
                    <a:cubicBezTo>
                      <a:pt x="567" y="2502"/>
                      <a:pt x="1101" y="2035"/>
                      <a:pt x="1568" y="1535"/>
                    </a:cubicBezTo>
                    <a:cubicBezTo>
                      <a:pt x="2102" y="1068"/>
                      <a:pt x="2602" y="534"/>
                      <a:pt x="3003"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2357;p66">
                <a:extLst>
                  <a:ext uri="{FF2B5EF4-FFF2-40B4-BE49-F238E27FC236}">
                    <a16:creationId xmlns:a16="http://schemas.microsoft.com/office/drawing/2014/main" id="{7DEBE1D2-0C39-7ECC-0889-55CC8E172C72}"/>
                  </a:ext>
                </a:extLst>
              </p:cNvPr>
              <p:cNvSpPr/>
              <p:nvPr/>
            </p:nvSpPr>
            <p:spPr>
              <a:xfrm>
                <a:off x="1120210" y="3594713"/>
                <a:ext cx="68033" cy="106569"/>
              </a:xfrm>
              <a:custGeom>
                <a:avLst/>
                <a:gdLst/>
                <a:ahLst/>
                <a:cxnLst/>
                <a:rect l="l" t="t" r="r" b="b"/>
                <a:pathLst>
                  <a:path w="3003" h="4704" extrusionOk="0">
                    <a:moveTo>
                      <a:pt x="3003" y="0"/>
                    </a:moveTo>
                    <a:lnTo>
                      <a:pt x="3003" y="0"/>
                    </a:lnTo>
                    <a:cubicBezTo>
                      <a:pt x="2403" y="734"/>
                      <a:pt x="1869" y="1501"/>
                      <a:pt x="1402" y="2302"/>
                    </a:cubicBezTo>
                    <a:cubicBezTo>
                      <a:pt x="868" y="3069"/>
                      <a:pt x="401" y="3870"/>
                      <a:pt x="1" y="4703"/>
                    </a:cubicBezTo>
                    <a:cubicBezTo>
                      <a:pt x="568" y="3970"/>
                      <a:pt x="1102" y="3202"/>
                      <a:pt x="1602" y="2402"/>
                    </a:cubicBezTo>
                    <a:cubicBezTo>
                      <a:pt x="2136" y="1635"/>
                      <a:pt x="2603" y="834"/>
                      <a:pt x="3003"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2358;p66">
                <a:extLst>
                  <a:ext uri="{FF2B5EF4-FFF2-40B4-BE49-F238E27FC236}">
                    <a16:creationId xmlns:a16="http://schemas.microsoft.com/office/drawing/2014/main" id="{E590A280-83E3-7376-DA1D-29086D445A21}"/>
                  </a:ext>
                </a:extLst>
              </p:cNvPr>
              <p:cNvSpPr/>
              <p:nvPr/>
            </p:nvSpPr>
            <p:spPr>
              <a:xfrm>
                <a:off x="1416447" y="3590930"/>
                <a:ext cx="52174" cy="113366"/>
              </a:xfrm>
              <a:custGeom>
                <a:avLst/>
                <a:gdLst/>
                <a:ahLst/>
                <a:cxnLst/>
                <a:rect l="l" t="t" r="r" b="b"/>
                <a:pathLst>
                  <a:path w="2303" h="5004" extrusionOk="0">
                    <a:moveTo>
                      <a:pt x="1" y="0"/>
                    </a:moveTo>
                    <a:cubicBezTo>
                      <a:pt x="268" y="868"/>
                      <a:pt x="635" y="1735"/>
                      <a:pt x="1068" y="2535"/>
                    </a:cubicBezTo>
                    <a:cubicBezTo>
                      <a:pt x="1402" y="3403"/>
                      <a:pt x="1835" y="4237"/>
                      <a:pt x="2302" y="5004"/>
                    </a:cubicBezTo>
                    <a:cubicBezTo>
                      <a:pt x="1669" y="3269"/>
                      <a:pt x="901" y="1601"/>
                      <a:pt x="1"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2359;p66">
                <a:extLst>
                  <a:ext uri="{FF2B5EF4-FFF2-40B4-BE49-F238E27FC236}">
                    <a16:creationId xmlns:a16="http://schemas.microsoft.com/office/drawing/2014/main" id="{80ACE7E9-47A0-FDB8-AC16-1841674FC9C0}"/>
                  </a:ext>
                </a:extLst>
              </p:cNvPr>
              <p:cNvSpPr/>
              <p:nvPr/>
            </p:nvSpPr>
            <p:spPr>
              <a:xfrm>
                <a:off x="1984000" y="4197948"/>
                <a:ext cx="272812" cy="387695"/>
              </a:xfrm>
              <a:custGeom>
                <a:avLst/>
                <a:gdLst/>
                <a:ahLst/>
                <a:cxnLst/>
                <a:rect l="l" t="t" r="r" b="b"/>
                <a:pathLst>
                  <a:path w="12042" h="17113" extrusionOk="0">
                    <a:moveTo>
                      <a:pt x="9723" y="0"/>
                    </a:moveTo>
                    <a:cubicBezTo>
                      <a:pt x="9520" y="0"/>
                      <a:pt x="9313" y="30"/>
                      <a:pt x="9107" y="92"/>
                    </a:cubicBezTo>
                    <a:cubicBezTo>
                      <a:pt x="7872" y="526"/>
                      <a:pt x="7372" y="1960"/>
                      <a:pt x="6838" y="3161"/>
                    </a:cubicBezTo>
                    <a:cubicBezTo>
                      <a:pt x="5904" y="5329"/>
                      <a:pt x="4437" y="7164"/>
                      <a:pt x="3102" y="9099"/>
                    </a:cubicBezTo>
                    <a:cubicBezTo>
                      <a:pt x="1735" y="11000"/>
                      <a:pt x="500" y="13068"/>
                      <a:pt x="100" y="15370"/>
                    </a:cubicBezTo>
                    <a:cubicBezTo>
                      <a:pt x="0" y="15737"/>
                      <a:pt x="67" y="16104"/>
                      <a:pt x="300" y="16404"/>
                    </a:cubicBezTo>
                    <a:cubicBezTo>
                      <a:pt x="567" y="16637"/>
                      <a:pt x="967" y="16604"/>
                      <a:pt x="1301" y="16637"/>
                    </a:cubicBezTo>
                    <a:cubicBezTo>
                      <a:pt x="1901" y="16671"/>
                      <a:pt x="2468" y="17038"/>
                      <a:pt x="3069" y="17104"/>
                    </a:cubicBezTo>
                    <a:cubicBezTo>
                      <a:pt x="3120" y="17110"/>
                      <a:pt x="3171" y="17113"/>
                      <a:pt x="3221" y="17113"/>
                    </a:cubicBezTo>
                    <a:cubicBezTo>
                      <a:pt x="3763" y="17113"/>
                      <a:pt x="4256" y="16792"/>
                      <a:pt x="4470" y="16304"/>
                    </a:cubicBezTo>
                    <a:lnTo>
                      <a:pt x="10975" y="4495"/>
                    </a:lnTo>
                    <a:cubicBezTo>
                      <a:pt x="11508" y="3528"/>
                      <a:pt x="12042" y="2461"/>
                      <a:pt x="11708" y="1427"/>
                    </a:cubicBezTo>
                    <a:cubicBezTo>
                      <a:pt x="11410" y="559"/>
                      <a:pt x="10605" y="0"/>
                      <a:pt x="972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2360;p66">
                <a:extLst>
                  <a:ext uri="{FF2B5EF4-FFF2-40B4-BE49-F238E27FC236}">
                    <a16:creationId xmlns:a16="http://schemas.microsoft.com/office/drawing/2014/main" id="{43B39B5B-E764-2D0E-DB6A-B4C2F788F655}"/>
                  </a:ext>
                </a:extLst>
              </p:cNvPr>
              <p:cNvSpPr/>
              <p:nvPr/>
            </p:nvSpPr>
            <p:spPr>
              <a:xfrm>
                <a:off x="2027815" y="4249148"/>
                <a:ext cx="151924" cy="319685"/>
              </a:xfrm>
              <a:custGeom>
                <a:avLst/>
                <a:gdLst/>
                <a:ahLst/>
                <a:cxnLst/>
                <a:rect l="l" t="t" r="r" b="b"/>
                <a:pathLst>
                  <a:path w="6706" h="14111" extrusionOk="0">
                    <a:moveTo>
                      <a:pt x="6706" y="0"/>
                    </a:moveTo>
                    <a:lnTo>
                      <a:pt x="6706" y="0"/>
                    </a:lnTo>
                    <a:cubicBezTo>
                      <a:pt x="6572" y="167"/>
                      <a:pt x="6505" y="334"/>
                      <a:pt x="6405" y="534"/>
                    </a:cubicBezTo>
                    <a:cubicBezTo>
                      <a:pt x="6239" y="934"/>
                      <a:pt x="6005" y="1468"/>
                      <a:pt x="5738" y="2069"/>
                    </a:cubicBezTo>
                    <a:cubicBezTo>
                      <a:pt x="5171" y="3336"/>
                      <a:pt x="4371" y="5137"/>
                      <a:pt x="3437" y="7106"/>
                    </a:cubicBezTo>
                    <a:cubicBezTo>
                      <a:pt x="2503" y="9040"/>
                      <a:pt x="1635" y="10808"/>
                      <a:pt x="1001" y="12076"/>
                    </a:cubicBezTo>
                    <a:lnTo>
                      <a:pt x="234" y="13577"/>
                    </a:lnTo>
                    <a:cubicBezTo>
                      <a:pt x="168" y="13744"/>
                      <a:pt x="67" y="13944"/>
                      <a:pt x="1" y="14111"/>
                    </a:cubicBezTo>
                    <a:cubicBezTo>
                      <a:pt x="134" y="13944"/>
                      <a:pt x="234" y="13777"/>
                      <a:pt x="334" y="13610"/>
                    </a:cubicBezTo>
                    <a:cubicBezTo>
                      <a:pt x="534" y="13277"/>
                      <a:pt x="801" y="12776"/>
                      <a:pt x="1135" y="12142"/>
                    </a:cubicBezTo>
                    <a:cubicBezTo>
                      <a:pt x="1802" y="10908"/>
                      <a:pt x="2736" y="9140"/>
                      <a:pt x="3637" y="7206"/>
                    </a:cubicBezTo>
                    <a:cubicBezTo>
                      <a:pt x="4571" y="5238"/>
                      <a:pt x="5338" y="3436"/>
                      <a:pt x="5872" y="2135"/>
                    </a:cubicBezTo>
                    <a:cubicBezTo>
                      <a:pt x="6138" y="1468"/>
                      <a:pt x="6372" y="934"/>
                      <a:pt x="6505" y="568"/>
                    </a:cubicBezTo>
                    <a:cubicBezTo>
                      <a:pt x="6572" y="367"/>
                      <a:pt x="6639" y="201"/>
                      <a:pt x="670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2361;p66">
                <a:extLst>
                  <a:ext uri="{FF2B5EF4-FFF2-40B4-BE49-F238E27FC236}">
                    <a16:creationId xmlns:a16="http://schemas.microsoft.com/office/drawing/2014/main" id="{02D84246-550B-7E89-E6A5-9081D793458C}"/>
                  </a:ext>
                </a:extLst>
              </p:cNvPr>
              <p:cNvSpPr/>
              <p:nvPr/>
            </p:nvSpPr>
            <p:spPr>
              <a:xfrm>
                <a:off x="1987013" y="4196249"/>
                <a:ext cx="176868" cy="324216"/>
              </a:xfrm>
              <a:custGeom>
                <a:avLst/>
                <a:gdLst/>
                <a:ahLst/>
                <a:cxnLst/>
                <a:rect l="l" t="t" r="r" b="b"/>
                <a:pathLst>
                  <a:path w="7807" h="14311" extrusionOk="0">
                    <a:moveTo>
                      <a:pt x="7806" y="0"/>
                    </a:moveTo>
                    <a:lnTo>
                      <a:pt x="7806" y="0"/>
                    </a:lnTo>
                    <a:cubicBezTo>
                      <a:pt x="7639" y="167"/>
                      <a:pt x="7506" y="367"/>
                      <a:pt x="7406" y="534"/>
                    </a:cubicBezTo>
                    <a:cubicBezTo>
                      <a:pt x="7172" y="868"/>
                      <a:pt x="6839" y="1368"/>
                      <a:pt x="6438" y="2002"/>
                    </a:cubicBezTo>
                    <a:cubicBezTo>
                      <a:pt x="5638" y="3236"/>
                      <a:pt x="4570" y="4971"/>
                      <a:pt x="3503" y="6972"/>
                    </a:cubicBezTo>
                    <a:cubicBezTo>
                      <a:pt x="2436" y="8940"/>
                      <a:pt x="1535" y="10775"/>
                      <a:pt x="934" y="12109"/>
                    </a:cubicBezTo>
                    <a:cubicBezTo>
                      <a:pt x="634" y="12776"/>
                      <a:pt x="401" y="13343"/>
                      <a:pt x="234" y="13710"/>
                    </a:cubicBezTo>
                    <a:cubicBezTo>
                      <a:pt x="134" y="13910"/>
                      <a:pt x="67" y="14111"/>
                      <a:pt x="0" y="14311"/>
                    </a:cubicBezTo>
                    <a:cubicBezTo>
                      <a:pt x="134" y="14144"/>
                      <a:pt x="234" y="13944"/>
                      <a:pt x="301" y="13744"/>
                    </a:cubicBezTo>
                    <a:lnTo>
                      <a:pt x="1068" y="12176"/>
                    </a:lnTo>
                    <a:cubicBezTo>
                      <a:pt x="1735" y="10875"/>
                      <a:pt x="2636" y="9074"/>
                      <a:pt x="3703" y="7072"/>
                    </a:cubicBezTo>
                    <a:cubicBezTo>
                      <a:pt x="4771" y="5071"/>
                      <a:pt x="5805" y="3303"/>
                      <a:pt x="6572" y="2069"/>
                    </a:cubicBezTo>
                    <a:lnTo>
                      <a:pt x="7472" y="568"/>
                    </a:lnTo>
                    <a:cubicBezTo>
                      <a:pt x="7606" y="401"/>
                      <a:pt x="7706" y="201"/>
                      <a:pt x="780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2362;p66">
                <a:extLst>
                  <a:ext uri="{FF2B5EF4-FFF2-40B4-BE49-F238E27FC236}">
                    <a16:creationId xmlns:a16="http://schemas.microsoft.com/office/drawing/2014/main" id="{FC88D509-DDA1-04CF-1D18-33A1725ED11B}"/>
                  </a:ext>
                </a:extLst>
              </p:cNvPr>
              <p:cNvSpPr/>
              <p:nvPr/>
            </p:nvSpPr>
            <p:spPr>
              <a:xfrm>
                <a:off x="2020270" y="4456849"/>
                <a:ext cx="98255" cy="43226"/>
              </a:xfrm>
              <a:custGeom>
                <a:avLst/>
                <a:gdLst/>
                <a:ahLst/>
                <a:cxnLst/>
                <a:rect l="l" t="t" r="r" b="b"/>
                <a:pathLst>
                  <a:path w="4337" h="1908" extrusionOk="0">
                    <a:moveTo>
                      <a:pt x="13" y="0"/>
                    </a:moveTo>
                    <a:cubicBezTo>
                      <a:pt x="6" y="0"/>
                      <a:pt x="2" y="2"/>
                      <a:pt x="0" y="6"/>
                    </a:cubicBezTo>
                    <a:cubicBezTo>
                      <a:pt x="634" y="506"/>
                      <a:pt x="1301" y="906"/>
                      <a:pt x="2035" y="1207"/>
                    </a:cubicBezTo>
                    <a:cubicBezTo>
                      <a:pt x="2769" y="1573"/>
                      <a:pt x="3536" y="1807"/>
                      <a:pt x="4303" y="1907"/>
                    </a:cubicBezTo>
                    <a:cubicBezTo>
                      <a:pt x="4337" y="1874"/>
                      <a:pt x="3303" y="1540"/>
                      <a:pt x="2135" y="1006"/>
                    </a:cubicBezTo>
                    <a:cubicBezTo>
                      <a:pt x="1031" y="533"/>
                      <a:pt x="136" y="0"/>
                      <a:pt x="13"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2363;p66">
                <a:extLst>
                  <a:ext uri="{FF2B5EF4-FFF2-40B4-BE49-F238E27FC236}">
                    <a16:creationId xmlns:a16="http://schemas.microsoft.com/office/drawing/2014/main" id="{B3E7A2C4-1869-EBAE-3835-2B082F5A1233}"/>
                  </a:ext>
                </a:extLst>
              </p:cNvPr>
              <p:cNvSpPr/>
              <p:nvPr/>
            </p:nvSpPr>
            <p:spPr>
              <a:xfrm>
                <a:off x="2135131" y="4246135"/>
                <a:ext cx="99025" cy="58948"/>
              </a:xfrm>
              <a:custGeom>
                <a:avLst/>
                <a:gdLst/>
                <a:ahLst/>
                <a:cxnLst/>
                <a:rect l="l" t="t" r="r" b="b"/>
                <a:pathLst>
                  <a:path w="4371" h="2602" extrusionOk="0">
                    <a:moveTo>
                      <a:pt x="0" y="0"/>
                    </a:moveTo>
                    <a:cubicBezTo>
                      <a:pt x="668" y="500"/>
                      <a:pt x="1401" y="934"/>
                      <a:pt x="2135" y="1368"/>
                    </a:cubicBezTo>
                    <a:cubicBezTo>
                      <a:pt x="2836" y="1801"/>
                      <a:pt x="3603" y="2235"/>
                      <a:pt x="4370" y="2602"/>
                    </a:cubicBezTo>
                    <a:cubicBezTo>
                      <a:pt x="3703" y="2068"/>
                      <a:pt x="3003" y="1568"/>
                      <a:pt x="2269" y="1168"/>
                    </a:cubicBezTo>
                    <a:cubicBezTo>
                      <a:pt x="1535" y="701"/>
                      <a:pt x="801" y="300"/>
                      <a:pt x="0"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2" name="Google Shape;2412;p66">
              <a:extLst>
                <a:ext uri="{FF2B5EF4-FFF2-40B4-BE49-F238E27FC236}">
                  <a16:creationId xmlns:a16="http://schemas.microsoft.com/office/drawing/2014/main" id="{7948C5B3-96CA-215C-6F08-481834A6A520}"/>
                </a:ext>
              </a:extLst>
            </p:cNvPr>
            <p:cNvSpPr/>
            <p:nvPr/>
          </p:nvSpPr>
          <p:spPr>
            <a:xfrm>
              <a:off x="2303150" y="3266675"/>
              <a:ext cx="120300" cy="1203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2413;p66">
              <a:extLst>
                <a:ext uri="{FF2B5EF4-FFF2-40B4-BE49-F238E27FC236}">
                  <a16:creationId xmlns:a16="http://schemas.microsoft.com/office/drawing/2014/main" id="{342BA12B-5A2D-CAF1-3255-D7B5408F8B36}"/>
                </a:ext>
              </a:extLst>
            </p:cNvPr>
            <p:cNvSpPr/>
            <p:nvPr/>
          </p:nvSpPr>
          <p:spPr>
            <a:xfrm>
              <a:off x="1146075" y="3748375"/>
              <a:ext cx="57000" cy="57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2414;p66">
              <a:extLst>
                <a:ext uri="{FF2B5EF4-FFF2-40B4-BE49-F238E27FC236}">
                  <a16:creationId xmlns:a16="http://schemas.microsoft.com/office/drawing/2014/main" id="{AA26F521-EBD4-8211-34AA-FD0EBC2DE1D3}"/>
                </a:ext>
              </a:extLst>
            </p:cNvPr>
            <p:cNvSpPr/>
            <p:nvPr/>
          </p:nvSpPr>
          <p:spPr>
            <a:xfrm>
              <a:off x="3050825" y="4390375"/>
              <a:ext cx="214800" cy="214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2415;p66">
              <a:extLst>
                <a:ext uri="{FF2B5EF4-FFF2-40B4-BE49-F238E27FC236}">
                  <a16:creationId xmlns:a16="http://schemas.microsoft.com/office/drawing/2014/main" id="{AAD271F9-BBA6-D7E7-993E-BE32F2E3FCDC}"/>
                </a:ext>
              </a:extLst>
            </p:cNvPr>
            <p:cNvSpPr/>
            <p:nvPr/>
          </p:nvSpPr>
          <p:spPr>
            <a:xfrm>
              <a:off x="406200" y="3978825"/>
              <a:ext cx="120300" cy="1203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 name="TextBox 12">
            <a:extLst>
              <a:ext uri="{FF2B5EF4-FFF2-40B4-BE49-F238E27FC236}">
                <a16:creationId xmlns:a16="http://schemas.microsoft.com/office/drawing/2014/main" id="{FEEEC89E-2F63-6CA6-4565-E112FBBD1E20}"/>
              </a:ext>
            </a:extLst>
          </p:cNvPr>
          <p:cNvSpPr txBox="1"/>
          <p:nvPr/>
        </p:nvSpPr>
        <p:spPr>
          <a:xfrm>
            <a:off x="2227410" y="1443029"/>
            <a:ext cx="3121335" cy="1354217"/>
          </a:xfrm>
          <a:prstGeom prst="rect">
            <a:avLst/>
          </a:prstGeom>
          <a:noFill/>
        </p:spPr>
        <p:txBody>
          <a:bodyPr wrap="square" rtlCol="0">
            <a:spAutoFit/>
          </a:bodyPr>
          <a:lstStyle/>
          <a:p>
            <a:pPr algn="r" rtl="1"/>
            <a:r>
              <a:rPr lang="fa-IR" sz="1300" b="1">
                <a:solidFill>
                  <a:schemeClr val="accent3"/>
                </a:solidFill>
                <a:latin typeface="Vazir" panose="020B0603030804020204" pitchFamily="34" charset="-78"/>
                <a:cs typeface="Vazir" panose="020B0603030804020204" pitchFamily="34" charset="-78"/>
              </a:rPr>
              <a:t>بخش3</a:t>
            </a:r>
            <a:r>
              <a:rPr lang="en-US" sz="1300" b="1">
                <a:solidFill>
                  <a:schemeClr val="accent3"/>
                </a:solidFill>
                <a:latin typeface="Vazir" panose="020B0603030804020204" pitchFamily="34" charset="-78"/>
                <a:cs typeface="Vazir" panose="020B0603030804020204" pitchFamily="34" charset="-78"/>
              </a:rPr>
              <a:t> </a:t>
            </a:r>
            <a:r>
              <a:rPr lang="fa-IR" sz="1300" b="1">
                <a:solidFill>
                  <a:schemeClr val="accent3"/>
                </a:solidFill>
                <a:latin typeface="Vazir" panose="020B0603030804020204" pitchFamily="34" charset="-78"/>
                <a:cs typeface="Vazir" panose="020B0603030804020204" pitchFamily="34" charset="-78"/>
              </a:rPr>
              <a:t>: ورود به محاسبات و برنامه نویسی</a:t>
            </a:r>
            <a:endParaRPr lang="en-US" sz="1300" b="1">
              <a:solidFill>
                <a:schemeClr val="accent3"/>
              </a:solidFill>
              <a:latin typeface="Vazir" panose="020B0603030804020204" pitchFamily="34" charset="-78"/>
              <a:cs typeface="Vazir" panose="020B0603030804020204" pitchFamily="34" charset="-78"/>
            </a:endParaRPr>
          </a:p>
          <a:p>
            <a:pPr marL="0" lvl="0" indent="0" algn="r" rtl="1">
              <a:buFont typeface="Arial"/>
              <a:buNone/>
            </a:pPr>
            <a:r>
              <a:rPr lang="fa-IR">
                <a:cs typeface="Mitra" panose="00000400000000000000" pitchFamily="2" charset="-78"/>
              </a:rPr>
              <a:t>محاسبات ریاضی شاخص جینی</a:t>
            </a:r>
          </a:p>
          <a:p>
            <a:pPr marL="0" lvl="0" indent="0" algn="r" rtl="1">
              <a:buFont typeface="Arial"/>
              <a:buNone/>
            </a:pPr>
            <a:r>
              <a:rPr lang="fa-IR">
                <a:cs typeface="Mitra" panose="00000400000000000000" pitchFamily="2" charset="-78"/>
              </a:rPr>
              <a:t>نوشتن برنامه‌ای برای بدست آوردن مقدار ناخالصی جینی</a:t>
            </a:r>
          </a:p>
          <a:p>
            <a:pPr marL="0" lvl="0" indent="0" algn="r" rtl="1">
              <a:buFont typeface="Arial"/>
              <a:buNone/>
            </a:pPr>
            <a:r>
              <a:rPr lang="fa-IR">
                <a:cs typeface="Mitra" panose="00000400000000000000" pitchFamily="2" charset="-78"/>
              </a:rPr>
              <a:t>استفاده از رگرسیون با کمک برنامه نویسی پایتون</a:t>
            </a:r>
          </a:p>
          <a:p>
            <a:pPr marL="0" lvl="0" indent="0" algn="r" rtl="1">
              <a:buFont typeface="Arial"/>
              <a:buNone/>
            </a:pPr>
            <a:r>
              <a:rPr lang="fa-IR">
                <a:cs typeface="Mitra" panose="00000400000000000000" pitchFamily="2" charset="-78"/>
              </a:rPr>
              <a:t>پیاده سازی مدلی از </a:t>
            </a:r>
            <a:r>
              <a:rPr lang="en-US">
                <a:cs typeface="Mitra" panose="00000400000000000000" pitchFamily="2" charset="-78"/>
              </a:rPr>
              <a:t>Random Forest</a:t>
            </a:r>
          </a:p>
          <a:p>
            <a:pPr algn="r" rtl="1"/>
            <a:endParaRPr lang="en-US" sz="1300" b="1">
              <a:solidFill>
                <a:schemeClr val="accent3"/>
              </a:solidFill>
              <a:latin typeface="Vazir" panose="020B0603030804020204" pitchFamily="34" charset="-78"/>
              <a:cs typeface="Vazir" panose="020B0603030804020204" pitchFamily="34" charset="-7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1FBC8"/>
        </a:solidFill>
        <a:effectLst/>
      </p:bgPr>
    </p:bg>
    <p:spTree>
      <p:nvGrpSpPr>
        <p:cNvPr id="1" name="Shape 881"/>
        <p:cNvGrpSpPr/>
        <p:nvPr/>
      </p:nvGrpSpPr>
      <p:grpSpPr>
        <a:xfrm>
          <a:off x="0" y="0"/>
          <a:ext cx="0" cy="0"/>
          <a:chOff x="0" y="0"/>
          <a:chExt cx="0" cy="0"/>
        </a:xfrm>
      </p:grpSpPr>
      <p:grpSp>
        <p:nvGrpSpPr>
          <p:cNvPr id="2" name="Google Shape;921;p47">
            <a:extLst>
              <a:ext uri="{FF2B5EF4-FFF2-40B4-BE49-F238E27FC236}">
                <a16:creationId xmlns:a16="http://schemas.microsoft.com/office/drawing/2014/main" id="{3E6913E3-4BBC-C7AC-C0C4-39F6CC8A5877}"/>
              </a:ext>
            </a:extLst>
          </p:cNvPr>
          <p:cNvGrpSpPr/>
          <p:nvPr/>
        </p:nvGrpSpPr>
        <p:grpSpPr>
          <a:xfrm rot="3657457">
            <a:off x="1163489" y="-783528"/>
            <a:ext cx="7136436" cy="6668216"/>
            <a:chOff x="1692303" y="1064449"/>
            <a:chExt cx="4039148" cy="3868297"/>
          </a:xfrm>
          <a:solidFill>
            <a:schemeClr val="accent3"/>
          </a:solidFill>
        </p:grpSpPr>
        <p:sp>
          <p:nvSpPr>
            <p:cNvPr id="3" name="Google Shape;922;p47">
              <a:extLst>
                <a:ext uri="{FF2B5EF4-FFF2-40B4-BE49-F238E27FC236}">
                  <a16:creationId xmlns:a16="http://schemas.microsoft.com/office/drawing/2014/main" id="{2132038D-6F78-1D4D-1EB5-EDBB22FC22DD}"/>
                </a:ext>
              </a:extLst>
            </p:cNvPr>
            <p:cNvSpPr/>
            <p:nvPr/>
          </p:nvSpPr>
          <p:spPr>
            <a:xfrm rot="20427377">
              <a:off x="1692303" y="1064449"/>
              <a:ext cx="4039148" cy="3868297"/>
            </a:xfrm>
            <a:custGeom>
              <a:avLst/>
              <a:gdLst/>
              <a:ahLst/>
              <a:cxnLst/>
              <a:rect l="l" t="t" r="r" b="b"/>
              <a:pathLst>
                <a:path w="154472" h="148515" extrusionOk="0">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923;p47">
              <a:extLst>
                <a:ext uri="{FF2B5EF4-FFF2-40B4-BE49-F238E27FC236}">
                  <a16:creationId xmlns:a16="http://schemas.microsoft.com/office/drawing/2014/main" id="{E07F2EDC-54D3-8F5E-ADBE-617D31610612}"/>
                </a:ext>
              </a:extLst>
            </p:cNvPr>
            <p:cNvSpPr/>
            <p:nvPr/>
          </p:nvSpPr>
          <p:spPr>
            <a:xfrm>
              <a:off x="2818350" y="1817311"/>
              <a:ext cx="218125" cy="218125"/>
            </a:xfrm>
            <a:custGeom>
              <a:avLst/>
              <a:gdLst/>
              <a:ahLst/>
              <a:cxnLst/>
              <a:rect l="l" t="t" r="r" b="b"/>
              <a:pathLst>
                <a:path w="8725" h="8725" extrusionOk="0">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924;p47">
              <a:extLst>
                <a:ext uri="{FF2B5EF4-FFF2-40B4-BE49-F238E27FC236}">
                  <a16:creationId xmlns:a16="http://schemas.microsoft.com/office/drawing/2014/main" id="{BCBCA881-BCDF-A3BD-4D48-9BA97DA78250}"/>
                </a:ext>
              </a:extLst>
            </p:cNvPr>
            <p:cNvSpPr/>
            <p:nvPr/>
          </p:nvSpPr>
          <p:spPr>
            <a:xfrm>
              <a:off x="3016041" y="1693534"/>
              <a:ext cx="96525" cy="96525"/>
            </a:xfrm>
            <a:custGeom>
              <a:avLst/>
              <a:gdLst/>
              <a:ahLst/>
              <a:cxnLst/>
              <a:rect l="l" t="t" r="r" b="b"/>
              <a:pathLst>
                <a:path w="3861" h="3861" extrusionOk="0">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922;p47">
            <a:extLst>
              <a:ext uri="{FF2B5EF4-FFF2-40B4-BE49-F238E27FC236}">
                <a16:creationId xmlns:a16="http://schemas.microsoft.com/office/drawing/2014/main" id="{0EF4771B-B0F3-0D35-0224-02136443E6D9}"/>
              </a:ext>
            </a:extLst>
          </p:cNvPr>
          <p:cNvSpPr/>
          <p:nvPr/>
        </p:nvSpPr>
        <p:spPr>
          <a:xfrm rot="2484834">
            <a:off x="1666477" y="-405981"/>
            <a:ext cx="6130460" cy="5955461"/>
          </a:xfrm>
          <a:custGeom>
            <a:avLst/>
            <a:gdLst/>
            <a:ahLst/>
            <a:cxnLst/>
            <a:rect l="l" t="t" r="r" b="b"/>
            <a:pathLst>
              <a:path w="154472" h="148515" extrusionOk="0">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5"/>
          <p:cNvSpPr txBox="1">
            <a:spLocks noGrp="1"/>
          </p:cNvSpPr>
          <p:nvPr>
            <p:ph type="title"/>
          </p:nvPr>
        </p:nvSpPr>
        <p:spPr>
          <a:xfrm>
            <a:off x="2937328" y="1549201"/>
            <a:ext cx="2995349" cy="990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a-IR" sz="1800" b="1">
                <a:latin typeface="Vazir" panose="020B0603030804020204" pitchFamily="34" charset="-78"/>
                <a:cs typeface="Vazir" panose="020B0603030804020204" pitchFamily="34" charset="-78"/>
              </a:rPr>
              <a:t>بخش 1</a:t>
            </a:r>
            <a:br>
              <a:rPr lang="fa-IR" sz="2800" b="1">
                <a:latin typeface="Vazir" panose="020B0603030804020204" pitchFamily="34" charset="-78"/>
                <a:cs typeface="Vazir" panose="020B0603030804020204" pitchFamily="34" charset="-78"/>
              </a:rPr>
            </a:br>
            <a:r>
              <a:rPr lang="fa-IR" sz="2800" b="1">
                <a:latin typeface="Vazir" panose="020B0603030804020204" pitchFamily="34" charset="-78"/>
                <a:cs typeface="Vazir" panose="020B0603030804020204" pitchFamily="34" charset="-78"/>
              </a:rPr>
              <a:t>آشنایی با علم داده</a:t>
            </a:r>
            <a:endParaRPr sz="2800" b="1">
              <a:latin typeface="Vazir" panose="020B0603030804020204" pitchFamily="34" charset="-78"/>
              <a:cs typeface="Vazir" panose="020B0603030804020204" pitchFamily="34" charset="-78"/>
            </a:endParaRPr>
          </a:p>
        </p:txBody>
      </p:sp>
      <p:sp>
        <p:nvSpPr>
          <p:cNvPr id="883" name="Google Shape;883;p45"/>
          <p:cNvSpPr txBox="1">
            <a:spLocks noGrp="1"/>
          </p:cNvSpPr>
          <p:nvPr>
            <p:ph type="subTitle" idx="1"/>
          </p:nvPr>
        </p:nvSpPr>
        <p:spPr>
          <a:xfrm>
            <a:off x="1569744" y="2291903"/>
            <a:ext cx="4314300" cy="1311934"/>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endParaRPr lang="fa-IR">
              <a:cs typeface="Mitra" panose="00000400000000000000" pitchFamily="2" charset="-78"/>
            </a:endParaRPr>
          </a:p>
          <a:p>
            <a:pPr marL="0" lvl="0" indent="0" algn="r" rtl="0">
              <a:spcBef>
                <a:spcPts val="0"/>
              </a:spcBef>
              <a:spcAft>
                <a:spcPts val="0"/>
              </a:spcAft>
              <a:buNone/>
            </a:pPr>
            <a:r>
              <a:rPr lang="fa-IR" sz="1600">
                <a:cs typeface="Mitra" panose="00000400000000000000" pitchFamily="2" charset="-78"/>
              </a:rPr>
              <a:t>علم داده چیست؟ هدف از علم داده و کاربرد آن چیست؟</a:t>
            </a:r>
          </a:p>
          <a:p>
            <a:pPr marL="0" lvl="0" indent="0" algn="r" rtl="0">
              <a:spcBef>
                <a:spcPts val="0"/>
              </a:spcBef>
              <a:spcAft>
                <a:spcPts val="0"/>
              </a:spcAft>
              <a:buNone/>
            </a:pPr>
            <a:r>
              <a:rPr lang="fa-IR" sz="1600">
                <a:cs typeface="Mitra" panose="00000400000000000000" pitchFamily="2" charset="-78"/>
              </a:rPr>
              <a:t>معرفی بازار ها و فرصت ها.</a:t>
            </a:r>
          </a:p>
          <a:p>
            <a:pPr marL="0" lvl="0" indent="0" algn="r" rtl="0">
              <a:spcBef>
                <a:spcPts val="0"/>
              </a:spcBef>
              <a:spcAft>
                <a:spcPts val="0"/>
              </a:spcAft>
              <a:buNone/>
            </a:pPr>
            <a:r>
              <a:rPr lang="fa-IR" sz="1600">
                <a:cs typeface="Mitra" panose="00000400000000000000" pitchFamily="2" charset="-78"/>
              </a:rPr>
              <a:t>معرفی نقشه‌راه یادگیری علم داده</a:t>
            </a:r>
          </a:p>
          <a:p>
            <a:pPr marL="0" lvl="0" indent="0" algn="r" rtl="0">
              <a:spcBef>
                <a:spcPts val="0"/>
              </a:spcBef>
              <a:spcAft>
                <a:spcPts val="0"/>
              </a:spcAft>
              <a:buNone/>
            </a:pPr>
            <a:r>
              <a:rPr lang="fa-IR">
                <a:cs typeface="Mitra" panose="00000400000000000000" pitchFamily="2" charset="-78"/>
              </a:rPr>
              <a:t>‌</a:t>
            </a:r>
            <a:endParaRPr>
              <a:cs typeface="Mitra" panose="00000400000000000000" pitchFamily="2" charset="-7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grpSp>
        <p:nvGrpSpPr>
          <p:cNvPr id="921" name="Google Shape;921;p47"/>
          <p:cNvGrpSpPr/>
          <p:nvPr/>
        </p:nvGrpSpPr>
        <p:grpSpPr>
          <a:xfrm rot="-6901726">
            <a:off x="-3148222" y="1224340"/>
            <a:ext cx="10526452" cy="10365738"/>
            <a:chOff x="1132290" y="467842"/>
            <a:chExt cx="5085019" cy="4954098"/>
          </a:xfrm>
          <a:solidFill>
            <a:srgbClr val="01FBC8"/>
          </a:solidFill>
        </p:grpSpPr>
        <p:sp>
          <p:nvSpPr>
            <p:cNvPr id="922" name="Google Shape;922;p47"/>
            <p:cNvSpPr/>
            <p:nvPr/>
          </p:nvSpPr>
          <p:spPr>
            <a:xfrm rot="-1172623">
              <a:off x="1674207" y="1021347"/>
              <a:ext cx="4001184" cy="3847088"/>
            </a:xfrm>
            <a:custGeom>
              <a:avLst/>
              <a:gdLst/>
              <a:ahLst/>
              <a:cxnLst/>
              <a:rect l="l" t="t" r="r" b="b"/>
              <a:pathLst>
                <a:path w="154472" h="148515" extrusionOk="0">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47"/>
            <p:cNvSpPr/>
            <p:nvPr/>
          </p:nvSpPr>
          <p:spPr>
            <a:xfrm>
              <a:off x="2818350" y="1817311"/>
              <a:ext cx="218125" cy="218125"/>
            </a:xfrm>
            <a:custGeom>
              <a:avLst/>
              <a:gdLst/>
              <a:ahLst/>
              <a:cxnLst/>
              <a:rect l="l" t="t" r="r" b="b"/>
              <a:pathLst>
                <a:path w="8725" h="8725" extrusionOk="0">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7"/>
            <p:cNvSpPr/>
            <p:nvPr/>
          </p:nvSpPr>
          <p:spPr>
            <a:xfrm>
              <a:off x="3016041" y="1693534"/>
              <a:ext cx="96525" cy="96525"/>
            </a:xfrm>
            <a:custGeom>
              <a:avLst/>
              <a:gdLst/>
              <a:ahLst/>
              <a:cxnLst/>
              <a:rect l="l" t="t" r="r" b="b"/>
              <a:pathLst>
                <a:path w="3861" h="3861" extrusionOk="0">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5" name="Google Shape;925;p47"/>
          <p:cNvSpPr txBox="1">
            <a:spLocks noGrp="1"/>
          </p:cNvSpPr>
          <p:nvPr>
            <p:ph type="body" idx="1"/>
          </p:nvPr>
        </p:nvSpPr>
        <p:spPr>
          <a:xfrm>
            <a:off x="1202850" y="1691672"/>
            <a:ext cx="6738300" cy="951245"/>
          </a:xfrm>
          <a:prstGeom prst="rect">
            <a:avLst/>
          </a:prstGeom>
        </p:spPr>
        <p:txBody>
          <a:bodyPr spcFirstLastPara="1" wrap="square" lIns="91425" tIns="91425" rIns="91425" bIns="91425" anchor="t" anchorCtr="0">
            <a:noAutofit/>
          </a:bodyPr>
          <a:lstStyle/>
          <a:p>
            <a:pPr>
              <a:buNone/>
            </a:pPr>
            <a:r>
              <a:rPr lang="fa-IR" b="1">
                <a:latin typeface="Vazir" panose="020B0603030804020204" pitchFamily="34" charset="-78"/>
                <a:cs typeface="Vazir" panose="020B0603030804020204" pitchFamily="34" charset="-78"/>
              </a:rPr>
              <a:t>"داده نفت قرن ۲۱ است و تحلیل داده موتور احتراق آن است."</a:t>
            </a:r>
          </a:p>
          <a:p>
            <a:pPr marL="0" lvl="0" indent="0" algn="ctr" rtl="0">
              <a:spcBef>
                <a:spcPts val="0"/>
              </a:spcBef>
              <a:spcAft>
                <a:spcPts val="0"/>
              </a:spcAft>
              <a:buClr>
                <a:schemeClr val="dk1"/>
              </a:buClr>
              <a:buSzPts val="1100"/>
              <a:buFont typeface="Arial"/>
              <a:buNone/>
            </a:pPr>
            <a:endParaRPr>
              <a:latin typeface="Vazir" panose="020B0603030804020204" pitchFamily="34" charset="-78"/>
              <a:cs typeface="Vazir" panose="020B0603030804020204" pitchFamily="34" charset="-78"/>
            </a:endParaRPr>
          </a:p>
          <a:p>
            <a:pPr marL="0" lvl="0" indent="0" algn="ctr" rtl="0">
              <a:spcBef>
                <a:spcPts val="0"/>
              </a:spcBef>
              <a:spcAft>
                <a:spcPts val="0"/>
              </a:spcAft>
              <a:buNone/>
            </a:pPr>
            <a:endParaRPr>
              <a:latin typeface="Vazir" panose="020B0603030804020204" pitchFamily="34" charset="-78"/>
              <a:cs typeface="Vazir" panose="020B0603030804020204" pitchFamily="34" charset="-78"/>
            </a:endParaRPr>
          </a:p>
        </p:txBody>
      </p:sp>
      <p:sp>
        <p:nvSpPr>
          <p:cNvPr id="926" name="Google Shape;926;p47"/>
          <p:cNvSpPr txBox="1">
            <a:spLocks noGrp="1"/>
          </p:cNvSpPr>
          <p:nvPr>
            <p:ph type="title"/>
          </p:nvPr>
        </p:nvSpPr>
        <p:spPr>
          <a:xfrm>
            <a:off x="4709504" y="2715642"/>
            <a:ext cx="2887887" cy="346200"/>
          </a:xfrm>
          <a:prstGeom prst="rect">
            <a:avLst/>
          </a:prstGeom>
        </p:spPr>
        <p:txBody>
          <a:bodyPr spcFirstLastPara="1" wrap="square" lIns="91425" tIns="91425" rIns="91425" bIns="91425" anchor="t" anchorCtr="0">
            <a:noAutofit/>
          </a:bodyPr>
          <a:lstStyle/>
          <a:p>
            <a:pPr algn="r"/>
            <a:r>
              <a:rPr lang="fa-IR" sz="1900" i="1">
                <a:latin typeface="Vazir" panose="020B0603030804020204" pitchFamily="34" charset="-78"/>
                <a:cs typeface="Mitra" panose="00000400000000000000" pitchFamily="2" charset="-78"/>
              </a:rPr>
              <a:t>_ پیتر سوندرگارد</a:t>
            </a:r>
            <a:r>
              <a:rPr lang="fa-IR" sz="1900">
                <a:latin typeface="Vazir" panose="020B0603030804020204" pitchFamily="34" charset="-78"/>
                <a:cs typeface="Mitra" panose="00000400000000000000" pitchFamily="2" charset="-78"/>
              </a:rPr>
              <a:t>، رئیس هیئت مدیره</a:t>
            </a:r>
            <a:endParaRPr lang="en-US" sz="1900">
              <a:latin typeface="Vazir" panose="020B0603030804020204" pitchFamily="34" charset="-78"/>
              <a:cs typeface="Mitra" panose="00000400000000000000" pitchFamily="2" charset="-78"/>
            </a:endParaRPr>
          </a:p>
        </p:txBody>
      </p:sp>
      <p:grpSp>
        <p:nvGrpSpPr>
          <p:cNvPr id="927" name="Google Shape;927;p47"/>
          <p:cNvGrpSpPr/>
          <p:nvPr/>
        </p:nvGrpSpPr>
        <p:grpSpPr>
          <a:xfrm>
            <a:off x="5" y="3079321"/>
            <a:ext cx="5522000" cy="2154276"/>
            <a:chOff x="545100" y="1812650"/>
            <a:chExt cx="6575375" cy="2565225"/>
          </a:xfrm>
          <a:solidFill>
            <a:schemeClr val="tx1">
              <a:lumMod val="25000"/>
              <a:lumOff val="75000"/>
            </a:schemeClr>
          </a:solidFill>
        </p:grpSpPr>
        <p:sp>
          <p:nvSpPr>
            <p:cNvPr id="928" name="Google Shape;928;p47"/>
            <p:cNvSpPr/>
            <p:nvPr/>
          </p:nvSpPr>
          <p:spPr>
            <a:xfrm>
              <a:off x="6037625" y="2472975"/>
              <a:ext cx="1082850" cy="1110225"/>
            </a:xfrm>
            <a:custGeom>
              <a:avLst/>
              <a:gdLst/>
              <a:ahLst/>
              <a:cxnLst/>
              <a:rect l="l" t="t" r="r" b="b"/>
              <a:pathLst>
                <a:path w="43314" h="44409" extrusionOk="0">
                  <a:moveTo>
                    <a:pt x="21251" y="12609"/>
                  </a:moveTo>
                  <a:cubicBezTo>
                    <a:pt x="24472" y="12609"/>
                    <a:pt x="27712" y="14174"/>
                    <a:pt x="29605" y="17478"/>
                  </a:cubicBezTo>
                  <a:cubicBezTo>
                    <a:pt x="32280" y="22098"/>
                    <a:pt x="30669" y="28025"/>
                    <a:pt x="26049" y="30669"/>
                  </a:cubicBezTo>
                  <a:cubicBezTo>
                    <a:pt x="24467" y="31576"/>
                    <a:pt x="22820" y="31984"/>
                    <a:pt x="21228" y="31984"/>
                  </a:cubicBezTo>
                  <a:cubicBezTo>
                    <a:pt x="15291" y="31984"/>
                    <a:pt x="10111" y="26324"/>
                    <a:pt x="11885" y="19757"/>
                  </a:cubicBezTo>
                  <a:cubicBezTo>
                    <a:pt x="13140" y="15108"/>
                    <a:pt x="17181" y="12609"/>
                    <a:pt x="21251" y="12609"/>
                  </a:cubicBezTo>
                  <a:close/>
                  <a:moveTo>
                    <a:pt x="22341" y="0"/>
                  </a:moveTo>
                  <a:lnTo>
                    <a:pt x="17417" y="547"/>
                  </a:lnTo>
                  <a:lnTo>
                    <a:pt x="17143" y="4681"/>
                  </a:lnTo>
                  <a:lnTo>
                    <a:pt x="13465" y="6535"/>
                  </a:lnTo>
                  <a:lnTo>
                    <a:pt x="9575" y="3800"/>
                  </a:lnTo>
                  <a:lnTo>
                    <a:pt x="5654" y="6657"/>
                  </a:lnTo>
                  <a:lnTo>
                    <a:pt x="7690" y="11064"/>
                  </a:lnTo>
                  <a:lnTo>
                    <a:pt x="5350" y="14590"/>
                  </a:lnTo>
                  <a:lnTo>
                    <a:pt x="1094" y="14377"/>
                  </a:lnTo>
                  <a:lnTo>
                    <a:pt x="0" y="19605"/>
                  </a:lnTo>
                  <a:lnTo>
                    <a:pt x="4043" y="21156"/>
                  </a:lnTo>
                  <a:lnTo>
                    <a:pt x="4377" y="25563"/>
                  </a:lnTo>
                  <a:lnTo>
                    <a:pt x="213" y="27995"/>
                  </a:lnTo>
                  <a:lnTo>
                    <a:pt x="2219" y="32554"/>
                  </a:lnTo>
                  <a:lnTo>
                    <a:pt x="6565" y="31885"/>
                  </a:lnTo>
                  <a:lnTo>
                    <a:pt x="9423" y="35198"/>
                  </a:lnTo>
                  <a:lnTo>
                    <a:pt x="7903" y="39332"/>
                  </a:lnTo>
                  <a:lnTo>
                    <a:pt x="11885" y="42129"/>
                  </a:lnTo>
                  <a:lnTo>
                    <a:pt x="14985" y="38785"/>
                  </a:lnTo>
                  <a:lnTo>
                    <a:pt x="19301" y="39940"/>
                  </a:lnTo>
                  <a:lnTo>
                    <a:pt x="20639" y="44408"/>
                  </a:lnTo>
                  <a:lnTo>
                    <a:pt x="25441" y="44074"/>
                  </a:lnTo>
                  <a:lnTo>
                    <a:pt x="26049" y="40092"/>
                  </a:lnTo>
                  <a:lnTo>
                    <a:pt x="30153" y="37721"/>
                  </a:lnTo>
                  <a:lnTo>
                    <a:pt x="33496" y="40396"/>
                  </a:lnTo>
                  <a:lnTo>
                    <a:pt x="37751" y="37235"/>
                  </a:lnTo>
                  <a:lnTo>
                    <a:pt x="35593" y="33527"/>
                  </a:lnTo>
                  <a:lnTo>
                    <a:pt x="37691" y="29758"/>
                  </a:lnTo>
                  <a:lnTo>
                    <a:pt x="42007" y="30062"/>
                  </a:lnTo>
                  <a:lnTo>
                    <a:pt x="43314" y="25198"/>
                  </a:lnTo>
                  <a:lnTo>
                    <a:pt x="39636" y="23192"/>
                  </a:lnTo>
                  <a:lnTo>
                    <a:pt x="39150" y="18754"/>
                  </a:lnTo>
                  <a:lnTo>
                    <a:pt x="42736" y="16323"/>
                  </a:lnTo>
                  <a:lnTo>
                    <a:pt x="40366" y="12219"/>
                  </a:lnTo>
                  <a:lnTo>
                    <a:pt x="36688" y="12736"/>
                  </a:lnTo>
                  <a:lnTo>
                    <a:pt x="33648" y="8906"/>
                  </a:lnTo>
                  <a:lnTo>
                    <a:pt x="35198" y="5107"/>
                  </a:lnTo>
                  <a:lnTo>
                    <a:pt x="31095" y="2402"/>
                  </a:lnTo>
                  <a:lnTo>
                    <a:pt x="28025" y="5472"/>
                  </a:lnTo>
                  <a:lnTo>
                    <a:pt x="23952" y="4772"/>
                  </a:lnTo>
                  <a:lnTo>
                    <a:pt x="2234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7"/>
            <p:cNvSpPr/>
            <p:nvPr/>
          </p:nvSpPr>
          <p:spPr>
            <a:xfrm>
              <a:off x="545100" y="2811650"/>
              <a:ext cx="1155075" cy="1327850"/>
            </a:xfrm>
            <a:custGeom>
              <a:avLst/>
              <a:gdLst/>
              <a:ahLst/>
              <a:cxnLst/>
              <a:rect l="l" t="t" r="r" b="b"/>
              <a:pathLst>
                <a:path w="46203" h="53114" extrusionOk="0">
                  <a:moveTo>
                    <a:pt x="5341" y="1"/>
                  </a:moveTo>
                  <a:cubicBezTo>
                    <a:pt x="5233" y="1"/>
                    <a:pt x="5125" y="4"/>
                    <a:pt x="5016" y="10"/>
                  </a:cubicBezTo>
                  <a:cubicBezTo>
                    <a:pt x="2828" y="131"/>
                    <a:pt x="639" y="1682"/>
                    <a:pt x="305" y="3870"/>
                  </a:cubicBezTo>
                  <a:cubicBezTo>
                    <a:pt x="1" y="6058"/>
                    <a:pt x="1460" y="8125"/>
                    <a:pt x="2980" y="9706"/>
                  </a:cubicBezTo>
                  <a:cubicBezTo>
                    <a:pt x="5290" y="12077"/>
                    <a:pt x="7873" y="14083"/>
                    <a:pt x="10731" y="15694"/>
                  </a:cubicBezTo>
                  <a:cubicBezTo>
                    <a:pt x="11247" y="15998"/>
                    <a:pt x="11825" y="16302"/>
                    <a:pt x="12068" y="16849"/>
                  </a:cubicBezTo>
                  <a:cubicBezTo>
                    <a:pt x="12493" y="17822"/>
                    <a:pt x="11642" y="18916"/>
                    <a:pt x="10670" y="19372"/>
                  </a:cubicBezTo>
                  <a:cubicBezTo>
                    <a:pt x="9576" y="19858"/>
                    <a:pt x="8329" y="19858"/>
                    <a:pt x="7174" y="20132"/>
                  </a:cubicBezTo>
                  <a:cubicBezTo>
                    <a:pt x="5989" y="20375"/>
                    <a:pt x="4773" y="21044"/>
                    <a:pt x="4439" y="22199"/>
                  </a:cubicBezTo>
                  <a:cubicBezTo>
                    <a:pt x="3983" y="23810"/>
                    <a:pt x="5442" y="25299"/>
                    <a:pt x="6840" y="26241"/>
                  </a:cubicBezTo>
                  <a:cubicBezTo>
                    <a:pt x="9606" y="28126"/>
                    <a:pt x="12706" y="29493"/>
                    <a:pt x="15959" y="30314"/>
                  </a:cubicBezTo>
                  <a:cubicBezTo>
                    <a:pt x="17083" y="30618"/>
                    <a:pt x="18329" y="30861"/>
                    <a:pt x="19302" y="31530"/>
                  </a:cubicBezTo>
                  <a:cubicBezTo>
                    <a:pt x="20275" y="32229"/>
                    <a:pt x="20974" y="33536"/>
                    <a:pt x="20518" y="34661"/>
                  </a:cubicBezTo>
                  <a:cubicBezTo>
                    <a:pt x="20126" y="35697"/>
                    <a:pt x="18934" y="36191"/>
                    <a:pt x="17822" y="36191"/>
                  </a:cubicBezTo>
                  <a:cubicBezTo>
                    <a:pt x="17727" y="36191"/>
                    <a:pt x="17632" y="36188"/>
                    <a:pt x="17539" y="36181"/>
                  </a:cubicBezTo>
                  <a:cubicBezTo>
                    <a:pt x="16354" y="36089"/>
                    <a:pt x="15229" y="35573"/>
                    <a:pt x="14074" y="35269"/>
                  </a:cubicBezTo>
                  <a:cubicBezTo>
                    <a:pt x="13493" y="35113"/>
                    <a:pt x="12875" y="35030"/>
                    <a:pt x="12259" y="35030"/>
                  </a:cubicBezTo>
                  <a:cubicBezTo>
                    <a:pt x="10586" y="35030"/>
                    <a:pt x="8930" y="35640"/>
                    <a:pt x="8086" y="37062"/>
                  </a:cubicBezTo>
                  <a:cubicBezTo>
                    <a:pt x="7326" y="38339"/>
                    <a:pt x="7417" y="39980"/>
                    <a:pt x="7995" y="41348"/>
                  </a:cubicBezTo>
                  <a:cubicBezTo>
                    <a:pt x="8603" y="42716"/>
                    <a:pt x="9636" y="43840"/>
                    <a:pt x="10700" y="44874"/>
                  </a:cubicBezTo>
                  <a:cubicBezTo>
                    <a:pt x="14439" y="48430"/>
                    <a:pt x="19059" y="51166"/>
                    <a:pt x="24074" y="52351"/>
                  </a:cubicBezTo>
                  <a:cubicBezTo>
                    <a:pt x="26155" y="52833"/>
                    <a:pt x="28162" y="53114"/>
                    <a:pt x="30130" y="53114"/>
                  </a:cubicBezTo>
                  <a:cubicBezTo>
                    <a:pt x="32876" y="53114"/>
                    <a:pt x="35547" y="52567"/>
                    <a:pt x="38239" y="51257"/>
                  </a:cubicBezTo>
                  <a:lnTo>
                    <a:pt x="38208" y="51257"/>
                  </a:lnTo>
                  <a:cubicBezTo>
                    <a:pt x="45473" y="44965"/>
                    <a:pt x="46202" y="34600"/>
                    <a:pt x="44956" y="25481"/>
                  </a:cubicBezTo>
                  <a:cubicBezTo>
                    <a:pt x="44743" y="23961"/>
                    <a:pt x="44743" y="22351"/>
                    <a:pt x="43892" y="21074"/>
                  </a:cubicBezTo>
                  <a:cubicBezTo>
                    <a:pt x="43263" y="20163"/>
                    <a:pt x="42169" y="19530"/>
                    <a:pt x="41130" y="19530"/>
                  </a:cubicBezTo>
                  <a:cubicBezTo>
                    <a:pt x="40714" y="19530"/>
                    <a:pt x="40306" y="19632"/>
                    <a:pt x="39941" y="19858"/>
                  </a:cubicBezTo>
                  <a:cubicBezTo>
                    <a:pt x="38847" y="20496"/>
                    <a:pt x="38482" y="21864"/>
                    <a:pt x="37965" y="23019"/>
                  </a:cubicBezTo>
                  <a:cubicBezTo>
                    <a:pt x="37266" y="24569"/>
                    <a:pt x="36141" y="25876"/>
                    <a:pt x="34743" y="26819"/>
                  </a:cubicBezTo>
                  <a:cubicBezTo>
                    <a:pt x="34088" y="27256"/>
                    <a:pt x="33291" y="27599"/>
                    <a:pt x="32522" y="27599"/>
                  </a:cubicBezTo>
                  <a:cubicBezTo>
                    <a:pt x="32221" y="27599"/>
                    <a:pt x="31925" y="27546"/>
                    <a:pt x="31643" y="27427"/>
                  </a:cubicBezTo>
                  <a:cubicBezTo>
                    <a:pt x="30245" y="26849"/>
                    <a:pt x="29910" y="25056"/>
                    <a:pt x="29728" y="23536"/>
                  </a:cubicBezTo>
                  <a:lnTo>
                    <a:pt x="28938" y="15025"/>
                  </a:lnTo>
                  <a:cubicBezTo>
                    <a:pt x="28786" y="13505"/>
                    <a:pt x="28634" y="11955"/>
                    <a:pt x="28026" y="10557"/>
                  </a:cubicBezTo>
                  <a:cubicBezTo>
                    <a:pt x="27387" y="9159"/>
                    <a:pt x="26202" y="7943"/>
                    <a:pt x="24713" y="7700"/>
                  </a:cubicBezTo>
                  <a:cubicBezTo>
                    <a:pt x="24551" y="7670"/>
                    <a:pt x="24388" y="7656"/>
                    <a:pt x="24224" y="7656"/>
                  </a:cubicBezTo>
                  <a:cubicBezTo>
                    <a:pt x="22879" y="7656"/>
                    <a:pt x="21535" y="8624"/>
                    <a:pt x="21399" y="9980"/>
                  </a:cubicBezTo>
                  <a:cubicBezTo>
                    <a:pt x="21308" y="10618"/>
                    <a:pt x="21521" y="11226"/>
                    <a:pt x="21551" y="11864"/>
                  </a:cubicBezTo>
                  <a:cubicBezTo>
                    <a:pt x="21551" y="12502"/>
                    <a:pt x="21339" y="13232"/>
                    <a:pt x="20792" y="13475"/>
                  </a:cubicBezTo>
                  <a:cubicBezTo>
                    <a:pt x="20662" y="13529"/>
                    <a:pt x="20528" y="13553"/>
                    <a:pt x="20393" y="13553"/>
                  </a:cubicBezTo>
                  <a:cubicBezTo>
                    <a:pt x="19922" y="13553"/>
                    <a:pt x="19430" y="13265"/>
                    <a:pt x="19029" y="12958"/>
                  </a:cubicBezTo>
                  <a:cubicBezTo>
                    <a:pt x="17326" y="11560"/>
                    <a:pt x="16050" y="9706"/>
                    <a:pt x="14864" y="7852"/>
                  </a:cubicBezTo>
                  <a:cubicBezTo>
                    <a:pt x="13679" y="5967"/>
                    <a:pt x="12493" y="4083"/>
                    <a:pt x="10883" y="2533"/>
                  </a:cubicBezTo>
                  <a:cubicBezTo>
                    <a:pt x="9380" y="1088"/>
                    <a:pt x="7412" y="1"/>
                    <a:pt x="534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47"/>
            <p:cNvSpPr/>
            <p:nvPr/>
          </p:nvSpPr>
          <p:spPr>
            <a:xfrm>
              <a:off x="602100" y="2850625"/>
              <a:ext cx="918725" cy="1412675"/>
            </a:xfrm>
            <a:custGeom>
              <a:avLst/>
              <a:gdLst/>
              <a:ahLst/>
              <a:cxnLst/>
              <a:rect l="l" t="t" r="r" b="b"/>
              <a:pathLst>
                <a:path w="36749" h="56507" extrusionOk="0">
                  <a:moveTo>
                    <a:pt x="1" y="1"/>
                  </a:moveTo>
                  <a:cubicBezTo>
                    <a:pt x="61" y="31"/>
                    <a:pt x="92" y="92"/>
                    <a:pt x="153" y="123"/>
                  </a:cubicBezTo>
                  <a:lnTo>
                    <a:pt x="669" y="487"/>
                  </a:lnTo>
                  <a:cubicBezTo>
                    <a:pt x="1095" y="791"/>
                    <a:pt x="1733" y="1247"/>
                    <a:pt x="2554" y="1855"/>
                  </a:cubicBezTo>
                  <a:cubicBezTo>
                    <a:pt x="4864" y="3588"/>
                    <a:pt x="7022" y="5472"/>
                    <a:pt x="9028" y="7509"/>
                  </a:cubicBezTo>
                  <a:cubicBezTo>
                    <a:pt x="10274" y="8816"/>
                    <a:pt x="11642" y="10275"/>
                    <a:pt x="13040" y="11886"/>
                  </a:cubicBezTo>
                  <a:cubicBezTo>
                    <a:pt x="14439" y="13497"/>
                    <a:pt x="15928" y="15229"/>
                    <a:pt x="17417" y="17114"/>
                  </a:cubicBezTo>
                  <a:cubicBezTo>
                    <a:pt x="19028" y="19059"/>
                    <a:pt x="20487" y="21095"/>
                    <a:pt x="21855" y="23193"/>
                  </a:cubicBezTo>
                  <a:cubicBezTo>
                    <a:pt x="22554" y="24287"/>
                    <a:pt x="23192" y="25472"/>
                    <a:pt x="23861" y="26658"/>
                  </a:cubicBezTo>
                  <a:cubicBezTo>
                    <a:pt x="24530" y="27813"/>
                    <a:pt x="25199" y="29029"/>
                    <a:pt x="25867" y="30245"/>
                  </a:cubicBezTo>
                  <a:cubicBezTo>
                    <a:pt x="28421" y="34804"/>
                    <a:pt x="30731" y="39485"/>
                    <a:pt x="32767" y="44287"/>
                  </a:cubicBezTo>
                  <a:cubicBezTo>
                    <a:pt x="34408" y="48239"/>
                    <a:pt x="35685" y="52312"/>
                    <a:pt x="36567" y="56506"/>
                  </a:cubicBezTo>
                  <a:lnTo>
                    <a:pt x="36749" y="56446"/>
                  </a:lnTo>
                  <a:cubicBezTo>
                    <a:pt x="35867" y="52251"/>
                    <a:pt x="34621" y="48148"/>
                    <a:pt x="32980" y="44196"/>
                  </a:cubicBezTo>
                  <a:cubicBezTo>
                    <a:pt x="30943" y="39363"/>
                    <a:pt x="28633" y="34652"/>
                    <a:pt x="26050" y="30093"/>
                  </a:cubicBezTo>
                  <a:cubicBezTo>
                    <a:pt x="25381" y="28877"/>
                    <a:pt x="24712" y="27691"/>
                    <a:pt x="24044" y="26506"/>
                  </a:cubicBezTo>
                  <a:cubicBezTo>
                    <a:pt x="23405" y="25320"/>
                    <a:pt x="22737" y="24165"/>
                    <a:pt x="22037" y="23041"/>
                  </a:cubicBezTo>
                  <a:cubicBezTo>
                    <a:pt x="20670" y="20943"/>
                    <a:pt x="19180" y="18877"/>
                    <a:pt x="17600" y="16931"/>
                  </a:cubicBezTo>
                  <a:cubicBezTo>
                    <a:pt x="16080" y="15047"/>
                    <a:pt x="14590" y="13345"/>
                    <a:pt x="13162" y="11734"/>
                  </a:cubicBezTo>
                  <a:cubicBezTo>
                    <a:pt x="11764" y="10123"/>
                    <a:pt x="10396" y="8664"/>
                    <a:pt x="9119" y="7387"/>
                  </a:cubicBezTo>
                  <a:cubicBezTo>
                    <a:pt x="7083" y="5351"/>
                    <a:pt x="4894" y="3466"/>
                    <a:pt x="2584" y="1764"/>
                  </a:cubicBezTo>
                  <a:cubicBezTo>
                    <a:pt x="1763" y="1156"/>
                    <a:pt x="1125" y="730"/>
                    <a:pt x="700" y="426"/>
                  </a:cubicBezTo>
                  <a:cubicBezTo>
                    <a:pt x="487" y="275"/>
                    <a:pt x="304" y="183"/>
                    <a:pt x="183" y="92"/>
                  </a:cubicBezTo>
                  <a:cubicBezTo>
                    <a:pt x="122" y="62"/>
                    <a:pt x="61" y="31"/>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7"/>
            <p:cNvSpPr/>
            <p:nvPr/>
          </p:nvSpPr>
          <p:spPr>
            <a:xfrm>
              <a:off x="1149225" y="3003375"/>
              <a:ext cx="14450" cy="423275"/>
            </a:xfrm>
            <a:custGeom>
              <a:avLst/>
              <a:gdLst/>
              <a:ahLst/>
              <a:cxnLst/>
              <a:rect l="l" t="t" r="r" b="b"/>
              <a:pathLst>
                <a:path w="578" h="16931" extrusionOk="0">
                  <a:moveTo>
                    <a:pt x="548" y="0"/>
                  </a:moveTo>
                  <a:cubicBezTo>
                    <a:pt x="487" y="213"/>
                    <a:pt x="426" y="426"/>
                    <a:pt x="426" y="669"/>
                  </a:cubicBezTo>
                  <a:cubicBezTo>
                    <a:pt x="365" y="1095"/>
                    <a:pt x="274" y="1703"/>
                    <a:pt x="213" y="2462"/>
                  </a:cubicBezTo>
                  <a:cubicBezTo>
                    <a:pt x="92" y="3982"/>
                    <a:pt x="31" y="6140"/>
                    <a:pt x="31" y="8481"/>
                  </a:cubicBezTo>
                  <a:lnTo>
                    <a:pt x="31" y="14469"/>
                  </a:lnTo>
                  <a:lnTo>
                    <a:pt x="31" y="16262"/>
                  </a:lnTo>
                  <a:cubicBezTo>
                    <a:pt x="0" y="16505"/>
                    <a:pt x="31" y="16718"/>
                    <a:pt x="61" y="16931"/>
                  </a:cubicBezTo>
                  <a:cubicBezTo>
                    <a:pt x="122" y="16718"/>
                    <a:pt x="152" y="16505"/>
                    <a:pt x="152" y="16262"/>
                  </a:cubicBezTo>
                  <a:cubicBezTo>
                    <a:pt x="183" y="15837"/>
                    <a:pt x="213" y="15229"/>
                    <a:pt x="244" y="14469"/>
                  </a:cubicBezTo>
                  <a:cubicBezTo>
                    <a:pt x="304" y="12949"/>
                    <a:pt x="304" y="10821"/>
                    <a:pt x="304" y="8481"/>
                  </a:cubicBezTo>
                  <a:cubicBezTo>
                    <a:pt x="304" y="6140"/>
                    <a:pt x="365" y="4013"/>
                    <a:pt x="426" y="2493"/>
                  </a:cubicBezTo>
                  <a:cubicBezTo>
                    <a:pt x="487" y="1733"/>
                    <a:pt x="517" y="1095"/>
                    <a:pt x="548" y="669"/>
                  </a:cubicBezTo>
                  <a:cubicBezTo>
                    <a:pt x="578" y="456"/>
                    <a:pt x="578" y="244"/>
                    <a:pt x="54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7"/>
            <p:cNvSpPr/>
            <p:nvPr/>
          </p:nvSpPr>
          <p:spPr>
            <a:xfrm>
              <a:off x="653775" y="3380850"/>
              <a:ext cx="496225" cy="45800"/>
            </a:xfrm>
            <a:custGeom>
              <a:avLst/>
              <a:gdLst/>
              <a:ahLst/>
              <a:cxnLst/>
              <a:rect l="l" t="t" r="r" b="b"/>
              <a:pathLst>
                <a:path w="19849" h="1832" extrusionOk="0">
                  <a:moveTo>
                    <a:pt x="4014" y="1"/>
                  </a:moveTo>
                  <a:cubicBezTo>
                    <a:pt x="3639" y="1"/>
                    <a:pt x="3263" y="3"/>
                    <a:pt x="2888" y="8"/>
                  </a:cubicBezTo>
                  <a:cubicBezTo>
                    <a:pt x="1976" y="8"/>
                    <a:pt x="1247" y="69"/>
                    <a:pt x="760" y="99"/>
                  </a:cubicBezTo>
                  <a:cubicBezTo>
                    <a:pt x="487" y="130"/>
                    <a:pt x="244" y="160"/>
                    <a:pt x="0" y="190"/>
                  </a:cubicBezTo>
                  <a:cubicBezTo>
                    <a:pt x="122" y="206"/>
                    <a:pt x="251" y="213"/>
                    <a:pt x="384" y="213"/>
                  </a:cubicBezTo>
                  <a:cubicBezTo>
                    <a:pt x="517" y="213"/>
                    <a:pt x="654" y="206"/>
                    <a:pt x="791" y="190"/>
                  </a:cubicBezTo>
                  <a:lnTo>
                    <a:pt x="2918" y="190"/>
                  </a:lnTo>
                  <a:cubicBezTo>
                    <a:pt x="4712" y="190"/>
                    <a:pt x="7235" y="312"/>
                    <a:pt x="9970" y="555"/>
                  </a:cubicBezTo>
                  <a:cubicBezTo>
                    <a:pt x="12736" y="768"/>
                    <a:pt x="15198" y="1102"/>
                    <a:pt x="16992" y="1376"/>
                  </a:cubicBezTo>
                  <a:cubicBezTo>
                    <a:pt x="17873" y="1528"/>
                    <a:pt x="18603" y="1649"/>
                    <a:pt x="19089" y="1741"/>
                  </a:cubicBezTo>
                  <a:cubicBezTo>
                    <a:pt x="19363" y="1771"/>
                    <a:pt x="19606" y="1832"/>
                    <a:pt x="19849" y="1832"/>
                  </a:cubicBezTo>
                  <a:cubicBezTo>
                    <a:pt x="19606" y="1741"/>
                    <a:pt x="19363" y="1649"/>
                    <a:pt x="19089" y="1619"/>
                  </a:cubicBezTo>
                  <a:cubicBezTo>
                    <a:pt x="18603" y="1497"/>
                    <a:pt x="17904" y="1345"/>
                    <a:pt x="16992" y="1193"/>
                  </a:cubicBezTo>
                  <a:cubicBezTo>
                    <a:pt x="15198" y="859"/>
                    <a:pt x="12736" y="494"/>
                    <a:pt x="9970" y="251"/>
                  </a:cubicBezTo>
                  <a:cubicBezTo>
                    <a:pt x="8000" y="72"/>
                    <a:pt x="6009" y="1"/>
                    <a:pt x="40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7"/>
            <p:cNvSpPr/>
            <p:nvPr/>
          </p:nvSpPr>
          <p:spPr>
            <a:xfrm>
              <a:off x="1418975" y="3298200"/>
              <a:ext cx="181650" cy="648975"/>
            </a:xfrm>
            <a:custGeom>
              <a:avLst/>
              <a:gdLst/>
              <a:ahLst/>
              <a:cxnLst/>
              <a:rect l="l" t="t" r="r" b="b"/>
              <a:pathLst>
                <a:path w="7266" h="25959" extrusionOk="0">
                  <a:moveTo>
                    <a:pt x="7265" y="1"/>
                  </a:moveTo>
                  <a:cubicBezTo>
                    <a:pt x="7235" y="92"/>
                    <a:pt x="7174" y="183"/>
                    <a:pt x="7174" y="275"/>
                  </a:cubicBezTo>
                  <a:cubicBezTo>
                    <a:pt x="7083" y="457"/>
                    <a:pt x="6992" y="730"/>
                    <a:pt x="6901" y="1004"/>
                  </a:cubicBezTo>
                  <a:cubicBezTo>
                    <a:pt x="6688" y="1642"/>
                    <a:pt x="6384" y="2585"/>
                    <a:pt x="6019" y="3770"/>
                  </a:cubicBezTo>
                  <a:cubicBezTo>
                    <a:pt x="5320" y="6080"/>
                    <a:pt x="4439" y="9332"/>
                    <a:pt x="3496" y="12949"/>
                  </a:cubicBezTo>
                  <a:cubicBezTo>
                    <a:pt x="2585" y="16567"/>
                    <a:pt x="1733" y="19819"/>
                    <a:pt x="1065" y="22159"/>
                  </a:cubicBezTo>
                  <a:cubicBezTo>
                    <a:pt x="761" y="23314"/>
                    <a:pt x="487" y="24226"/>
                    <a:pt x="274" y="24925"/>
                  </a:cubicBezTo>
                  <a:lnTo>
                    <a:pt x="62" y="25685"/>
                  </a:lnTo>
                  <a:cubicBezTo>
                    <a:pt x="31" y="25776"/>
                    <a:pt x="31" y="25868"/>
                    <a:pt x="1" y="25959"/>
                  </a:cubicBezTo>
                  <a:cubicBezTo>
                    <a:pt x="62" y="25868"/>
                    <a:pt x="92" y="25807"/>
                    <a:pt x="123" y="25716"/>
                  </a:cubicBezTo>
                  <a:cubicBezTo>
                    <a:pt x="183" y="25503"/>
                    <a:pt x="274" y="25260"/>
                    <a:pt x="396" y="24956"/>
                  </a:cubicBezTo>
                  <a:cubicBezTo>
                    <a:pt x="609" y="24317"/>
                    <a:pt x="913" y="23375"/>
                    <a:pt x="1247" y="22220"/>
                  </a:cubicBezTo>
                  <a:cubicBezTo>
                    <a:pt x="1977" y="19880"/>
                    <a:pt x="2858" y="16627"/>
                    <a:pt x="3770" y="13041"/>
                  </a:cubicBezTo>
                  <a:cubicBezTo>
                    <a:pt x="4682" y="9424"/>
                    <a:pt x="5533" y="6171"/>
                    <a:pt x="6202" y="3831"/>
                  </a:cubicBezTo>
                  <a:cubicBezTo>
                    <a:pt x="6536" y="2676"/>
                    <a:pt x="6810" y="1733"/>
                    <a:pt x="6992" y="1034"/>
                  </a:cubicBezTo>
                  <a:cubicBezTo>
                    <a:pt x="7083" y="730"/>
                    <a:pt x="7144" y="487"/>
                    <a:pt x="7205" y="275"/>
                  </a:cubicBezTo>
                  <a:cubicBezTo>
                    <a:pt x="7235" y="214"/>
                    <a:pt x="7265" y="123"/>
                    <a:pt x="72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7"/>
            <p:cNvSpPr/>
            <p:nvPr/>
          </p:nvSpPr>
          <p:spPr>
            <a:xfrm>
              <a:off x="749525" y="3805050"/>
              <a:ext cx="669475" cy="141700"/>
            </a:xfrm>
            <a:custGeom>
              <a:avLst/>
              <a:gdLst/>
              <a:ahLst/>
              <a:cxnLst/>
              <a:rect l="l" t="t" r="r" b="b"/>
              <a:pathLst>
                <a:path w="26779" h="5668" extrusionOk="0">
                  <a:moveTo>
                    <a:pt x="0" y="1"/>
                  </a:moveTo>
                  <a:cubicBezTo>
                    <a:pt x="91" y="31"/>
                    <a:pt x="152" y="62"/>
                    <a:pt x="274" y="62"/>
                  </a:cubicBezTo>
                  <a:lnTo>
                    <a:pt x="1034" y="244"/>
                  </a:lnTo>
                  <a:lnTo>
                    <a:pt x="3921" y="852"/>
                  </a:lnTo>
                  <a:cubicBezTo>
                    <a:pt x="6323" y="1369"/>
                    <a:pt x="9666" y="2128"/>
                    <a:pt x="13374" y="2980"/>
                  </a:cubicBezTo>
                  <a:cubicBezTo>
                    <a:pt x="17052" y="3800"/>
                    <a:pt x="20396" y="4530"/>
                    <a:pt x="22827" y="4986"/>
                  </a:cubicBezTo>
                  <a:cubicBezTo>
                    <a:pt x="24043" y="5229"/>
                    <a:pt x="25046" y="5411"/>
                    <a:pt x="25715" y="5533"/>
                  </a:cubicBezTo>
                  <a:lnTo>
                    <a:pt x="26505" y="5654"/>
                  </a:lnTo>
                  <a:cubicBezTo>
                    <a:pt x="26566" y="5654"/>
                    <a:pt x="26627" y="5668"/>
                    <a:pt x="26688" y="5668"/>
                  </a:cubicBezTo>
                  <a:cubicBezTo>
                    <a:pt x="26718" y="5668"/>
                    <a:pt x="26749" y="5664"/>
                    <a:pt x="26779" y="5654"/>
                  </a:cubicBezTo>
                  <a:cubicBezTo>
                    <a:pt x="26718" y="5624"/>
                    <a:pt x="26627" y="5594"/>
                    <a:pt x="26536" y="5594"/>
                  </a:cubicBezTo>
                  <a:lnTo>
                    <a:pt x="25776" y="5411"/>
                  </a:lnTo>
                  <a:lnTo>
                    <a:pt x="22858" y="4803"/>
                  </a:lnTo>
                  <a:cubicBezTo>
                    <a:pt x="20426" y="4287"/>
                    <a:pt x="17083" y="3527"/>
                    <a:pt x="13405" y="2706"/>
                  </a:cubicBezTo>
                  <a:cubicBezTo>
                    <a:pt x="9727" y="1855"/>
                    <a:pt x="6383" y="1125"/>
                    <a:pt x="3952" y="669"/>
                  </a:cubicBezTo>
                  <a:cubicBezTo>
                    <a:pt x="2736" y="426"/>
                    <a:pt x="1733" y="244"/>
                    <a:pt x="1064" y="153"/>
                  </a:cubicBezTo>
                  <a:lnTo>
                    <a:pt x="274" y="31"/>
                  </a:lnTo>
                  <a:cubicBezTo>
                    <a:pt x="183" y="1"/>
                    <a:pt x="91" y="1"/>
                    <a:pt x="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7"/>
            <p:cNvSpPr/>
            <p:nvPr/>
          </p:nvSpPr>
          <p:spPr>
            <a:xfrm>
              <a:off x="5594600" y="2244725"/>
              <a:ext cx="303975" cy="291350"/>
            </a:xfrm>
            <a:custGeom>
              <a:avLst/>
              <a:gdLst/>
              <a:ahLst/>
              <a:cxnLst/>
              <a:rect l="l" t="t" r="r" b="b"/>
              <a:pathLst>
                <a:path w="12159" h="11654" extrusionOk="0">
                  <a:moveTo>
                    <a:pt x="5841" y="1"/>
                  </a:moveTo>
                  <a:cubicBezTo>
                    <a:pt x="3551" y="1"/>
                    <a:pt x="1459" y="1350"/>
                    <a:pt x="547" y="3477"/>
                  </a:cubicBezTo>
                  <a:cubicBezTo>
                    <a:pt x="304" y="4024"/>
                    <a:pt x="122" y="4601"/>
                    <a:pt x="92" y="5179"/>
                  </a:cubicBezTo>
                  <a:cubicBezTo>
                    <a:pt x="0" y="5726"/>
                    <a:pt x="31" y="6304"/>
                    <a:pt x="122" y="6851"/>
                  </a:cubicBezTo>
                  <a:cubicBezTo>
                    <a:pt x="304" y="7884"/>
                    <a:pt x="760" y="8857"/>
                    <a:pt x="1459" y="9647"/>
                  </a:cubicBezTo>
                  <a:cubicBezTo>
                    <a:pt x="2523" y="10893"/>
                    <a:pt x="4134" y="11653"/>
                    <a:pt x="5806" y="11653"/>
                  </a:cubicBezTo>
                  <a:cubicBezTo>
                    <a:pt x="6353" y="11653"/>
                    <a:pt x="6900" y="11592"/>
                    <a:pt x="7447" y="11410"/>
                  </a:cubicBezTo>
                  <a:cubicBezTo>
                    <a:pt x="7630" y="11380"/>
                    <a:pt x="7842" y="11288"/>
                    <a:pt x="8025" y="11228"/>
                  </a:cubicBezTo>
                  <a:cubicBezTo>
                    <a:pt x="8146" y="11167"/>
                    <a:pt x="8298" y="11106"/>
                    <a:pt x="8420" y="11015"/>
                  </a:cubicBezTo>
                  <a:lnTo>
                    <a:pt x="8663" y="10893"/>
                  </a:lnTo>
                  <a:cubicBezTo>
                    <a:pt x="8724" y="10863"/>
                    <a:pt x="8754" y="10833"/>
                    <a:pt x="8754" y="10832"/>
                  </a:cubicBezTo>
                  <a:lnTo>
                    <a:pt x="8754" y="10832"/>
                  </a:lnTo>
                  <a:cubicBezTo>
                    <a:pt x="8329" y="11045"/>
                    <a:pt x="7873" y="11228"/>
                    <a:pt x="7417" y="11349"/>
                  </a:cubicBezTo>
                  <a:cubicBezTo>
                    <a:pt x="6986" y="11476"/>
                    <a:pt x="6535" y="11539"/>
                    <a:pt x="6079" y="11539"/>
                  </a:cubicBezTo>
                  <a:cubicBezTo>
                    <a:pt x="5988" y="11539"/>
                    <a:pt x="5897" y="11537"/>
                    <a:pt x="5806" y="11532"/>
                  </a:cubicBezTo>
                  <a:cubicBezTo>
                    <a:pt x="4165" y="11501"/>
                    <a:pt x="2614" y="10772"/>
                    <a:pt x="1581" y="9525"/>
                  </a:cubicBezTo>
                  <a:cubicBezTo>
                    <a:pt x="912" y="8766"/>
                    <a:pt x="487" y="7823"/>
                    <a:pt x="304" y="6820"/>
                  </a:cubicBezTo>
                  <a:cubicBezTo>
                    <a:pt x="122" y="5726"/>
                    <a:pt x="243" y="4601"/>
                    <a:pt x="699" y="3568"/>
                  </a:cubicBezTo>
                  <a:cubicBezTo>
                    <a:pt x="1616" y="1485"/>
                    <a:pt x="3648" y="189"/>
                    <a:pt x="5870" y="189"/>
                  </a:cubicBezTo>
                  <a:cubicBezTo>
                    <a:pt x="6080" y="189"/>
                    <a:pt x="6292" y="201"/>
                    <a:pt x="6505" y="224"/>
                  </a:cubicBezTo>
                  <a:cubicBezTo>
                    <a:pt x="7083" y="285"/>
                    <a:pt x="7630" y="437"/>
                    <a:pt x="8146" y="680"/>
                  </a:cubicBezTo>
                  <a:cubicBezTo>
                    <a:pt x="8663" y="893"/>
                    <a:pt x="9119" y="1167"/>
                    <a:pt x="9545" y="1531"/>
                  </a:cubicBezTo>
                  <a:cubicBezTo>
                    <a:pt x="11611" y="3294"/>
                    <a:pt x="12159" y="6273"/>
                    <a:pt x="10821" y="8644"/>
                  </a:cubicBezTo>
                  <a:cubicBezTo>
                    <a:pt x="10578" y="9130"/>
                    <a:pt x="10244" y="9586"/>
                    <a:pt x="9849" y="9951"/>
                  </a:cubicBezTo>
                  <a:cubicBezTo>
                    <a:pt x="9484" y="10285"/>
                    <a:pt x="9119" y="10559"/>
                    <a:pt x="8724" y="10832"/>
                  </a:cubicBezTo>
                  <a:cubicBezTo>
                    <a:pt x="8724" y="10832"/>
                    <a:pt x="8785" y="10832"/>
                    <a:pt x="8815" y="10772"/>
                  </a:cubicBezTo>
                  <a:lnTo>
                    <a:pt x="9058" y="10650"/>
                  </a:lnTo>
                  <a:cubicBezTo>
                    <a:pt x="9180" y="10559"/>
                    <a:pt x="9301" y="10498"/>
                    <a:pt x="9423" y="10407"/>
                  </a:cubicBezTo>
                  <a:cubicBezTo>
                    <a:pt x="9605" y="10285"/>
                    <a:pt x="9757" y="10164"/>
                    <a:pt x="9909" y="10012"/>
                  </a:cubicBezTo>
                  <a:cubicBezTo>
                    <a:pt x="10304" y="9647"/>
                    <a:pt x="10669" y="9191"/>
                    <a:pt x="10943" y="8705"/>
                  </a:cubicBezTo>
                  <a:cubicBezTo>
                    <a:pt x="11763" y="7246"/>
                    <a:pt x="11915" y="5513"/>
                    <a:pt x="11399" y="3933"/>
                  </a:cubicBezTo>
                  <a:cubicBezTo>
                    <a:pt x="11034" y="2960"/>
                    <a:pt x="10456" y="2079"/>
                    <a:pt x="9636" y="1379"/>
                  </a:cubicBezTo>
                  <a:cubicBezTo>
                    <a:pt x="8754" y="650"/>
                    <a:pt x="7690" y="164"/>
                    <a:pt x="6535" y="42"/>
                  </a:cubicBezTo>
                  <a:cubicBezTo>
                    <a:pt x="6303" y="14"/>
                    <a:pt x="6071" y="1"/>
                    <a:pt x="584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7"/>
            <p:cNvSpPr/>
            <p:nvPr/>
          </p:nvSpPr>
          <p:spPr>
            <a:xfrm>
              <a:off x="5422100" y="2058075"/>
              <a:ext cx="649725" cy="664175"/>
            </a:xfrm>
            <a:custGeom>
              <a:avLst/>
              <a:gdLst/>
              <a:ahLst/>
              <a:cxnLst/>
              <a:rect l="l" t="t" r="r" b="b"/>
              <a:pathLst>
                <a:path w="25989" h="26567" extrusionOk="0">
                  <a:moveTo>
                    <a:pt x="13375" y="0"/>
                  </a:moveTo>
                  <a:lnTo>
                    <a:pt x="10426" y="304"/>
                  </a:lnTo>
                  <a:lnTo>
                    <a:pt x="10365" y="304"/>
                  </a:lnTo>
                  <a:lnTo>
                    <a:pt x="10365" y="365"/>
                  </a:lnTo>
                  <a:cubicBezTo>
                    <a:pt x="10306" y="1161"/>
                    <a:pt x="10276" y="1956"/>
                    <a:pt x="10219" y="2779"/>
                  </a:cubicBezTo>
                  <a:lnTo>
                    <a:pt x="10219" y="2779"/>
                  </a:lnTo>
                  <a:lnTo>
                    <a:pt x="8121" y="3873"/>
                  </a:lnTo>
                  <a:lnTo>
                    <a:pt x="8121" y="3873"/>
                  </a:lnTo>
                  <a:lnTo>
                    <a:pt x="5867" y="2250"/>
                  </a:lnTo>
                  <a:lnTo>
                    <a:pt x="5806" y="2219"/>
                  </a:lnTo>
                  <a:lnTo>
                    <a:pt x="5745" y="2250"/>
                  </a:lnTo>
                  <a:lnTo>
                    <a:pt x="3405" y="3952"/>
                  </a:lnTo>
                  <a:lnTo>
                    <a:pt x="3344" y="3982"/>
                  </a:lnTo>
                  <a:lnTo>
                    <a:pt x="3374" y="4073"/>
                  </a:lnTo>
                  <a:cubicBezTo>
                    <a:pt x="3761" y="4907"/>
                    <a:pt x="4178" y="5770"/>
                    <a:pt x="4566" y="6633"/>
                  </a:cubicBezTo>
                  <a:lnTo>
                    <a:pt x="4566" y="6633"/>
                  </a:lnTo>
                  <a:lnTo>
                    <a:pt x="3234" y="8630"/>
                  </a:lnTo>
                  <a:lnTo>
                    <a:pt x="3234" y="8630"/>
                  </a:lnTo>
                  <a:lnTo>
                    <a:pt x="760" y="8511"/>
                  </a:lnTo>
                  <a:lnTo>
                    <a:pt x="669" y="8511"/>
                  </a:lnTo>
                  <a:lnTo>
                    <a:pt x="669" y="8602"/>
                  </a:lnTo>
                  <a:cubicBezTo>
                    <a:pt x="456" y="9636"/>
                    <a:pt x="244" y="10669"/>
                    <a:pt x="0" y="11703"/>
                  </a:cubicBezTo>
                  <a:lnTo>
                    <a:pt x="0" y="11794"/>
                  </a:lnTo>
                  <a:lnTo>
                    <a:pt x="92" y="11824"/>
                  </a:lnTo>
                  <a:lnTo>
                    <a:pt x="2468" y="12715"/>
                  </a:lnTo>
                  <a:lnTo>
                    <a:pt x="2468" y="12715"/>
                  </a:lnTo>
                  <a:cubicBezTo>
                    <a:pt x="2527" y="13522"/>
                    <a:pt x="2611" y="14355"/>
                    <a:pt x="2670" y="15188"/>
                  </a:cubicBezTo>
                  <a:lnTo>
                    <a:pt x="2670" y="15188"/>
                  </a:lnTo>
                  <a:cubicBezTo>
                    <a:pt x="1891" y="15638"/>
                    <a:pt x="1083" y="16117"/>
                    <a:pt x="274" y="16566"/>
                  </a:cubicBezTo>
                  <a:lnTo>
                    <a:pt x="244" y="16596"/>
                  </a:lnTo>
                  <a:lnTo>
                    <a:pt x="152" y="16657"/>
                  </a:lnTo>
                  <a:lnTo>
                    <a:pt x="183" y="16718"/>
                  </a:lnTo>
                  <a:cubicBezTo>
                    <a:pt x="578" y="17660"/>
                    <a:pt x="1004" y="18572"/>
                    <a:pt x="1368" y="19423"/>
                  </a:cubicBezTo>
                  <a:lnTo>
                    <a:pt x="1399" y="19514"/>
                  </a:lnTo>
                  <a:lnTo>
                    <a:pt x="1490" y="19514"/>
                  </a:lnTo>
                  <a:lnTo>
                    <a:pt x="4017" y="19098"/>
                  </a:lnTo>
                  <a:lnTo>
                    <a:pt x="5660" y="21006"/>
                  </a:lnTo>
                  <a:lnTo>
                    <a:pt x="5660" y="21006"/>
                  </a:lnTo>
                  <a:cubicBezTo>
                    <a:pt x="5335" y="21836"/>
                    <a:pt x="5039" y="22664"/>
                    <a:pt x="4773" y="23405"/>
                  </a:cubicBezTo>
                  <a:lnTo>
                    <a:pt x="4742" y="23466"/>
                  </a:lnTo>
                  <a:lnTo>
                    <a:pt x="4803" y="23527"/>
                  </a:lnTo>
                  <a:lnTo>
                    <a:pt x="7174" y="25198"/>
                  </a:lnTo>
                  <a:lnTo>
                    <a:pt x="7235" y="25229"/>
                  </a:lnTo>
                  <a:lnTo>
                    <a:pt x="7295" y="25168"/>
                  </a:lnTo>
                  <a:lnTo>
                    <a:pt x="9109" y="23206"/>
                  </a:lnTo>
                  <a:lnTo>
                    <a:pt x="9109" y="23206"/>
                  </a:lnTo>
                  <a:lnTo>
                    <a:pt x="11565" y="23879"/>
                  </a:lnTo>
                  <a:lnTo>
                    <a:pt x="11565" y="23879"/>
                  </a:lnTo>
                  <a:lnTo>
                    <a:pt x="12341" y="26475"/>
                  </a:lnTo>
                  <a:lnTo>
                    <a:pt x="12372" y="26566"/>
                  </a:lnTo>
                  <a:lnTo>
                    <a:pt x="12432" y="26566"/>
                  </a:lnTo>
                  <a:lnTo>
                    <a:pt x="15290" y="26353"/>
                  </a:lnTo>
                  <a:lnTo>
                    <a:pt x="15320" y="26353"/>
                  </a:lnTo>
                  <a:lnTo>
                    <a:pt x="15320" y="26293"/>
                  </a:lnTo>
                  <a:cubicBezTo>
                    <a:pt x="15470" y="25483"/>
                    <a:pt x="15590" y="24673"/>
                    <a:pt x="15710" y="23951"/>
                  </a:cubicBezTo>
                  <a:lnTo>
                    <a:pt x="15710" y="23951"/>
                  </a:lnTo>
                  <a:lnTo>
                    <a:pt x="18063" y="22615"/>
                  </a:lnTo>
                  <a:lnTo>
                    <a:pt x="18063" y="22615"/>
                  </a:lnTo>
                  <a:lnTo>
                    <a:pt x="20001" y="24165"/>
                  </a:lnTo>
                  <a:lnTo>
                    <a:pt x="20062" y="24195"/>
                  </a:lnTo>
                  <a:lnTo>
                    <a:pt x="20122" y="24165"/>
                  </a:lnTo>
                  <a:lnTo>
                    <a:pt x="22645" y="22280"/>
                  </a:lnTo>
                  <a:lnTo>
                    <a:pt x="22676" y="22220"/>
                  </a:lnTo>
                  <a:lnTo>
                    <a:pt x="22645" y="22159"/>
                  </a:lnTo>
                  <a:cubicBezTo>
                    <a:pt x="22199" y="21416"/>
                    <a:pt x="21783" y="20672"/>
                    <a:pt x="21395" y="19986"/>
                  </a:cubicBezTo>
                  <a:lnTo>
                    <a:pt x="21395" y="19986"/>
                  </a:lnTo>
                  <a:lnTo>
                    <a:pt x="22656" y="17815"/>
                  </a:lnTo>
                  <a:lnTo>
                    <a:pt x="22656" y="17815"/>
                  </a:lnTo>
                  <a:lnTo>
                    <a:pt x="25168" y="17995"/>
                  </a:lnTo>
                  <a:lnTo>
                    <a:pt x="25229" y="17995"/>
                  </a:lnTo>
                  <a:lnTo>
                    <a:pt x="25229" y="17964"/>
                  </a:lnTo>
                  <a:cubicBezTo>
                    <a:pt x="25472" y="16900"/>
                    <a:pt x="25746" y="15928"/>
                    <a:pt x="25989" y="15046"/>
                  </a:cubicBezTo>
                  <a:lnTo>
                    <a:pt x="25989" y="15016"/>
                  </a:lnTo>
                  <a:lnTo>
                    <a:pt x="25928" y="15016"/>
                  </a:lnTo>
                  <a:lnTo>
                    <a:pt x="23768" y="13846"/>
                  </a:lnTo>
                  <a:lnTo>
                    <a:pt x="23768" y="13846"/>
                  </a:lnTo>
                  <a:cubicBezTo>
                    <a:pt x="23649" y="12803"/>
                    <a:pt x="23530" y="11935"/>
                    <a:pt x="23468" y="11215"/>
                  </a:cubicBezTo>
                  <a:lnTo>
                    <a:pt x="23468" y="11215"/>
                  </a:lnTo>
                  <a:lnTo>
                    <a:pt x="25047" y="10152"/>
                  </a:lnTo>
                  <a:lnTo>
                    <a:pt x="25411" y="9849"/>
                  </a:lnTo>
                  <a:lnTo>
                    <a:pt x="25016" y="10122"/>
                  </a:lnTo>
                  <a:lnTo>
                    <a:pt x="23436" y="11186"/>
                  </a:lnTo>
                  <a:lnTo>
                    <a:pt x="23709" y="13861"/>
                  </a:lnTo>
                  <a:lnTo>
                    <a:pt x="25857" y="15054"/>
                  </a:lnTo>
                  <a:lnTo>
                    <a:pt x="25857" y="15054"/>
                  </a:lnTo>
                  <a:cubicBezTo>
                    <a:pt x="25619" y="15915"/>
                    <a:pt x="25353" y="16863"/>
                    <a:pt x="25086" y="17869"/>
                  </a:cubicBezTo>
                  <a:lnTo>
                    <a:pt x="25086" y="17869"/>
                  </a:lnTo>
                  <a:lnTo>
                    <a:pt x="22584" y="17691"/>
                  </a:lnTo>
                  <a:lnTo>
                    <a:pt x="22524" y="17691"/>
                  </a:lnTo>
                  <a:lnTo>
                    <a:pt x="22524" y="17721"/>
                  </a:lnTo>
                  <a:lnTo>
                    <a:pt x="21277" y="19940"/>
                  </a:lnTo>
                  <a:lnTo>
                    <a:pt x="21247" y="19970"/>
                  </a:lnTo>
                  <a:lnTo>
                    <a:pt x="21277" y="20001"/>
                  </a:lnTo>
                  <a:cubicBezTo>
                    <a:pt x="21662" y="20680"/>
                    <a:pt x="22075" y="21418"/>
                    <a:pt x="22516" y="22157"/>
                  </a:cubicBezTo>
                  <a:lnTo>
                    <a:pt x="22516" y="22157"/>
                  </a:lnTo>
                  <a:lnTo>
                    <a:pt x="20078" y="23978"/>
                  </a:lnTo>
                  <a:lnTo>
                    <a:pt x="20078" y="23978"/>
                  </a:lnTo>
                  <a:lnTo>
                    <a:pt x="18116" y="22432"/>
                  </a:lnTo>
                  <a:lnTo>
                    <a:pt x="18086" y="22372"/>
                  </a:lnTo>
                  <a:lnTo>
                    <a:pt x="18025" y="22402"/>
                  </a:lnTo>
                  <a:lnTo>
                    <a:pt x="15593" y="23800"/>
                  </a:lnTo>
                  <a:lnTo>
                    <a:pt x="15563" y="23830"/>
                  </a:lnTo>
                  <a:lnTo>
                    <a:pt x="15563" y="23861"/>
                  </a:lnTo>
                  <a:cubicBezTo>
                    <a:pt x="15416" y="24595"/>
                    <a:pt x="15298" y="25358"/>
                    <a:pt x="15180" y="26176"/>
                  </a:cubicBezTo>
                  <a:lnTo>
                    <a:pt x="15180" y="26176"/>
                  </a:lnTo>
                  <a:lnTo>
                    <a:pt x="12474" y="26349"/>
                  </a:lnTo>
                  <a:lnTo>
                    <a:pt x="12474" y="26349"/>
                  </a:lnTo>
                  <a:cubicBezTo>
                    <a:pt x="12235" y="25545"/>
                    <a:pt x="11969" y="24657"/>
                    <a:pt x="11703" y="23770"/>
                  </a:cubicBezTo>
                  <a:lnTo>
                    <a:pt x="11703" y="23709"/>
                  </a:lnTo>
                  <a:lnTo>
                    <a:pt x="11642" y="23709"/>
                  </a:lnTo>
                  <a:lnTo>
                    <a:pt x="9089" y="23010"/>
                  </a:lnTo>
                  <a:lnTo>
                    <a:pt x="9028" y="23010"/>
                  </a:lnTo>
                  <a:lnTo>
                    <a:pt x="8998" y="23071"/>
                  </a:lnTo>
                  <a:lnTo>
                    <a:pt x="7192" y="24994"/>
                  </a:lnTo>
                  <a:lnTo>
                    <a:pt x="4984" y="23417"/>
                  </a:lnTo>
                  <a:lnTo>
                    <a:pt x="4984" y="23417"/>
                  </a:lnTo>
                  <a:cubicBezTo>
                    <a:pt x="5250" y="22677"/>
                    <a:pt x="5543" y="21856"/>
                    <a:pt x="5836" y="21034"/>
                  </a:cubicBezTo>
                  <a:lnTo>
                    <a:pt x="5836" y="20973"/>
                  </a:lnTo>
                  <a:lnTo>
                    <a:pt x="5806" y="20943"/>
                  </a:lnTo>
                  <a:cubicBezTo>
                    <a:pt x="5259" y="20335"/>
                    <a:pt x="4681" y="19636"/>
                    <a:pt x="4104" y="18967"/>
                  </a:cubicBezTo>
                  <a:lnTo>
                    <a:pt x="4043" y="18937"/>
                  </a:lnTo>
                  <a:lnTo>
                    <a:pt x="4013" y="18937"/>
                  </a:lnTo>
                  <a:lnTo>
                    <a:pt x="1490" y="19323"/>
                  </a:lnTo>
                  <a:lnTo>
                    <a:pt x="367" y="16761"/>
                  </a:lnTo>
                  <a:lnTo>
                    <a:pt x="2797" y="15381"/>
                  </a:lnTo>
                  <a:lnTo>
                    <a:pt x="2858" y="15350"/>
                  </a:lnTo>
                  <a:lnTo>
                    <a:pt x="2858" y="15289"/>
                  </a:lnTo>
                  <a:cubicBezTo>
                    <a:pt x="2766" y="14408"/>
                    <a:pt x="2706" y="13526"/>
                    <a:pt x="2645" y="12645"/>
                  </a:cubicBezTo>
                  <a:lnTo>
                    <a:pt x="2645" y="12584"/>
                  </a:lnTo>
                  <a:lnTo>
                    <a:pt x="2584" y="12584"/>
                  </a:lnTo>
                  <a:lnTo>
                    <a:pt x="262" y="11673"/>
                  </a:lnTo>
                  <a:lnTo>
                    <a:pt x="262" y="11673"/>
                  </a:lnTo>
                  <a:cubicBezTo>
                    <a:pt x="462" y="10673"/>
                    <a:pt x="662" y="9700"/>
                    <a:pt x="862" y="8727"/>
                  </a:cubicBezTo>
                  <a:lnTo>
                    <a:pt x="862" y="8727"/>
                  </a:lnTo>
                  <a:lnTo>
                    <a:pt x="3314" y="8845"/>
                  </a:lnTo>
                  <a:lnTo>
                    <a:pt x="3374" y="8845"/>
                  </a:lnTo>
                  <a:lnTo>
                    <a:pt x="3405" y="8815"/>
                  </a:lnTo>
                  <a:lnTo>
                    <a:pt x="4803" y="6718"/>
                  </a:lnTo>
                  <a:lnTo>
                    <a:pt x="4833" y="6657"/>
                  </a:lnTo>
                  <a:lnTo>
                    <a:pt x="4803" y="6627"/>
                  </a:lnTo>
                  <a:lnTo>
                    <a:pt x="3621" y="4057"/>
                  </a:lnTo>
                  <a:lnTo>
                    <a:pt x="5852" y="2435"/>
                  </a:lnTo>
                  <a:lnTo>
                    <a:pt x="8116" y="4073"/>
                  </a:lnTo>
                  <a:lnTo>
                    <a:pt x="8177" y="4104"/>
                  </a:lnTo>
                  <a:lnTo>
                    <a:pt x="8207" y="4073"/>
                  </a:lnTo>
                  <a:lnTo>
                    <a:pt x="10396" y="2949"/>
                  </a:lnTo>
                  <a:lnTo>
                    <a:pt x="10426" y="2949"/>
                  </a:lnTo>
                  <a:lnTo>
                    <a:pt x="10426" y="2888"/>
                  </a:lnTo>
                  <a:cubicBezTo>
                    <a:pt x="10486" y="2055"/>
                    <a:pt x="10545" y="1252"/>
                    <a:pt x="10605" y="478"/>
                  </a:cubicBezTo>
                  <a:lnTo>
                    <a:pt x="10605" y="478"/>
                  </a:lnTo>
                  <a:lnTo>
                    <a:pt x="13396" y="187"/>
                  </a:lnTo>
                  <a:lnTo>
                    <a:pt x="13396" y="187"/>
                  </a:lnTo>
                  <a:cubicBezTo>
                    <a:pt x="13722" y="1164"/>
                    <a:pt x="14020" y="2057"/>
                    <a:pt x="14347" y="2949"/>
                  </a:cubicBezTo>
                  <a:lnTo>
                    <a:pt x="14347" y="3010"/>
                  </a:lnTo>
                  <a:lnTo>
                    <a:pt x="14378" y="3010"/>
                  </a:lnTo>
                  <a:lnTo>
                    <a:pt x="16749" y="3405"/>
                  </a:lnTo>
                  <a:lnTo>
                    <a:pt x="16809" y="3405"/>
                  </a:lnTo>
                  <a:lnTo>
                    <a:pt x="16809" y="3374"/>
                  </a:lnTo>
                  <a:cubicBezTo>
                    <a:pt x="17468" y="2715"/>
                    <a:pt x="18069" y="2115"/>
                    <a:pt x="18610" y="1545"/>
                  </a:cubicBezTo>
                  <a:lnTo>
                    <a:pt x="18610" y="1545"/>
                  </a:lnTo>
                  <a:lnTo>
                    <a:pt x="20984" y="3118"/>
                  </a:lnTo>
                  <a:lnTo>
                    <a:pt x="20984" y="3118"/>
                  </a:lnTo>
                  <a:cubicBezTo>
                    <a:pt x="20628" y="3950"/>
                    <a:pt x="20330" y="4694"/>
                    <a:pt x="20062" y="5350"/>
                  </a:cubicBezTo>
                  <a:lnTo>
                    <a:pt x="20062" y="5380"/>
                  </a:lnTo>
                  <a:lnTo>
                    <a:pt x="20062" y="5411"/>
                  </a:lnTo>
                  <a:lnTo>
                    <a:pt x="21885" y="7690"/>
                  </a:lnTo>
                  <a:lnTo>
                    <a:pt x="21916" y="7690"/>
                  </a:lnTo>
                  <a:lnTo>
                    <a:pt x="24076" y="7360"/>
                  </a:lnTo>
                  <a:lnTo>
                    <a:pt x="24076" y="7360"/>
                  </a:lnTo>
                  <a:lnTo>
                    <a:pt x="25138" y="9210"/>
                  </a:lnTo>
                  <a:cubicBezTo>
                    <a:pt x="25259" y="9393"/>
                    <a:pt x="25351" y="9545"/>
                    <a:pt x="25411" y="9636"/>
                  </a:cubicBezTo>
                  <a:lnTo>
                    <a:pt x="25168" y="9210"/>
                  </a:lnTo>
                  <a:lnTo>
                    <a:pt x="24135" y="7326"/>
                  </a:lnTo>
                  <a:lnTo>
                    <a:pt x="24104" y="7326"/>
                  </a:lnTo>
                  <a:lnTo>
                    <a:pt x="21943" y="7626"/>
                  </a:lnTo>
                  <a:lnTo>
                    <a:pt x="21943" y="7626"/>
                  </a:lnTo>
                  <a:lnTo>
                    <a:pt x="20169" y="5370"/>
                  </a:lnTo>
                  <a:lnTo>
                    <a:pt x="20169" y="5370"/>
                  </a:lnTo>
                  <a:cubicBezTo>
                    <a:pt x="20438" y="4683"/>
                    <a:pt x="20737" y="3966"/>
                    <a:pt x="21065" y="3131"/>
                  </a:cubicBezTo>
                  <a:lnTo>
                    <a:pt x="21065" y="3070"/>
                  </a:lnTo>
                  <a:lnTo>
                    <a:pt x="21034" y="3040"/>
                  </a:lnTo>
                  <a:lnTo>
                    <a:pt x="18603" y="1429"/>
                  </a:lnTo>
                  <a:lnTo>
                    <a:pt x="18542" y="1399"/>
                  </a:lnTo>
                  <a:lnTo>
                    <a:pt x="18511" y="1429"/>
                  </a:lnTo>
                  <a:lnTo>
                    <a:pt x="16697" y="3274"/>
                  </a:lnTo>
                  <a:lnTo>
                    <a:pt x="16697" y="3274"/>
                  </a:lnTo>
                  <a:lnTo>
                    <a:pt x="14401" y="2867"/>
                  </a:lnTo>
                  <a:lnTo>
                    <a:pt x="14401" y="2867"/>
                  </a:lnTo>
                  <a:lnTo>
                    <a:pt x="13435" y="61"/>
                  </a:lnTo>
                  <a:lnTo>
                    <a:pt x="1343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7"/>
            <p:cNvSpPr/>
            <p:nvPr/>
          </p:nvSpPr>
          <p:spPr>
            <a:xfrm>
              <a:off x="4598375" y="2943350"/>
              <a:ext cx="1996275" cy="1340450"/>
            </a:xfrm>
            <a:custGeom>
              <a:avLst/>
              <a:gdLst/>
              <a:ahLst/>
              <a:cxnLst/>
              <a:rect l="l" t="t" r="r" b="b"/>
              <a:pathLst>
                <a:path w="79851" h="53618" extrusionOk="0">
                  <a:moveTo>
                    <a:pt x="19545" y="0"/>
                  </a:moveTo>
                  <a:cubicBezTo>
                    <a:pt x="19150" y="0"/>
                    <a:pt x="18785" y="243"/>
                    <a:pt x="18633" y="639"/>
                  </a:cubicBezTo>
                  <a:lnTo>
                    <a:pt x="1" y="53618"/>
                  </a:lnTo>
                  <a:lnTo>
                    <a:pt x="58695" y="53618"/>
                  </a:lnTo>
                  <a:lnTo>
                    <a:pt x="79577" y="1368"/>
                  </a:lnTo>
                  <a:cubicBezTo>
                    <a:pt x="79850" y="730"/>
                    <a:pt x="79364" y="31"/>
                    <a:pt x="78695" y="31"/>
                  </a:cubicBezTo>
                  <a:lnTo>
                    <a:pt x="1954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7"/>
            <p:cNvSpPr/>
            <p:nvPr/>
          </p:nvSpPr>
          <p:spPr>
            <a:xfrm>
              <a:off x="4662200" y="2996525"/>
              <a:ext cx="1848850" cy="1197625"/>
            </a:xfrm>
            <a:custGeom>
              <a:avLst/>
              <a:gdLst/>
              <a:ahLst/>
              <a:cxnLst/>
              <a:rect l="l" t="t" r="r" b="b"/>
              <a:pathLst>
                <a:path w="73954" h="47905" extrusionOk="0">
                  <a:moveTo>
                    <a:pt x="17661" y="1"/>
                  </a:moveTo>
                  <a:cubicBezTo>
                    <a:pt x="17418" y="1"/>
                    <a:pt x="17235" y="153"/>
                    <a:pt x="17144" y="366"/>
                  </a:cubicBezTo>
                  <a:lnTo>
                    <a:pt x="153" y="47205"/>
                  </a:lnTo>
                  <a:cubicBezTo>
                    <a:pt x="1" y="47540"/>
                    <a:pt x="274" y="47904"/>
                    <a:pt x="669" y="47904"/>
                  </a:cubicBezTo>
                  <a:lnTo>
                    <a:pt x="54105" y="47904"/>
                  </a:lnTo>
                  <a:cubicBezTo>
                    <a:pt x="54318" y="47904"/>
                    <a:pt x="54531" y="47783"/>
                    <a:pt x="54622" y="47570"/>
                  </a:cubicBezTo>
                  <a:lnTo>
                    <a:pt x="73802" y="730"/>
                  </a:lnTo>
                  <a:cubicBezTo>
                    <a:pt x="73954" y="396"/>
                    <a:pt x="73680" y="1"/>
                    <a:pt x="7331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7"/>
            <p:cNvSpPr/>
            <p:nvPr/>
          </p:nvSpPr>
          <p:spPr>
            <a:xfrm>
              <a:off x="4071775" y="4194125"/>
              <a:ext cx="1993975" cy="91975"/>
            </a:xfrm>
            <a:custGeom>
              <a:avLst/>
              <a:gdLst/>
              <a:ahLst/>
              <a:cxnLst/>
              <a:rect l="l" t="t" r="r" b="b"/>
              <a:pathLst>
                <a:path w="79759" h="3679" extrusionOk="0">
                  <a:moveTo>
                    <a:pt x="0" y="0"/>
                  </a:moveTo>
                  <a:lnTo>
                    <a:pt x="0" y="3678"/>
                  </a:lnTo>
                  <a:lnTo>
                    <a:pt x="79759" y="3678"/>
                  </a:lnTo>
                  <a:lnTo>
                    <a:pt x="7757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7"/>
            <p:cNvSpPr/>
            <p:nvPr/>
          </p:nvSpPr>
          <p:spPr>
            <a:xfrm>
              <a:off x="3463100" y="3027700"/>
              <a:ext cx="1405825" cy="820175"/>
            </a:xfrm>
            <a:custGeom>
              <a:avLst/>
              <a:gdLst/>
              <a:ahLst/>
              <a:cxnLst/>
              <a:rect l="l" t="t" r="r" b="b"/>
              <a:pathLst>
                <a:path w="56233" h="32807" extrusionOk="0">
                  <a:moveTo>
                    <a:pt x="43527" y="0"/>
                  </a:moveTo>
                  <a:cubicBezTo>
                    <a:pt x="43527" y="0"/>
                    <a:pt x="41946" y="19119"/>
                    <a:pt x="38481" y="20061"/>
                  </a:cubicBezTo>
                  <a:cubicBezTo>
                    <a:pt x="34949" y="21007"/>
                    <a:pt x="31224" y="21333"/>
                    <a:pt x="27749" y="21333"/>
                  </a:cubicBezTo>
                  <a:cubicBezTo>
                    <a:pt x="21955" y="21333"/>
                    <a:pt x="16855" y="20426"/>
                    <a:pt x="14499" y="19970"/>
                  </a:cubicBezTo>
                  <a:cubicBezTo>
                    <a:pt x="14074" y="19575"/>
                    <a:pt x="13557" y="19149"/>
                    <a:pt x="13010" y="18602"/>
                  </a:cubicBezTo>
                  <a:cubicBezTo>
                    <a:pt x="12554" y="18116"/>
                    <a:pt x="12159" y="17569"/>
                    <a:pt x="11885" y="16961"/>
                  </a:cubicBezTo>
                  <a:cubicBezTo>
                    <a:pt x="11490" y="16231"/>
                    <a:pt x="11186" y="15441"/>
                    <a:pt x="11004" y="14620"/>
                  </a:cubicBezTo>
                  <a:cubicBezTo>
                    <a:pt x="10947" y="14147"/>
                    <a:pt x="10559" y="13862"/>
                    <a:pt x="10194" y="13862"/>
                  </a:cubicBezTo>
                  <a:cubicBezTo>
                    <a:pt x="9974" y="13862"/>
                    <a:pt x="9762" y="13966"/>
                    <a:pt x="9636" y="14195"/>
                  </a:cubicBezTo>
                  <a:cubicBezTo>
                    <a:pt x="9301" y="14833"/>
                    <a:pt x="9149" y="17143"/>
                    <a:pt x="10426" y="19271"/>
                  </a:cubicBezTo>
                  <a:cubicBezTo>
                    <a:pt x="10669" y="19848"/>
                    <a:pt x="10335" y="20487"/>
                    <a:pt x="9727" y="20639"/>
                  </a:cubicBezTo>
                  <a:cubicBezTo>
                    <a:pt x="8116" y="21247"/>
                    <a:pt x="2493" y="22979"/>
                    <a:pt x="1581" y="23405"/>
                  </a:cubicBezTo>
                  <a:cubicBezTo>
                    <a:pt x="760" y="23800"/>
                    <a:pt x="0" y="24499"/>
                    <a:pt x="851" y="24621"/>
                  </a:cubicBezTo>
                  <a:cubicBezTo>
                    <a:pt x="938" y="24636"/>
                    <a:pt x="1065" y="24643"/>
                    <a:pt x="1222" y="24643"/>
                  </a:cubicBezTo>
                  <a:cubicBezTo>
                    <a:pt x="2186" y="24643"/>
                    <a:pt x="4306" y="24380"/>
                    <a:pt x="5497" y="24221"/>
                  </a:cubicBezTo>
                  <a:lnTo>
                    <a:pt x="5497" y="24221"/>
                  </a:lnTo>
                  <a:cubicBezTo>
                    <a:pt x="3814" y="24468"/>
                    <a:pt x="249" y="25071"/>
                    <a:pt x="365" y="25745"/>
                  </a:cubicBezTo>
                  <a:cubicBezTo>
                    <a:pt x="432" y="26079"/>
                    <a:pt x="956" y="26321"/>
                    <a:pt x="2078" y="26321"/>
                  </a:cubicBezTo>
                  <a:cubicBezTo>
                    <a:pt x="2245" y="26321"/>
                    <a:pt x="2426" y="26315"/>
                    <a:pt x="2621" y="26304"/>
                  </a:cubicBezTo>
                  <a:lnTo>
                    <a:pt x="2621" y="26304"/>
                  </a:lnTo>
                  <a:cubicBezTo>
                    <a:pt x="1635" y="26499"/>
                    <a:pt x="775" y="26721"/>
                    <a:pt x="578" y="26931"/>
                  </a:cubicBezTo>
                  <a:cubicBezTo>
                    <a:pt x="33" y="27462"/>
                    <a:pt x="954" y="27609"/>
                    <a:pt x="2136" y="27609"/>
                  </a:cubicBezTo>
                  <a:cubicBezTo>
                    <a:pt x="3590" y="27609"/>
                    <a:pt x="5440" y="27387"/>
                    <a:pt x="5441" y="27387"/>
                  </a:cubicBezTo>
                  <a:lnTo>
                    <a:pt x="5441" y="27387"/>
                  </a:lnTo>
                  <a:cubicBezTo>
                    <a:pt x="1186" y="27934"/>
                    <a:pt x="1247" y="27721"/>
                    <a:pt x="1186" y="28298"/>
                  </a:cubicBezTo>
                  <a:cubicBezTo>
                    <a:pt x="1155" y="28724"/>
                    <a:pt x="2128" y="28906"/>
                    <a:pt x="4469" y="28937"/>
                  </a:cubicBezTo>
                  <a:cubicBezTo>
                    <a:pt x="6353" y="28967"/>
                    <a:pt x="8298" y="29362"/>
                    <a:pt x="11186" y="29545"/>
                  </a:cubicBezTo>
                  <a:cubicBezTo>
                    <a:pt x="11186" y="29545"/>
                    <a:pt x="22714" y="32807"/>
                    <a:pt x="33685" y="32807"/>
                  </a:cubicBezTo>
                  <a:cubicBezTo>
                    <a:pt x="42213" y="32807"/>
                    <a:pt x="50405" y="30836"/>
                    <a:pt x="52585" y="23830"/>
                  </a:cubicBezTo>
                  <a:cubicBezTo>
                    <a:pt x="55290" y="15198"/>
                    <a:pt x="55321" y="11915"/>
                    <a:pt x="56232" y="6231"/>
                  </a:cubicBezTo>
                  <a:lnTo>
                    <a:pt x="4352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7"/>
            <p:cNvSpPr/>
            <p:nvPr/>
          </p:nvSpPr>
          <p:spPr>
            <a:xfrm>
              <a:off x="3517050" y="3704275"/>
              <a:ext cx="145925" cy="18050"/>
            </a:xfrm>
            <a:custGeom>
              <a:avLst/>
              <a:gdLst/>
              <a:ahLst/>
              <a:cxnLst/>
              <a:rect l="l" t="t" r="r" b="b"/>
              <a:pathLst>
                <a:path w="5837" h="722" extrusionOk="0">
                  <a:moveTo>
                    <a:pt x="5355" y="0"/>
                  </a:moveTo>
                  <a:cubicBezTo>
                    <a:pt x="4829" y="0"/>
                    <a:pt x="3921" y="55"/>
                    <a:pt x="2888" y="172"/>
                  </a:cubicBezTo>
                  <a:cubicBezTo>
                    <a:pt x="1307" y="324"/>
                    <a:pt x="0" y="536"/>
                    <a:pt x="0" y="658"/>
                  </a:cubicBezTo>
                  <a:cubicBezTo>
                    <a:pt x="0" y="701"/>
                    <a:pt x="168" y="721"/>
                    <a:pt x="457" y="721"/>
                  </a:cubicBezTo>
                  <a:cubicBezTo>
                    <a:pt x="982" y="721"/>
                    <a:pt x="1909" y="654"/>
                    <a:pt x="2949" y="536"/>
                  </a:cubicBezTo>
                  <a:cubicBezTo>
                    <a:pt x="4560" y="384"/>
                    <a:pt x="5836" y="172"/>
                    <a:pt x="5836" y="50"/>
                  </a:cubicBezTo>
                  <a:cubicBezTo>
                    <a:pt x="5826" y="17"/>
                    <a:pt x="5650" y="0"/>
                    <a:pt x="535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7"/>
            <p:cNvSpPr/>
            <p:nvPr/>
          </p:nvSpPr>
          <p:spPr>
            <a:xfrm>
              <a:off x="3507175" y="3663425"/>
              <a:ext cx="155050" cy="27225"/>
            </a:xfrm>
            <a:custGeom>
              <a:avLst/>
              <a:gdLst/>
              <a:ahLst/>
              <a:cxnLst/>
              <a:rect l="l" t="t" r="r" b="b"/>
              <a:pathLst>
                <a:path w="6202" h="1089" extrusionOk="0">
                  <a:moveTo>
                    <a:pt x="5961" y="0"/>
                  </a:moveTo>
                  <a:cubicBezTo>
                    <a:pt x="5488" y="0"/>
                    <a:pt x="4367" y="138"/>
                    <a:pt x="3070" y="347"/>
                  </a:cubicBezTo>
                  <a:cubicBezTo>
                    <a:pt x="1368" y="651"/>
                    <a:pt x="0" y="954"/>
                    <a:pt x="31" y="1046"/>
                  </a:cubicBezTo>
                  <a:cubicBezTo>
                    <a:pt x="38" y="1075"/>
                    <a:pt x="123" y="1088"/>
                    <a:pt x="270" y="1088"/>
                  </a:cubicBezTo>
                  <a:cubicBezTo>
                    <a:pt x="744" y="1088"/>
                    <a:pt x="1864" y="950"/>
                    <a:pt x="3161" y="742"/>
                  </a:cubicBezTo>
                  <a:cubicBezTo>
                    <a:pt x="4833" y="468"/>
                    <a:pt x="6201" y="134"/>
                    <a:pt x="6201" y="43"/>
                  </a:cubicBezTo>
                  <a:cubicBezTo>
                    <a:pt x="6194" y="14"/>
                    <a:pt x="6109" y="0"/>
                    <a:pt x="596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7"/>
            <p:cNvSpPr/>
            <p:nvPr/>
          </p:nvSpPr>
          <p:spPr>
            <a:xfrm>
              <a:off x="3514775" y="3620500"/>
              <a:ext cx="146675" cy="27950"/>
            </a:xfrm>
            <a:custGeom>
              <a:avLst/>
              <a:gdLst/>
              <a:ahLst/>
              <a:cxnLst/>
              <a:rect l="l" t="t" r="r" b="b"/>
              <a:pathLst>
                <a:path w="5867" h="1118" extrusionOk="0">
                  <a:moveTo>
                    <a:pt x="5677" y="1"/>
                  </a:moveTo>
                  <a:cubicBezTo>
                    <a:pt x="5278" y="1"/>
                    <a:pt x="4181" y="142"/>
                    <a:pt x="2888" y="361"/>
                  </a:cubicBezTo>
                  <a:cubicBezTo>
                    <a:pt x="1277" y="665"/>
                    <a:pt x="0" y="969"/>
                    <a:pt x="0" y="1091"/>
                  </a:cubicBezTo>
                  <a:cubicBezTo>
                    <a:pt x="6" y="1109"/>
                    <a:pt x="62" y="1117"/>
                    <a:pt x="160" y="1117"/>
                  </a:cubicBezTo>
                  <a:cubicBezTo>
                    <a:pt x="558" y="1117"/>
                    <a:pt x="1655" y="976"/>
                    <a:pt x="2949" y="757"/>
                  </a:cubicBezTo>
                  <a:cubicBezTo>
                    <a:pt x="4560" y="453"/>
                    <a:pt x="5867" y="149"/>
                    <a:pt x="5836" y="27"/>
                  </a:cubicBezTo>
                  <a:cubicBezTo>
                    <a:pt x="5830" y="9"/>
                    <a:pt x="5775" y="1"/>
                    <a:pt x="56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7"/>
            <p:cNvSpPr/>
            <p:nvPr/>
          </p:nvSpPr>
          <p:spPr>
            <a:xfrm>
              <a:off x="4868900" y="3843050"/>
              <a:ext cx="923300" cy="345025"/>
            </a:xfrm>
            <a:custGeom>
              <a:avLst/>
              <a:gdLst/>
              <a:ahLst/>
              <a:cxnLst/>
              <a:rect l="l" t="t" r="r" b="b"/>
              <a:pathLst>
                <a:path w="36932" h="13801" extrusionOk="0">
                  <a:moveTo>
                    <a:pt x="34560" y="1"/>
                  </a:moveTo>
                  <a:lnTo>
                    <a:pt x="1429" y="3071"/>
                  </a:lnTo>
                  <a:lnTo>
                    <a:pt x="0" y="13800"/>
                  </a:lnTo>
                  <a:lnTo>
                    <a:pt x="36931" y="13800"/>
                  </a:lnTo>
                  <a:lnTo>
                    <a:pt x="3456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7"/>
            <p:cNvSpPr/>
            <p:nvPr/>
          </p:nvSpPr>
          <p:spPr>
            <a:xfrm>
              <a:off x="4511000" y="2659150"/>
              <a:ext cx="303975" cy="487875"/>
            </a:xfrm>
            <a:custGeom>
              <a:avLst/>
              <a:gdLst/>
              <a:ahLst/>
              <a:cxnLst/>
              <a:rect l="l" t="t" r="r" b="b"/>
              <a:pathLst>
                <a:path w="12159" h="19515" extrusionOk="0">
                  <a:moveTo>
                    <a:pt x="5380" y="0"/>
                  </a:moveTo>
                  <a:cubicBezTo>
                    <a:pt x="5380" y="0"/>
                    <a:pt x="0" y="16110"/>
                    <a:pt x="365" y="16779"/>
                  </a:cubicBezTo>
                  <a:lnTo>
                    <a:pt x="12158" y="19514"/>
                  </a:lnTo>
                  <a:lnTo>
                    <a:pt x="538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7"/>
            <p:cNvSpPr/>
            <p:nvPr/>
          </p:nvSpPr>
          <p:spPr>
            <a:xfrm>
              <a:off x="4511000" y="2659150"/>
              <a:ext cx="303975" cy="487875"/>
            </a:xfrm>
            <a:custGeom>
              <a:avLst/>
              <a:gdLst/>
              <a:ahLst/>
              <a:cxnLst/>
              <a:rect l="l" t="t" r="r" b="b"/>
              <a:pathLst>
                <a:path w="12159" h="19515" extrusionOk="0">
                  <a:moveTo>
                    <a:pt x="5380" y="0"/>
                  </a:moveTo>
                  <a:cubicBezTo>
                    <a:pt x="5380" y="0"/>
                    <a:pt x="0" y="16110"/>
                    <a:pt x="365" y="16779"/>
                  </a:cubicBezTo>
                  <a:lnTo>
                    <a:pt x="12158" y="19514"/>
                  </a:lnTo>
                  <a:lnTo>
                    <a:pt x="538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7"/>
            <p:cNvSpPr/>
            <p:nvPr/>
          </p:nvSpPr>
          <p:spPr>
            <a:xfrm>
              <a:off x="4642450" y="2524275"/>
              <a:ext cx="1119350" cy="1469250"/>
            </a:xfrm>
            <a:custGeom>
              <a:avLst/>
              <a:gdLst/>
              <a:ahLst/>
              <a:cxnLst/>
              <a:rect l="l" t="t" r="r" b="b"/>
              <a:pathLst>
                <a:path w="44774" h="58770" extrusionOk="0">
                  <a:moveTo>
                    <a:pt x="11589" y="1"/>
                  </a:moveTo>
                  <a:cubicBezTo>
                    <a:pt x="10125" y="1"/>
                    <a:pt x="8660" y="96"/>
                    <a:pt x="7204" y="289"/>
                  </a:cubicBezTo>
                  <a:lnTo>
                    <a:pt x="6505" y="380"/>
                  </a:lnTo>
                  <a:cubicBezTo>
                    <a:pt x="3587" y="684"/>
                    <a:pt x="1125" y="2660"/>
                    <a:pt x="122" y="5395"/>
                  </a:cubicBezTo>
                  <a:cubicBezTo>
                    <a:pt x="122" y="5395"/>
                    <a:pt x="0" y="13329"/>
                    <a:pt x="2432" y="18587"/>
                  </a:cubicBezTo>
                  <a:lnTo>
                    <a:pt x="10213" y="35669"/>
                  </a:lnTo>
                  <a:lnTo>
                    <a:pt x="9089" y="58770"/>
                  </a:lnTo>
                  <a:lnTo>
                    <a:pt x="44773" y="54727"/>
                  </a:lnTo>
                  <a:lnTo>
                    <a:pt x="39181" y="32417"/>
                  </a:lnTo>
                  <a:cubicBezTo>
                    <a:pt x="39181" y="32417"/>
                    <a:pt x="35351" y="6550"/>
                    <a:pt x="28360" y="3693"/>
                  </a:cubicBezTo>
                  <a:cubicBezTo>
                    <a:pt x="25928" y="2751"/>
                    <a:pt x="23436" y="1961"/>
                    <a:pt x="20913" y="1292"/>
                  </a:cubicBezTo>
                  <a:cubicBezTo>
                    <a:pt x="17883" y="441"/>
                    <a:pt x="14739" y="1"/>
                    <a:pt x="1158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7"/>
            <p:cNvSpPr/>
            <p:nvPr/>
          </p:nvSpPr>
          <p:spPr>
            <a:xfrm>
              <a:off x="5103700" y="3967675"/>
              <a:ext cx="7625" cy="209000"/>
            </a:xfrm>
            <a:custGeom>
              <a:avLst/>
              <a:gdLst/>
              <a:ahLst/>
              <a:cxnLst/>
              <a:rect l="l" t="t" r="r" b="b"/>
              <a:pathLst>
                <a:path w="305" h="8360" extrusionOk="0">
                  <a:moveTo>
                    <a:pt x="61" y="0"/>
                  </a:moveTo>
                  <a:cubicBezTo>
                    <a:pt x="1" y="0"/>
                    <a:pt x="1" y="1885"/>
                    <a:pt x="61" y="4195"/>
                  </a:cubicBezTo>
                  <a:cubicBezTo>
                    <a:pt x="92" y="6505"/>
                    <a:pt x="183" y="8359"/>
                    <a:pt x="213" y="8359"/>
                  </a:cubicBezTo>
                  <a:cubicBezTo>
                    <a:pt x="305" y="8359"/>
                    <a:pt x="274" y="6505"/>
                    <a:pt x="213" y="4195"/>
                  </a:cubicBezTo>
                  <a:cubicBezTo>
                    <a:pt x="183" y="1885"/>
                    <a:pt x="92" y="0"/>
                    <a:pt x="6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7"/>
            <p:cNvSpPr/>
            <p:nvPr/>
          </p:nvSpPr>
          <p:spPr>
            <a:xfrm>
              <a:off x="5141700" y="3988950"/>
              <a:ext cx="43350" cy="39650"/>
            </a:xfrm>
            <a:custGeom>
              <a:avLst/>
              <a:gdLst/>
              <a:ahLst/>
              <a:cxnLst/>
              <a:rect l="l" t="t" r="r" b="b"/>
              <a:pathLst>
                <a:path w="1734" h="1586" extrusionOk="0">
                  <a:moveTo>
                    <a:pt x="396" y="1"/>
                  </a:moveTo>
                  <a:cubicBezTo>
                    <a:pt x="396" y="1"/>
                    <a:pt x="122" y="153"/>
                    <a:pt x="61" y="578"/>
                  </a:cubicBezTo>
                  <a:cubicBezTo>
                    <a:pt x="0" y="852"/>
                    <a:pt x="92" y="1095"/>
                    <a:pt x="274" y="1308"/>
                  </a:cubicBezTo>
                  <a:cubicBezTo>
                    <a:pt x="432" y="1489"/>
                    <a:pt x="675" y="1585"/>
                    <a:pt x="914" y="1585"/>
                  </a:cubicBezTo>
                  <a:cubicBezTo>
                    <a:pt x="996" y="1585"/>
                    <a:pt x="1078" y="1574"/>
                    <a:pt x="1156" y="1551"/>
                  </a:cubicBezTo>
                  <a:cubicBezTo>
                    <a:pt x="1490" y="1429"/>
                    <a:pt x="1703" y="1125"/>
                    <a:pt x="1733" y="791"/>
                  </a:cubicBezTo>
                  <a:cubicBezTo>
                    <a:pt x="1733" y="372"/>
                    <a:pt x="1396" y="67"/>
                    <a:pt x="1011" y="67"/>
                  </a:cubicBezTo>
                  <a:cubicBezTo>
                    <a:pt x="949" y="67"/>
                    <a:pt x="885" y="75"/>
                    <a:pt x="821" y="92"/>
                  </a:cubicBezTo>
                  <a:cubicBezTo>
                    <a:pt x="700" y="122"/>
                    <a:pt x="669" y="183"/>
                    <a:pt x="669" y="183"/>
                  </a:cubicBezTo>
                  <a:cubicBezTo>
                    <a:pt x="722" y="175"/>
                    <a:pt x="776" y="171"/>
                    <a:pt x="828" y="171"/>
                  </a:cubicBezTo>
                  <a:cubicBezTo>
                    <a:pt x="985" y="171"/>
                    <a:pt x="1133" y="206"/>
                    <a:pt x="1247" y="274"/>
                  </a:cubicBezTo>
                  <a:cubicBezTo>
                    <a:pt x="1459" y="365"/>
                    <a:pt x="1551" y="578"/>
                    <a:pt x="1551" y="791"/>
                  </a:cubicBezTo>
                  <a:cubicBezTo>
                    <a:pt x="1520" y="1034"/>
                    <a:pt x="1338" y="1277"/>
                    <a:pt x="1095" y="1368"/>
                  </a:cubicBezTo>
                  <a:cubicBezTo>
                    <a:pt x="1034" y="1383"/>
                    <a:pt x="975" y="1391"/>
                    <a:pt x="916" y="1391"/>
                  </a:cubicBezTo>
                  <a:cubicBezTo>
                    <a:pt x="503" y="1391"/>
                    <a:pt x="156" y="1034"/>
                    <a:pt x="183" y="608"/>
                  </a:cubicBezTo>
                  <a:cubicBezTo>
                    <a:pt x="213" y="396"/>
                    <a:pt x="304" y="183"/>
                    <a:pt x="39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7"/>
            <p:cNvSpPr/>
            <p:nvPr/>
          </p:nvSpPr>
          <p:spPr>
            <a:xfrm>
              <a:off x="5382575" y="3932725"/>
              <a:ext cx="365550" cy="161000"/>
            </a:xfrm>
            <a:custGeom>
              <a:avLst/>
              <a:gdLst/>
              <a:ahLst/>
              <a:cxnLst/>
              <a:rect l="l" t="t" r="r" b="b"/>
              <a:pathLst>
                <a:path w="14622" h="6440" extrusionOk="0">
                  <a:moveTo>
                    <a:pt x="1" y="0"/>
                  </a:moveTo>
                  <a:cubicBezTo>
                    <a:pt x="1" y="0"/>
                    <a:pt x="1" y="61"/>
                    <a:pt x="31" y="152"/>
                  </a:cubicBezTo>
                  <a:cubicBezTo>
                    <a:pt x="92" y="274"/>
                    <a:pt x="122" y="426"/>
                    <a:pt x="244" y="639"/>
                  </a:cubicBezTo>
                  <a:cubicBezTo>
                    <a:pt x="487" y="1216"/>
                    <a:pt x="791" y="1794"/>
                    <a:pt x="1156" y="2310"/>
                  </a:cubicBezTo>
                  <a:cubicBezTo>
                    <a:pt x="3009" y="4955"/>
                    <a:pt x="6006" y="6440"/>
                    <a:pt x="9108" y="6440"/>
                  </a:cubicBezTo>
                  <a:cubicBezTo>
                    <a:pt x="10177" y="6440"/>
                    <a:pt x="11259" y="6263"/>
                    <a:pt x="12311" y="5897"/>
                  </a:cubicBezTo>
                  <a:cubicBezTo>
                    <a:pt x="12919" y="5684"/>
                    <a:pt x="13497" y="5411"/>
                    <a:pt x="14044" y="5107"/>
                  </a:cubicBezTo>
                  <a:cubicBezTo>
                    <a:pt x="14196" y="5016"/>
                    <a:pt x="14317" y="4924"/>
                    <a:pt x="14469" y="4803"/>
                  </a:cubicBezTo>
                  <a:cubicBezTo>
                    <a:pt x="14530" y="4772"/>
                    <a:pt x="14560" y="4742"/>
                    <a:pt x="14621" y="4712"/>
                  </a:cubicBezTo>
                  <a:lnTo>
                    <a:pt x="14621" y="4712"/>
                  </a:lnTo>
                  <a:cubicBezTo>
                    <a:pt x="14408" y="4803"/>
                    <a:pt x="14196" y="4894"/>
                    <a:pt x="13983" y="5016"/>
                  </a:cubicBezTo>
                  <a:cubicBezTo>
                    <a:pt x="13436" y="5319"/>
                    <a:pt x="12858" y="5563"/>
                    <a:pt x="12281" y="5775"/>
                  </a:cubicBezTo>
                  <a:cubicBezTo>
                    <a:pt x="11399" y="6049"/>
                    <a:pt x="10457" y="6201"/>
                    <a:pt x="9545" y="6262"/>
                  </a:cubicBezTo>
                  <a:cubicBezTo>
                    <a:pt x="9416" y="6267"/>
                    <a:pt x="9288" y="6269"/>
                    <a:pt x="9159" y="6269"/>
                  </a:cubicBezTo>
                  <a:cubicBezTo>
                    <a:pt x="6986" y="6269"/>
                    <a:pt x="4886" y="5544"/>
                    <a:pt x="3192" y="4195"/>
                  </a:cubicBezTo>
                  <a:cubicBezTo>
                    <a:pt x="1977" y="3253"/>
                    <a:pt x="974" y="2006"/>
                    <a:pt x="305" y="608"/>
                  </a:cubicBezTo>
                  <a:cubicBezTo>
                    <a:pt x="123" y="213"/>
                    <a:pt x="1" y="0"/>
                    <a:pt x="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7"/>
            <p:cNvSpPr/>
            <p:nvPr/>
          </p:nvSpPr>
          <p:spPr>
            <a:xfrm>
              <a:off x="4685000" y="2915225"/>
              <a:ext cx="342750" cy="58025"/>
            </a:xfrm>
            <a:custGeom>
              <a:avLst/>
              <a:gdLst/>
              <a:ahLst/>
              <a:cxnLst/>
              <a:rect l="l" t="t" r="r" b="b"/>
              <a:pathLst>
                <a:path w="13710" h="2321" extrusionOk="0">
                  <a:moveTo>
                    <a:pt x="13709" y="1"/>
                  </a:moveTo>
                  <a:lnTo>
                    <a:pt x="13709" y="1"/>
                  </a:lnTo>
                  <a:cubicBezTo>
                    <a:pt x="13557" y="122"/>
                    <a:pt x="13375" y="244"/>
                    <a:pt x="13253" y="365"/>
                  </a:cubicBezTo>
                  <a:cubicBezTo>
                    <a:pt x="12828" y="700"/>
                    <a:pt x="12402" y="1004"/>
                    <a:pt x="11946" y="1308"/>
                  </a:cubicBezTo>
                  <a:cubicBezTo>
                    <a:pt x="11277" y="1733"/>
                    <a:pt x="10548" y="2037"/>
                    <a:pt x="9758" y="2128"/>
                  </a:cubicBezTo>
                  <a:cubicBezTo>
                    <a:pt x="9689" y="2130"/>
                    <a:pt x="9620" y="2132"/>
                    <a:pt x="9551" y="2132"/>
                  </a:cubicBezTo>
                  <a:cubicBezTo>
                    <a:pt x="8651" y="2132"/>
                    <a:pt x="7780" y="1946"/>
                    <a:pt x="6961" y="1551"/>
                  </a:cubicBezTo>
                  <a:cubicBezTo>
                    <a:pt x="6019" y="1125"/>
                    <a:pt x="5138" y="639"/>
                    <a:pt x="4286" y="335"/>
                  </a:cubicBezTo>
                  <a:cubicBezTo>
                    <a:pt x="3744" y="118"/>
                    <a:pt x="3170" y="9"/>
                    <a:pt x="2587" y="9"/>
                  </a:cubicBezTo>
                  <a:cubicBezTo>
                    <a:pt x="2354" y="9"/>
                    <a:pt x="2120" y="27"/>
                    <a:pt x="1885" y="61"/>
                  </a:cubicBezTo>
                  <a:cubicBezTo>
                    <a:pt x="1338" y="122"/>
                    <a:pt x="821" y="335"/>
                    <a:pt x="396" y="700"/>
                  </a:cubicBezTo>
                  <a:cubicBezTo>
                    <a:pt x="305" y="791"/>
                    <a:pt x="183" y="882"/>
                    <a:pt x="92" y="1004"/>
                  </a:cubicBezTo>
                  <a:cubicBezTo>
                    <a:pt x="61" y="1034"/>
                    <a:pt x="31" y="1095"/>
                    <a:pt x="1" y="1125"/>
                  </a:cubicBezTo>
                  <a:cubicBezTo>
                    <a:pt x="3" y="1127"/>
                    <a:pt x="6" y="1129"/>
                    <a:pt x="9" y="1129"/>
                  </a:cubicBezTo>
                  <a:cubicBezTo>
                    <a:pt x="50" y="1129"/>
                    <a:pt x="175" y="958"/>
                    <a:pt x="457" y="760"/>
                  </a:cubicBezTo>
                  <a:cubicBezTo>
                    <a:pt x="882" y="457"/>
                    <a:pt x="1368" y="244"/>
                    <a:pt x="1916" y="183"/>
                  </a:cubicBezTo>
                  <a:cubicBezTo>
                    <a:pt x="2068" y="171"/>
                    <a:pt x="2220" y="165"/>
                    <a:pt x="2372" y="165"/>
                  </a:cubicBezTo>
                  <a:cubicBezTo>
                    <a:pt x="3008" y="165"/>
                    <a:pt x="3637" y="272"/>
                    <a:pt x="4226" y="517"/>
                  </a:cubicBezTo>
                  <a:cubicBezTo>
                    <a:pt x="5046" y="821"/>
                    <a:pt x="5928" y="1308"/>
                    <a:pt x="6870" y="1733"/>
                  </a:cubicBezTo>
                  <a:cubicBezTo>
                    <a:pt x="7679" y="2111"/>
                    <a:pt x="8560" y="2321"/>
                    <a:pt x="9428" y="2321"/>
                  </a:cubicBezTo>
                  <a:cubicBezTo>
                    <a:pt x="9538" y="2321"/>
                    <a:pt x="9648" y="2317"/>
                    <a:pt x="9758" y="2311"/>
                  </a:cubicBezTo>
                  <a:cubicBezTo>
                    <a:pt x="10578" y="2189"/>
                    <a:pt x="11338" y="1885"/>
                    <a:pt x="12007" y="1429"/>
                  </a:cubicBezTo>
                  <a:cubicBezTo>
                    <a:pt x="12463" y="1125"/>
                    <a:pt x="12888" y="791"/>
                    <a:pt x="13284" y="426"/>
                  </a:cubicBezTo>
                  <a:cubicBezTo>
                    <a:pt x="13436" y="305"/>
                    <a:pt x="13588" y="153"/>
                    <a:pt x="1370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47"/>
            <p:cNvSpPr/>
            <p:nvPr/>
          </p:nvSpPr>
          <p:spPr>
            <a:xfrm>
              <a:off x="4649300" y="2690225"/>
              <a:ext cx="144400" cy="40025"/>
            </a:xfrm>
            <a:custGeom>
              <a:avLst/>
              <a:gdLst/>
              <a:ahLst/>
              <a:cxnLst/>
              <a:rect l="l" t="t" r="r" b="b"/>
              <a:pathLst>
                <a:path w="5776" h="1601" extrusionOk="0">
                  <a:moveTo>
                    <a:pt x="5767" y="1"/>
                  </a:moveTo>
                  <a:cubicBezTo>
                    <a:pt x="5713" y="1"/>
                    <a:pt x="5471" y="205"/>
                    <a:pt x="5015" y="490"/>
                  </a:cubicBezTo>
                  <a:cubicBezTo>
                    <a:pt x="3994" y="1088"/>
                    <a:pt x="2829" y="1420"/>
                    <a:pt x="1656" y="1420"/>
                  </a:cubicBezTo>
                  <a:cubicBezTo>
                    <a:pt x="1398" y="1420"/>
                    <a:pt x="1139" y="1404"/>
                    <a:pt x="882" y="1371"/>
                  </a:cubicBezTo>
                  <a:cubicBezTo>
                    <a:pt x="409" y="1319"/>
                    <a:pt x="95" y="1244"/>
                    <a:pt x="18" y="1244"/>
                  </a:cubicBezTo>
                  <a:cubicBezTo>
                    <a:pt x="6" y="1244"/>
                    <a:pt x="0" y="1246"/>
                    <a:pt x="0" y="1250"/>
                  </a:cubicBezTo>
                  <a:cubicBezTo>
                    <a:pt x="274" y="1402"/>
                    <a:pt x="547" y="1493"/>
                    <a:pt x="882" y="1523"/>
                  </a:cubicBezTo>
                  <a:cubicBezTo>
                    <a:pt x="1194" y="1575"/>
                    <a:pt x="1509" y="1601"/>
                    <a:pt x="1824" y="1601"/>
                  </a:cubicBezTo>
                  <a:cubicBezTo>
                    <a:pt x="2979" y="1601"/>
                    <a:pt x="4127" y="1256"/>
                    <a:pt x="5107" y="611"/>
                  </a:cubicBezTo>
                  <a:cubicBezTo>
                    <a:pt x="5350" y="429"/>
                    <a:pt x="5593" y="247"/>
                    <a:pt x="5775" y="3"/>
                  </a:cubicBezTo>
                  <a:cubicBezTo>
                    <a:pt x="5773" y="2"/>
                    <a:pt x="5771" y="1"/>
                    <a:pt x="57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7"/>
            <p:cNvSpPr/>
            <p:nvPr/>
          </p:nvSpPr>
          <p:spPr>
            <a:xfrm>
              <a:off x="4832425" y="3227300"/>
              <a:ext cx="767525" cy="95925"/>
            </a:xfrm>
            <a:custGeom>
              <a:avLst/>
              <a:gdLst/>
              <a:ahLst/>
              <a:cxnLst/>
              <a:rect l="l" t="t" r="r" b="b"/>
              <a:pathLst>
                <a:path w="30701" h="3837" extrusionOk="0">
                  <a:moveTo>
                    <a:pt x="20400" y="0"/>
                  </a:moveTo>
                  <a:cubicBezTo>
                    <a:pt x="19690" y="0"/>
                    <a:pt x="18979" y="81"/>
                    <a:pt x="18268" y="253"/>
                  </a:cubicBezTo>
                  <a:cubicBezTo>
                    <a:pt x="17235" y="496"/>
                    <a:pt x="16201" y="831"/>
                    <a:pt x="15229" y="1256"/>
                  </a:cubicBezTo>
                  <a:cubicBezTo>
                    <a:pt x="13192" y="2107"/>
                    <a:pt x="11277" y="3050"/>
                    <a:pt x="9423" y="3414"/>
                  </a:cubicBezTo>
                  <a:cubicBezTo>
                    <a:pt x="8666" y="3583"/>
                    <a:pt x="7895" y="3667"/>
                    <a:pt x="7124" y="3667"/>
                  </a:cubicBezTo>
                  <a:cubicBezTo>
                    <a:pt x="6223" y="3667"/>
                    <a:pt x="5322" y="3552"/>
                    <a:pt x="4438" y="3323"/>
                  </a:cubicBezTo>
                  <a:cubicBezTo>
                    <a:pt x="3344" y="3080"/>
                    <a:pt x="2250" y="2746"/>
                    <a:pt x="1186" y="2351"/>
                  </a:cubicBezTo>
                  <a:lnTo>
                    <a:pt x="304" y="2047"/>
                  </a:lnTo>
                  <a:cubicBezTo>
                    <a:pt x="183" y="1986"/>
                    <a:pt x="92" y="1955"/>
                    <a:pt x="0" y="1955"/>
                  </a:cubicBezTo>
                  <a:cubicBezTo>
                    <a:pt x="92" y="1986"/>
                    <a:pt x="183" y="2047"/>
                    <a:pt x="274" y="2077"/>
                  </a:cubicBezTo>
                  <a:lnTo>
                    <a:pt x="1155" y="2411"/>
                  </a:lnTo>
                  <a:cubicBezTo>
                    <a:pt x="2219" y="2837"/>
                    <a:pt x="3283" y="3202"/>
                    <a:pt x="4408" y="3475"/>
                  </a:cubicBezTo>
                  <a:cubicBezTo>
                    <a:pt x="5323" y="3712"/>
                    <a:pt x="6266" y="3836"/>
                    <a:pt x="7211" y="3836"/>
                  </a:cubicBezTo>
                  <a:cubicBezTo>
                    <a:pt x="7962" y="3836"/>
                    <a:pt x="8714" y="3758"/>
                    <a:pt x="9453" y="3597"/>
                  </a:cubicBezTo>
                  <a:cubicBezTo>
                    <a:pt x="11368" y="3202"/>
                    <a:pt x="13283" y="2290"/>
                    <a:pt x="15289" y="1439"/>
                  </a:cubicBezTo>
                  <a:cubicBezTo>
                    <a:pt x="16262" y="1013"/>
                    <a:pt x="17296" y="679"/>
                    <a:pt x="18329" y="436"/>
                  </a:cubicBezTo>
                  <a:cubicBezTo>
                    <a:pt x="19047" y="279"/>
                    <a:pt x="19766" y="188"/>
                    <a:pt x="20497" y="188"/>
                  </a:cubicBezTo>
                  <a:cubicBezTo>
                    <a:pt x="20755" y="188"/>
                    <a:pt x="21015" y="199"/>
                    <a:pt x="21277" y="223"/>
                  </a:cubicBezTo>
                  <a:cubicBezTo>
                    <a:pt x="22159" y="345"/>
                    <a:pt x="23071" y="496"/>
                    <a:pt x="23922" y="740"/>
                  </a:cubicBezTo>
                  <a:cubicBezTo>
                    <a:pt x="24682" y="952"/>
                    <a:pt x="25472" y="1104"/>
                    <a:pt x="26262" y="1226"/>
                  </a:cubicBezTo>
                  <a:cubicBezTo>
                    <a:pt x="26630" y="1286"/>
                    <a:pt x="27005" y="1316"/>
                    <a:pt x="27380" y="1316"/>
                  </a:cubicBezTo>
                  <a:cubicBezTo>
                    <a:pt x="28150" y="1316"/>
                    <a:pt x="28921" y="1188"/>
                    <a:pt x="29636" y="922"/>
                  </a:cubicBezTo>
                  <a:cubicBezTo>
                    <a:pt x="29940" y="800"/>
                    <a:pt x="30214" y="648"/>
                    <a:pt x="30457" y="466"/>
                  </a:cubicBezTo>
                  <a:cubicBezTo>
                    <a:pt x="30548" y="405"/>
                    <a:pt x="30639" y="314"/>
                    <a:pt x="30700" y="253"/>
                  </a:cubicBezTo>
                  <a:lnTo>
                    <a:pt x="30700" y="253"/>
                  </a:lnTo>
                  <a:cubicBezTo>
                    <a:pt x="30366" y="496"/>
                    <a:pt x="29971" y="679"/>
                    <a:pt x="29575" y="831"/>
                  </a:cubicBezTo>
                  <a:cubicBezTo>
                    <a:pt x="28871" y="1066"/>
                    <a:pt x="28142" y="1187"/>
                    <a:pt x="27419" y="1187"/>
                  </a:cubicBezTo>
                  <a:cubicBezTo>
                    <a:pt x="27020" y="1187"/>
                    <a:pt x="26622" y="1150"/>
                    <a:pt x="26232" y="1074"/>
                  </a:cubicBezTo>
                  <a:cubicBezTo>
                    <a:pt x="25442" y="952"/>
                    <a:pt x="24682" y="800"/>
                    <a:pt x="23952" y="588"/>
                  </a:cubicBezTo>
                  <a:cubicBezTo>
                    <a:pt x="23071" y="345"/>
                    <a:pt x="22189" y="162"/>
                    <a:pt x="21277" y="41"/>
                  </a:cubicBezTo>
                  <a:cubicBezTo>
                    <a:pt x="20985" y="14"/>
                    <a:pt x="20693" y="0"/>
                    <a:pt x="2040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7"/>
            <p:cNvSpPr/>
            <p:nvPr/>
          </p:nvSpPr>
          <p:spPr>
            <a:xfrm>
              <a:off x="4893225" y="3521700"/>
              <a:ext cx="792575" cy="102100"/>
            </a:xfrm>
            <a:custGeom>
              <a:avLst/>
              <a:gdLst/>
              <a:ahLst/>
              <a:cxnLst/>
              <a:rect l="l" t="t" r="r" b="b"/>
              <a:pathLst>
                <a:path w="31703" h="4084" extrusionOk="0">
                  <a:moveTo>
                    <a:pt x="77" y="2498"/>
                  </a:moveTo>
                  <a:cubicBezTo>
                    <a:pt x="68" y="2507"/>
                    <a:pt x="60" y="2516"/>
                    <a:pt x="51" y="2525"/>
                  </a:cubicBezTo>
                  <a:lnTo>
                    <a:pt x="51" y="2525"/>
                  </a:lnTo>
                  <a:cubicBezTo>
                    <a:pt x="54" y="2523"/>
                    <a:pt x="58" y="2522"/>
                    <a:pt x="61" y="2520"/>
                  </a:cubicBezTo>
                  <a:lnTo>
                    <a:pt x="77" y="2498"/>
                  </a:lnTo>
                  <a:close/>
                  <a:moveTo>
                    <a:pt x="51" y="2525"/>
                  </a:moveTo>
                  <a:cubicBezTo>
                    <a:pt x="0" y="2554"/>
                    <a:pt x="0" y="2581"/>
                    <a:pt x="0" y="2581"/>
                  </a:cubicBezTo>
                  <a:cubicBezTo>
                    <a:pt x="17" y="2562"/>
                    <a:pt x="34" y="2544"/>
                    <a:pt x="51" y="2525"/>
                  </a:cubicBezTo>
                  <a:close/>
                  <a:moveTo>
                    <a:pt x="26193" y="0"/>
                  </a:moveTo>
                  <a:cubicBezTo>
                    <a:pt x="25771" y="0"/>
                    <a:pt x="25347" y="39"/>
                    <a:pt x="24925" y="119"/>
                  </a:cubicBezTo>
                  <a:cubicBezTo>
                    <a:pt x="23952" y="301"/>
                    <a:pt x="23040" y="666"/>
                    <a:pt x="22189" y="1183"/>
                  </a:cubicBezTo>
                  <a:cubicBezTo>
                    <a:pt x="21277" y="1669"/>
                    <a:pt x="20365" y="2277"/>
                    <a:pt x="19393" y="2824"/>
                  </a:cubicBezTo>
                  <a:cubicBezTo>
                    <a:pt x="18389" y="3402"/>
                    <a:pt x="17295" y="3766"/>
                    <a:pt x="16171" y="3888"/>
                  </a:cubicBezTo>
                  <a:cubicBezTo>
                    <a:pt x="16024" y="3896"/>
                    <a:pt x="15877" y="3899"/>
                    <a:pt x="15731" y="3899"/>
                  </a:cubicBezTo>
                  <a:cubicBezTo>
                    <a:pt x="14723" y="3899"/>
                    <a:pt x="13722" y="3720"/>
                    <a:pt x="12766" y="3402"/>
                  </a:cubicBezTo>
                  <a:cubicBezTo>
                    <a:pt x="11763" y="3067"/>
                    <a:pt x="10760" y="2672"/>
                    <a:pt x="9787" y="2216"/>
                  </a:cubicBezTo>
                  <a:cubicBezTo>
                    <a:pt x="7903" y="1395"/>
                    <a:pt x="6110" y="727"/>
                    <a:pt x="4529" y="696"/>
                  </a:cubicBezTo>
                  <a:cubicBezTo>
                    <a:pt x="4442" y="693"/>
                    <a:pt x="4354" y="691"/>
                    <a:pt x="4266" y="691"/>
                  </a:cubicBezTo>
                  <a:cubicBezTo>
                    <a:pt x="3649" y="691"/>
                    <a:pt x="3017" y="784"/>
                    <a:pt x="2432" y="970"/>
                  </a:cubicBezTo>
                  <a:cubicBezTo>
                    <a:pt x="1915" y="1122"/>
                    <a:pt x="1429" y="1335"/>
                    <a:pt x="973" y="1639"/>
                  </a:cubicBezTo>
                  <a:cubicBezTo>
                    <a:pt x="699" y="1821"/>
                    <a:pt x="456" y="2034"/>
                    <a:pt x="213" y="2307"/>
                  </a:cubicBezTo>
                  <a:lnTo>
                    <a:pt x="77" y="2498"/>
                  </a:lnTo>
                  <a:lnTo>
                    <a:pt x="77" y="2498"/>
                  </a:lnTo>
                  <a:cubicBezTo>
                    <a:pt x="360" y="2196"/>
                    <a:pt x="671" y="1922"/>
                    <a:pt x="1034" y="1699"/>
                  </a:cubicBezTo>
                  <a:cubicBezTo>
                    <a:pt x="1459" y="1426"/>
                    <a:pt x="1945" y="1213"/>
                    <a:pt x="2462" y="1061"/>
                  </a:cubicBezTo>
                  <a:cubicBezTo>
                    <a:pt x="3022" y="908"/>
                    <a:pt x="3604" y="841"/>
                    <a:pt x="4189" y="841"/>
                  </a:cubicBezTo>
                  <a:cubicBezTo>
                    <a:pt x="4302" y="841"/>
                    <a:pt x="4416" y="843"/>
                    <a:pt x="4529" y="848"/>
                  </a:cubicBezTo>
                  <a:cubicBezTo>
                    <a:pt x="6079" y="879"/>
                    <a:pt x="7842" y="1547"/>
                    <a:pt x="9696" y="2398"/>
                  </a:cubicBezTo>
                  <a:cubicBezTo>
                    <a:pt x="10699" y="2854"/>
                    <a:pt x="11702" y="3250"/>
                    <a:pt x="12705" y="3584"/>
                  </a:cubicBezTo>
                  <a:cubicBezTo>
                    <a:pt x="13671" y="3923"/>
                    <a:pt x="14681" y="4083"/>
                    <a:pt x="15679" y="4083"/>
                  </a:cubicBezTo>
                  <a:cubicBezTo>
                    <a:pt x="15843" y="4083"/>
                    <a:pt x="16007" y="4079"/>
                    <a:pt x="16171" y="4070"/>
                  </a:cubicBezTo>
                  <a:cubicBezTo>
                    <a:pt x="17356" y="3949"/>
                    <a:pt x="18481" y="3584"/>
                    <a:pt x="19484" y="2976"/>
                  </a:cubicBezTo>
                  <a:cubicBezTo>
                    <a:pt x="20487" y="2429"/>
                    <a:pt x="21368" y="1821"/>
                    <a:pt x="22280" y="1335"/>
                  </a:cubicBezTo>
                  <a:cubicBezTo>
                    <a:pt x="23101" y="848"/>
                    <a:pt x="24013" y="484"/>
                    <a:pt x="24955" y="271"/>
                  </a:cubicBezTo>
                  <a:cubicBezTo>
                    <a:pt x="25365" y="195"/>
                    <a:pt x="25783" y="157"/>
                    <a:pt x="26201" y="157"/>
                  </a:cubicBezTo>
                  <a:cubicBezTo>
                    <a:pt x="26619" y="157"/>
                    <a:pt x="27037" y="195"/>
                    <a:pt x="27447" y="271"/>
                  </a:cubicBezTo>
                  <a:cubicBezTo>
                    <a:pt x="28663" y="484"/>
                    <a:pt x="29788" y="1000"/>
                    <a:pt x="30761" y="1791"/>
                  </a:cubicBezTo>
                  <a:cubicBezTo>
                    <a:pt x="30882" y="1912"/>
                    <a:pt x="31034" y="2034"/>
                    <a:pt x="31186" y="2155"/>
                  </a:cubicBezTo>
                  <a:cubicBezTo>
                    <a:pt x="31277" y="2247"/>
                    <a:pt x="31368" y="2368"/>
                    <a:pt x="31460" y="2459"/>
                  </a:cubicBezTo>
                  <a:cubicBezTo>
                    <a:pt x="31551" y="2550"/>
                    <a:pt x="31612" y="2611"/>
                    <a:pt x="31642" y="2672"/>
                  </a:cubicBezTo>
                  <a:cubicBezTo>
                    <a:pt x="31672" y="2672"/>
                    <a:pt x="31672" y="2702"/>
                    <a:pt x="31703" y="2733"/>
                  </a:cubicBezTo>
                  <a:cubicBezTo>
                    <a:pt x="31460" y="2338"/>
                    <a:pt x="31156" y="2003"/>
                    <a:pt x="30791" y="1730"/>
                  </a:cubicBezTo>
                  <a:cubicBezTo>
                    <a:pt x="29504" y="613"/>
                    <a:pt x="27868" y="0"/>
                    <a:pt x="2619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7"/>
            <p:cNvSpPr/>
            <p:nvPr/>
          </p:nvSpPr>
          <p:spPr>
            <a:xfrm>
              <a:off x="4877250" y="3795075"/>
              <a:ext cx="822225" cy="121500"/>
            </a:xfrm>
            <a:custGeom>
              <a:avLst/>
              <a:gdLst/>
              <a:ahLst/>
              <a:cxnLst/>
              <a:rect l="l" t="t" r="r" b="b"/>
              <a:pathLst>
                <a:path w="32889" h="4860" extrusionOk="0">
                  <a:moveTo>
                    <a:pt x="26801" y="0"/>
                  </a:moveTo>
                  <a:cubicBezTo>
                    <a:pt x="26713" y="0"/>
                    <a:pt x="26624" y="2"/>
                    <a:pt x="26536" y="5"/>
                  </a:cubicBezTo>
                  <a:cubicBezTo>
                    <a:pt x="25503" y="35"/>
                    <a:pt x="24500" y="217"/>
                    <a:pt x="23527" y="521"/>
                  </a:cubicBezTo>
                  <a:cubicBezTo>
                    <a:pt x="22433" y="856"/>
                    <a:pt x="21399" y="1281"/>
                    <a:pt x="20366" y="1768"/>
                  </a:cubicBezTo>
                  <a:cubicBezTo>
                    <a:pt x="19302" y="2254"/>
                    <a:pt x="18238" y="2801"/>
                    <a:pt x="17114" y="3287"/>
                  </a:cubicBezTo>
                  <a:cubicBezTo>
                    <a:pt x="15989" y="3774"/>
                    <a:pt x="14864" y="4169"/>
                    <a:pt x="13679" y="4412"/>
                  </a:cubicBezTo>
                  <a:cubicBezTo>
                    <a:pt x="12843" y="4598"/>
                    <a:pt x="11989" y="4677"/>
                    <a:pt x="11145" y="4677"/>
                  </a:cubicBezTo>
                  <a:cubicBezTo>
                    <a:pt x="10884" y="4677"/>
                    <a:pt x="10624" y="4670"/>
                    <a:pt x="10366" y="4655"/>
                  </a:cubicBezTo>
                  <a:cubicBezTo>
                    <a:pt x="8481" y="4503"/>
                    <a:pt x="6597" y="4078"/>
                    <a:pt x="4834" y="3409"/>
                  </a:cubicBezTo>
                  <a:cubicBezTo>
                    <a:pt x="3314" y="2862"/>
                    <a:pt x="2128" y="2345"/>
                    <a:pt x="1277" y="1950"/>
                  </a:cubicBezTo>
                  <a:lnTo>
                    <a:pt x="335" y="1524"/>
                  </a:lnTo>
                  <a:lnTo>
                    <a:pt x="92" y="1433"/>
                  </a:lnTo>
                  <a:cubicBezTo>
                    <a:pt x="62" y="1403"/>
                    <a:pt x="31" y="1403"/>
                    <a:pt x="1" y="1403"/>
                  </a:cubicBezTo>
                  <a:lnTo>
                    <a:pt x="62" y="1433"/>
                  </a:lnTo>
                  <a:lnTo>
                    <a:pt x="305" y="1555"/>
                  </a:lnTo>
                  <a:lnTo>
                    <a:pt x="1247" y="2011"/>
                  </a:lnTo>
                  <a:cubicBezTo>
                    <a:pt x="2068" y="2406"/>
                    <a:pt x="3284" y="2953"/>
                    <a:pt x="4803" y="3531"/>
                  </a:cubicBezTo>
                  <a:cubicBezTo>
                    <a:pt x="6566" y="4230"/>
                    <a:pt x="8451" y="4686"/>
                    <a:pt x="10366" y="4838"/>
                  </a:cubicBezTo>
                  <a:cubicBezTo>
                    <a:pt x="10639" y="4852"/>
                    <a:pt x="10911" y="4860"/>
                    <a:pt x="11184" y="4860"/>
                  </a:cubicBezTo>
                  <a:cubicBezTo>
                    <a:pt x="12036" y="4860"/>
                    <a:pt x="12888" y="4786"/>
                    <a:pt x="13740" y="4625"/>
                  </a:cubicBezTo>
                  <a:cubicBezTo>
                    <a:pt x="14895" y="4351"/>
                    <a:pt x="16050" y="3956"/>
                    <a:pt x="17144" y="3470"/>
                  </a:cubicBezTo>
                  <a:cubicBezTo>
                    <a:pt x="18299" y="2953"/>
                    <a:pt x="19363" y="2406"/>
                    <a:pt x="20427" y="1920"/>
                  </a:cubicBezTo>
                  <a:cubicBezTo>
                    <a:pt x="21430" y="1433"/>
                    <a:pt x="22463" y="1008"/>
                    <a:pt x="23527" y="673"/>
                  </a:cubicBezTo>
                  <a:cubicBezTo>
                    <a:pt x="24500" y="369"/>
                    <a:pt x="25503" y="187"/>
                    <a:pt x="26506" y="126"/>
                  </a:cubicBezTo>
                  <a:cubicBezTo>
                    <a:pt x="26594" y="123"/>
                    <a:pt x="26682" y="122"/>
                    <a:pt x="26770" y="122"/>
                  </a:cubicBezTo>
                  <a:cubicBezTo>
                    <a:pt x="27563" y="122"/>
                    <a:pt x="28351" y="245"/>
                    <a:pt x="29089" y="491"/>
                  </a:cubicBezTo>
                  <a:cubicBezTo>
                    <a:pt x="30336" y="856"/>
                    <a:pt x="31400" y="1585"/>
                    <a:pt x="32190" y="2619"/>
                  </a:cubicBezTo>
                  <a:cubicBezTo>
                    <a:pt x="32463" y="2983"/>
                    <a:pt x="32676" y="3409"/>
                    <a:pt x="32859" y="3834"/>
                  </a:cubicBezTo>
                  <a:cubicBezTo>
                    <a:pt x="32859" y="3804"/>
                    <a:pt x="32889" y="3804"/>
                    <a:pt x="32889" y="3774"/>
                  </a:cubicBezTo>
                  <a:cubicBezTo>
                    <a:pt x="32859" y="3713"/>
                    <a:pt x="32828" y="3622"/>
                    <a:pt x="32798" y="3500"/>
                  </a:cubicBezTo>
                  <a:cubicBezTo>
                    <a:pt x="32676" y="3196"/>
                    <a:pt x="32494" y="2862"/>
                    <a:pt x="32311" y="2588"/>
                  </a:cubicBezTo>
                  <a:cubicBezTo>
                    <a:pt x="31521" y="1524"/>
                    <a:pt x="30427" y="765"/>
                    <a:pt x="29181" y="369"/>
                  </a:cubicBezTo>
                  <a:cubicBezTo>
                    <a:pt x="28415" y="123"/>
                    <a:pt x="27599" y="0"/>
                    <a:pt x="2680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7"/>
            <p:cNvSpPr/>
            <p:nvPr/>
          </p:nvSpPr>
          <p:spPr>
            <a:xfrm>
              <a:off x="4941100" y="3183475"/>
              <a:ext cx="490900" cy="796375"/>
            </a:xfrm>
            <a:custGeom>
              <a:avLst/>
              <a:gdLst/>
              <a:ahLst/>
              <a:cxnLst/>
              <a:rect l="l" t="t" r="r" b="b"/>
              <a:pathLst>
                <a:path w="19636" h="31855" extrusionOk="0">
                  <a:moveTo>
                    <a:pt x="17873" y="0"/>
                  </a:moveTo>
                  <a:cubicBezTo>
                    <a:pt x="14468" y="4742"/>
                    <a:pt x="11733" y="9909"/>
                    <a:pt x="9666" y="15380"/>
                  </a:cubicBezTo>
                  <a:cubicBezTo>
                    <a:pt x="8328" y="18967"/>
                    <a:pt x="7143" y="22888"/>
                    <a:pt x="4164" y="25289"/>
                  </a:cubicBezTo>
                  <a:cubicBezTo>
                    <a:pt x="3100" y="26140"/>
                    <a:pt x="1824" y="26779"/>
                    <a:pt x="1003" y="27873"/>
                  </a:cubicBezTo>
                  <a:cubicBezTo>
                    <a:pt x="182" y="28937"/>
                    <a:pt x="0" y="30730"/>
                    <a:pt x="1094" y="31551"/>
                  </a:cubicBezTo>
                  <a:lnTo>
                    <a:pt x="2067" y="31855"/>
                  </a:lnTo>
                  <a:lnTo>
                    <a:pt x="3131" y="31612"/>
                  </a:lnTo>
                  <a:cubicBezTo>
                    <a:pt x="6748" y="31490"/>
                    <a:pt x="10365" y="30274"/>
                    <a:pt x="13131" y="27934"/>
                  </a:cubicBezTo>
                  <a:cubicBezTo>
                    <a:pt x="16930" y="24742"/>
                    <a:pt x="18785" y="19727"/>
                    <a:pt x="19210" y="14772"/>
                  </a:cubicBezTo>
                  <a:cubicBezTo>
                    <a:pt x="19636" y="9818"/>
                    <a:pt x="18754" y="4894"/>
                    <a:pt x="1787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7"/>
            <p:cNvSpPr/>
            <p:nvPr/>
          </p:nvSpPr>
          <p:spPr>
            <a:xfrm>
              <a:off x="4279875" y="2937275"/>
              <a:ext cx="1135400" cy="1440600"/>
            </a:xfrm>
            <a:custGeom>
              <a:avLst/>
              <a:gdLst/>
              <a:ahLst/>
              <a:cxnLst/>
              <a:rect l="l" t="t" r="r" b="b"/>
              <a:pathLst>
                <a:path w="45416" h="57624" extrusionOk="0">
                  <a:moveTo>
                    <a:pt x="32042" y="0"/>
                  </a:moveTo>
                  <a:cubicBezTo>
                    <a:pt x="32042" y="0"/>
                    <a:pt x="31373" y="20304"/>
                    <a:pt x="28972" y="23374"/>
                  </a:cubicBezTo>
                  <a:cubicBezTo>
                    <a:pt x="26996" y="25927"/>
                    <a:pt x="15841" y="37235"/>
                    <a:pt x="11737" y="40821"/>
                  </a:cubicBezTo>
                  <a:cubicBezTo>
                    <a:pt x="10795" y="41612"/>
                    <a:pt x="9640" y="42159"/>
                    <a:pt x="8424" y="42371"/>
                  </a:cubicBezTo>
                  <a:cubicBezTo>
                    <a:pt x="8151" y="42402"/>
                    <a:pt x="7877" y="42432"/>
                    <a:pt x="7573" y="42493"/>
                  </a:cubicBezTo>
                  <a:cubicBezTo>
                    <a:pt x="7371" y="42513"/>
                    <a:pt x="7161" y="42523"/>
                    <a:pt x="6950" y="42523"/>
                  </a:cubicBezTo>
                  <a:cubicBezTo>
                    <a:pt x="6526" y="42523"/>
                    <a:pt x="6094" y="42483"/>
                    <a:pt x="5689" y="42402"/>
                  </a:cubicBezTo>
                  <a:cubicBezTo>
                    <a:pt x="4898" y="42250"/>
                    <a:pt x="4139" y="42007"/>
                    <a:pt x="3409" y="41672"/>
                  </a:cubicBezTo>
                  <a:cubicBezTo>
                    <a:pt x="3263" y="41582"/>
                    <a:pt x="3111" y="41543"/>
                    <a:pt x="2966" y="41543"/>
                  </a:cubicBezTo>
                  <a:cubicBezTo>
                    <a:pt x="2476" y="41543"/>
                    <a:pt x="2066" y="41994"/>
                    <a:pt x="2254" y="42463"/>
                  </a:cubicBezTo>
                  <a:cubicBezTo>
                    <a:pt x="2528" y="43071"/>
                    <a:pt x="4199" y="44195"/>
                    <a:pt x="6540" y="44469"/>
                  </a:cubicBezTo>
                  <a:cubicBezTo>
                    <a:pt x="8911" y="44773"/>
                    <a:pt x="5750" y="46748"/>
                    <a:pt x="4625" y="47478"/>
                  </a:cubicBezTo>
                  <a:cubicBezTo>
                    <a:pt x="3470" y="48207"/>
                    <a:pt x="96" y="50669"/>
                    <a:pt x="35" y="51217"/>
                  </a:cubicBezTo>
                  <a:cubicBezTo>
                    <a:pt x="0" y="51651"/>
                    <a:pt x="244" y="51917"/>
                    <a:pt x="669" y="51917"/>
                  </a:cubicBezTo>
                  <a:cubicBezTo>
                    <a:pt x="987" y="51917"/>
                    <a:pt x="1408" y="51768"/>
                    <a:pt x="1889" y="51429"/>
                  </a:cubicBezTo>
                  <a:cubicBezTo>
                    <a:pt x="2873" y="50765"/>
                    <a:pt x="5671" y="49100"/>
                    <a:pt x="6600" y="49100"/>
                  </a:cubicBezTo>
                  <a:cubicBezTo>
                    <a:pt x="6734" y="49100"/>
                    <a:pt x="6828" y="49134"/>
                    <a:pt x="6874" y="49210"/>
                  </a:cubicBezTo>
                  <a:cubicBezTo>
                    <a:pt x="7239" y="49849"/>
                    <a:pt x="1403" y="53527"/>
                    <a:pt x="1403" y="53527"/>
                  </a:cubicBezTo>
                  <a:cubicBezTo>
                    <a:pt x="1403" y="53527"/>
                    <a:pt x="66" y="54104"/>
                    <a:pt x="430" y="54834"/>
                  </a:cubicBezTo>
                  <a:cubicBezTo>
                    <a:pt x="521" y="55002"/>
                    <a:pt x="698" y="55076"/>
                    <a:pt x="940" y="55076"/>
                  </a:cubicBezTo>
                  <a:cubicBezTo>
                    <a:pt x="2570" y="55076"/>
                    <a:pt x="7127" y="51709"/>
                    <a:pt x="7604" y="51338"/>
                  </a:cubicBezTo>
                  <a:cubicBezTo>
                    <a:pt x="7669" y="51284"/>
                    <a:pt x="7736" y="51261"/>
                    <a:pt x="7802" y="51261"/>
                  </a:cubicBezTo>
                  <a:cubicBezTo>
                    <a:pt x="8102" y="51261"/>
                    <a:pt x="8343" y="51757"/>
                    <a:pt x="7968" y="52007"/>
                  </a:cubicBezTo>
                  <a:cubicBezTo>
                    <a:pt x="7543" y="52311"/>
                    <a:pt x="2072" y="55533"/>
                    <a:pt x="2801" y="56901"/>
                  </a:cubicBezTo>
                  <a:cubicBezTo>
                    <a:pt x="2856" y="57005"/>
                    <a:pt x="2951" y="57052"/>
                    <a:pt x="3077" y="57052"/>
                  </a:cubicBezTo>
                  <a:cubicBezTo>
                    <a:pt x="4198" y="57052"/>
                    <a:pt x="7845" y="53338"/>
                    <a:pt x="9184" y="53283"/>
                  </a:cubicBezTo>
                  <a:cubicBezTo>
                    <a:pt x="9191" y="53283"/>
                    <a:pt x="9198" y="53283"/>
                    <a:pt x="9205" y="53283"/>
                  </a:cubicBezTo>
                  <a:cubicBezTo>
                    <a:pt x="10655" y="53283"/>
                    <a:pt x="5540" y="56449"/>
                    <a:pt x="6114" y="57387"/>
                  </a:cubicBezTo>
                  <a:cubicBezTo>
                    <a:pt x="6188" y="57512"/>
                    <a:pt x="6257" y="57624"/>
                    <a:pt x="6427" y="57624"/>
                  </a:cubicBezTo>
                  <a:cubicBezTo>
                    <a:pt x="6752" y="57624"/>
                    <a:pt x="7441" y="57220"/>
                    <a:pt x="9215" y="55746"/>
                  </a:cubicBezTo>
                  <a:cubicBezTo>
                    <a:pt x="10522" y="54651"/>
                    <a:pt x="12619" y="52432"/>
                    <a:pt x="14503" y="50366"/>
                  </a:cubicBezTo>
                  <a:cubicBezTo>
                    <a:pt x="14534" y="50366"/>
                    <a:pt x="39793" y="35441"/>
                    <a:pt x="41890" y="28207"/>
                  </a:cubicBezTo>
                  <a:cubicBezTo>
                    <a:pt x="45173" y="16809"/>
                    <a:pt x="45416" y="2158"/>
                    <a:pt x="45416" y="2158"/>
                  </a:cubicBezTo>
                  <a:lnTo>
                    <a:pt x="3204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7"/>
            <p:cNvSpPr/>
            <p:nvPr/>
          </p:nvSpPr>
          <p:spPr>
            <a:xfrm>
              <a:off x="5022400" y="2602075"/>
              <a:ext cx="437725" cy="555575"/>
            </a:xfrm>
            <a:custGeom>
              <a:avLst/>
              <a:gdLst/>
              <a:ahLst/>
              <a:cxnLst/>
              <a:rect l="l" t="t" r="r" b="b"/>
              <a:pathLst>
                <a:path w="17509" h="22223" extrusionOk="0">
                  <a:moveTo>
                    <a:pt x="8914" y="1"/>
                  </a:moveTo>
                  <a:cubicBezTo>
                    <a:pt x="8397" y="1"/>
                    <a:pt x="7875" y="52"/>
                    <a:pt x="7356" y="156"/>
                  </a:cubicBezTo>
                  <a:cubicBezTo>
                    <a:pt x="1915" y="1311"/>
                    <a:pt x="639" y="7542"/>
                    <a:pt x="639" y="7542"/>
                  </a:cubicBezTo>
                  <a:lnTo>
                    <a:pt x="0" y="21645"/>
                  </a:lnTo>
                  <a:lnTo>
                    <a:pt x="16475" y="22223"/>
                  </a:lnTo>
                  <a:cubicBezTo>
                    <a:pt x="16475" y="22223"/>
                    <a:pt x="17113" y="19366"/>
                    <a:pt x="17387" y="10946"/>
                  </a:cubicBezTo>
                  <a:cubicBezTo>
                    <a:pt x="17508" y="6660"/>
                    <a:pt x="15958" y="3925"/>
                    <a:pt x="14408" y="2314"/>
                  </a:cubicBezTo>
                  <a:cubicBezTo>
                    <a:pt x="12951" y="808"/>
                    <a:pt x="10969" y="1"/>
                    <a:pt x="89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7"/>
            <p:cNvSpPr/>
            <p:nvPr/>
          </p:nvSpPr>
          <p:spPr>
            <a:xfrm>
              <a:off x="5022400" y="2602075"/>
              <a:ext cx="438475" cy="555575"/>
            </a:xfrm>
            <a:custGeom>
              <a:avLst/>
              <a:gdLst/>
              <a:ahLst/>
              <a:cxnLst/>
              <a:rect l="l" t="t" r="r" b="b"/>
              <a:pathLst>
                <a:path w="17539" h="22223" extrusionOk="0">
                  <a:moveTo>
                    <a:pt x="8914" y="1"/>
                  </a:moveTo>
                  <a:cubicBezTo>
                    <a:pt x="8397" y="1"/>
                    <a:pt x="7875" y="52"/>
                    <a:pt x="7356" y="156"/>
                  </a:cubicBezTo>
                  <a:cubicBezTo>
                    <a:pt x="1915" y="1311"/>
                    <a:pt x="669" y="7754"/>
                    <a:pt x="669" y="7754"/>
                  </a:cubicBezTo>
                  <a:lnTo>
                    <a:pt x="0" y="21645"/>
                  </a:lnTo>
                  <a:lnTo>
                    <a:pt x="16475" y="22223"/>
                  </a:lnTo>
                  <a:cubicBezTo>
                    <a:pt x="16475" y="22223"/>
                    <a:pt x="17144" y="19578"/>
                    <a:pt x="17417" y="11159"/>
                  </a:cubicBezTo>
                  <a:cubicBezTo>
                    <a:pt x="17539" y="6873"/>
                    <a:pt x="15958" y="3925"/>
                    <a:pt x="14408" y="2314"/>
                  </a:cubicBezTo>
                  <a:cubicBezTo>
                    <a:pt x="12951" y="808"/>
                    <a:pt x="10969" y="1"/>
                    <a:pt x="89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7"/>
            <p:cNvSpPr/>
            <p:nvPr/>
          </p:nvSpPr>
          <p:spPr>
            <a:xfrm>
              <a:off x="5027725" y="2996550"/>
              <a:ext cx="421750" cy="71700"/>
            </a:xfrm>
            <a:custGeom>
              <a:avLst/>
              <a:gdLst/>
              <a:ahLst/>
              <a:cxnLst/>
              <a:rect l="l" t="t" r="r" b="b"/>
              <a:pathLst>
                <a:path w="16870" h="2868" extrusionOk="0">
                  <a:moveTo>
                    <a:pt x="12879" y="0"/>
                  </a:moveTo>
                  <a:cubicBezTo>
                    <a:pt x="12505" y="0"/>
                    <a:pt x="12132" y="32"/>
                    <a:pt x="11763" y="91"/>
                  </a:cubicBezTo>
                  <a:cubicBezTo>
                    <a:pt x="10608" y="334"/>
                    <a:pt x="9514" y="729"/>
                    <a:pt x="8450" y="1246"/>
                  </a:cubicBezTo>
                  <a:cubicBezTo>
                    <a:pt x="7417" y="1763"/>
                    <a:pt x="6322" y="2158"/>
                    <a:pt x="5228" y="2492"/>
                  </a:cubicBezTo>
                  <a:cubicBezTo>
                    <a:pt x="4590" y="2641"/>
                    <a:pt x="3922" y="2716"/>
                    <a:pt x="3266" y="2716"/>
                  </a:cubicBezTo>
                  <a:cubicBezTo>
                    <a:pt x="2984" y="2716"/>
                    <a:pt x="2705" y="2702"/>
                    <a:pt x="2432" y="2675"/>
                  </a:cubicBezTo>
                  <a:cubicBezTo>
                    <a:pt x="1793" y="2584"/>
                    <a:pt x="1186" y="2401"/>
                    <a:pt x="608" y="2128"/>
                  </a:cubicBezTo>
                  <a:cubicBezTo>
                    <a:pt x="213" y="1915"/>
                    <a:pt x="0" y="1763"/>
                    <a:pt x="0" y="1763"/>
                  </a:cubicBezTo>
                  <a:lnTo>
                    <a:pt x="0" y="1763"/>
                  </a:lnTo>
                  <a:cubicBezTo>
                    <a:pt x="31" y="1824"/>
                    <a:pt x="91" y="1854"/>
                    <a:pt x="152" y="1884"/>
                  </a:cubicBezTo>
                  <a:cubicBezTo>
                    <a:pt x="274" y="2006"/>
                    <a:pt x="426" y="2097"/>
                    <a:pt x="578" y="2188"/>
                  </a:cubicBezTo>
                  <a:cubicBezTo>
                    <a:pt x="1125" y="2523"/>
                    <a:pt x="1763" y="2705"/>
                    <a:pt x="2401" y="2796"/>
                  </a:cubicBezTo>
                  <a:cubicBezTo>
                    <a:pt x="2764" y="2843"/>
                    <a:pt x="3132" y="2867"/>
                    <a:pt x="3500" y="2867"/>
                  </a:cubicBezTo>
                  <a:cubicBezTo>
                    <a:pt x="4088" y="2867"/>
                    <a:pt x="4679" y="2806"/>
                    <a:pt x="5259" y="2675"/>
                  </a:cubicBezTo>
                  <a:cubicBezTo>
                    <a:pt x="6383" y="2340"/>
                    <a:pt x="7477" y="1945"/>
                    <a:pt x="8541" y="1428"/>
                  </a:cubicBezTo>
                  <a:cubicBezTo>
                    <a:pt x="9575" y="912"/>
                    <a:pt x="10669" y="547"/>
                    <a:pt x="11794" y="273"/>
                  </a:cubicBezTo>
                  <a:cubicBezTo>
                    <a:pt x="12197" y="195"/>
                    <a:pt x="12601" y="156"/>
                    <a:pt x="13003" y="156"/>
                  </a:cubicBezTo>
                  <a:cubicBezTo>
                    <a:pt x="13538" y="156"/>
                    <a:pt x="14069" y="226"/>
                    <a:pt x="14590" y="365"/>
                  </a:cubicBezTo>
                  <a:cubicBezTo>
                    <a:pt x="15198" y="517"/>
                    <a:pt x="15775" y="760"/>
                    <a:pt x="16323" y="1125"/>
                  </a:cubicBezTo>
                  <a:cubicBezTo>
                    <a:pt x="16661" y="1378"/>
                    <a:pt x="16842" y="1553"/>
                    <a:pt x="16867" y="1553"/>
                  </a:cubicBezTo>
                  <a:cubicBezTo>
                    <a:pt x="16869" y="1553"/>
                    <a:pt x="16870" y="1552"/>
                    <a:pt x="16870" y="1550"/>
                  </a:cubicBezTo>
                  <a:cubicBezTo>
                    <a:pt x="16839" y="1489"/>
                    <a:pt x="16779" y="1459"/>
                    <a:pt x="16748" y="1428"/>
                  </a:cubicBezTo>
                  <a:cubicBezTo>
                    <a:pt x="16627" y="1307"/>
                    <a:pt x="16505" y="1185"/>
                    <a:pt x="16353" y="1064"/>
                  </a:cubicBezTo>
                  <a:cubicBezTo>
                    <a:pt x="15836" y="669"/>
                    <a:pt x="15259" y="395"/>
                    <a:pt x="14620" y="243"/>
                  </a:cubicBezTo>
                  <a:cubicBezTo>
                    <a:pt x="14047" y="77"/>
                    <a:pt x="13462" y="0"/>
                    <a:pt x="128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7"/>
            <p:cNvSpPr/>
            <p:nvPr/>
          </p:nvSpPr>
          <p:spPr>
            <a:xfrm>
              <a:off x="5069500" y="2721450"/>
              <a:ext cx="363275" cy="47425"/>
            </a:xfrm>
            <a:custGeom>
              <a:avLst/>
              <a:gdLst/>
              <a:ahLst/>
              <a:cxnLst/>
              <a:rect l="l" t="t" r="r" b="b"/>
              <a:pathLst>
                <a:path w="14531" h="1897" extrusionOk="0">
                  <a:moveTo>
                    <a:pt x="1" y="1"/>
                  </a:moveTo>
                  <a:lnTo>
                    <a:pt x="1" y="1"/>
                  </a:lnTo>
                  <a:cubicBezTo>
                    <a:pt x="153" y="122"/>
                    <a:pt x="335" y="213"/>
                    <a:pt x="487" y="305"/>
                  </a:cubicBezTo>
                  <a:cubicBezTo>
                    <a:pt x="700" y="396"/>
                    <a:pt x="913" y="517"/>
                    <a:pt x="1126" y="609"/>
                  </a:cubicBezTo>
                  <a:cubicBezTo>
                    <a:pt x="1399" y="730"/>
                    <a:pt x="1673" y="852"/>
                    <a:pt x="1977" y="943"/>
                  </a:cubicBezTo>
                  <a:cubicBezTo>
                    <a:pt x="2736" y="1217"/>
                    <a:pt x="3496" y="1429"/>
                    <a:pt x="4287" y="1551"/>
                  </a:cubicBezTo>
                  <a:cubicBezTo>
                    <a:pt x="5229" y="1733"/>
                    <a:pt x="6202" y="1855"/>
                    <a:pt x="7174" y="1885"/>
                  </a:cubicBezTo>
                  <a:cubicBezTo>
                    <a:pt x="7404" y="1892"/>
                    <a:pt x="7633" y="1896"/>
                    <a:pt x="7863" y="1896"/>
                  </a:cubicBezTo>
                  <a:cubicBezTo>
                    <a:pt x="8606" y="1896"/>
                    <a:pt x="9349" y="1857"/>
                    <a:pt x="10092" y="1764"/>
                  </a:cubicBezTo>
                  <a:cubicBezTo>
                    <a:pt x="10883" y="1703"/>
                    <a:pt x="11673" y="1551"/>
                    <a:pt x="12463" y="1368"/>
                  </a:cubicBezTo>
                  <a:cubicBezTo>
                    <a:pt x="12767" y="1277"/>
                    <a:pt x="13071" y="1186"/>
                    <a:pt x="13345" y="1125"/>
                  </a:cubicBezTo>
                  <a:cubicBezTo>
                    <a:pt x="13618" y="1034"/>
                    <a:pt x="13801" y="973"/>
                    <a:pt x="13983" y="882"/>
                  </a:cubicBezTo>
                  <a:cubicBezTo>
                    <a:pt x="14165" y="821"/>
                    <a:pt x="14348" y="761"/>
                    <a:pt x="14530" y="669"/>
                  </a:cubicBezTo>
                  <a:lnTo>
                    <a:pt x="14530" y="669"/>
                  </a:lnTo>
                  <a:cubicBezTo>
                    <a:pt x="14317" y="700"/>
                    <a:pt x="14135" y="730"/>
                    <a:pt x="13953" y="821"/>
                  </a:cubicBezTo>
                  <a:cubicBezTo>
                    <a:pt x="13770" y="882"/>
                    <a:pt x="13557" y="913"/>
                    <a:pt x="13284" y="1004"/>
                  </a:cubicBezTo>
                  <a:cubicBezTo>
                    <a:pt x="13041" y="1065"/>
                    <a:pt x="12737" y="1156"/>
                    <a:pt x="12402" y="1217"/>
                  </a:cubicBezTo>
                  <a:cubicBezTo>
                    <a:pt x="11642" y="1399"/>
                    <a:pt x="10852" y="1520"/>
                    <a:pt x="10062" y="1581"/>
                  </a:cubicBezTo>
                  <a:cubicBezTo>
                    <a:pt x="9355" y="1650"/>
                    <a:pt x="8631" y="1684"/>
                    <a:pt x="7903" y="1684"/>
                  </a:cubicBezTo>
                  <a:cubicBezTo>
                    <a:pt x="7661" y="1684"/>
                    <a:pt x="7417" y="1680"/>
                    <a:pt x="7174" y="1672"/>
                  </a:cubicBezTo>
                  <a:cubicBezTo>
                    <a:pt x="6202" y="1642"/>
                    <a:pt x="5259" y="1551"/>
                    <a:pt x="4287" y="1399"/>
                  </a:cubicBezTo>
                  <a:cubicBezTo>
                    <a:pt x="3527" y="1247"/>
                    <a:pt x="2767" y="1065"/>
                    <a:pt x="2007" y="821"/>
                  </a:cubicBezTo>
                  <a:cubicBezTo>
                    <a:pt x="1733" y="730"/>
                    <a:pt x="1429" y="609"/>
                    <a:pt x="1156" y="487"/>
                  </a:cubicBezTo>
                  <a:cubicBezTo>
                    <a:pt x="943" y="426"/>
                    <a:pt x="730" y="335"/>
                    <a:pt x="548" y="213"/>
                  </a:cubicBezTo>
                  <a:cubicBezTo>
                    <a:pt x="366" y="122"/>
                    <a:pt x="183" y="61"/>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7"/>
            <p:cNvSpPr/>
            <p:nvPr/>
          </p:nvSpPr>
          <p:spPr>
            <a:xfrm>
              <a:off x="4414225" y="1812650"/>
              <a:ext cx="663675" cy="367825"/>
            </a:xfrm>
            <a:custGeom>
              <a:avLst/>
              <a:gdLst/>
              <a:ahLst/>
              <a:cxnLst/>
              <a:rect l="l" t="t" r="r" b="b"/>
              <a:pathLst>
                <a:path w="26547" h="14713" extrusionOk="0">
                  <a:moveTo>
                    <a:pt x="7221" y="0"/>
                  </a:moveTo>
                  <a:cubicBezTo>
                    <a:pt x="2910" y="0"/>
                    <a:pt x="1" y="5060"/>
                    <a:pt x="2807" y="8875"/>
                  </a:cubicBezTo>
                  <a:cubicBezTo>
                    <a:pt x="3263" y="9574"/>
                    <a:pt x="3962" y="10061"/>
                    <a:pt x="4753" y="10304"/>
                  </a:cubicBezTo>
                  <a:lnTo>
                    <a:pt x="23020" y="13465"/>
                  </a:lnTo>
                  <a:cubicBezTo>
                    <a:pt x="22929" y="14175"/>
                    <a:pt x="23511" y="14713"/>
                    <a:pt x="24155" y="14713"/>
                  </a:cubicBezTo>
                  <a:cubicBezTo>
                    <a:pt x="24365" y="14713"/>
                    <a:pt x="24581" y="14656"/>
                    <a:pt x="24783" y="14529"/>
                  </a:cubicBezTo>
                  <a:cubicBezTo>
                    <a:pt x="25452" y="14042"/>
                    <a:pt x="25391" y="13009"/>
                    <a:pt x="25118" y="12249"/>
                  </a:cubicBezTo>
                  <a:cubicBezTo>
                    <a:pt x="24844" y="11489"/>
                    <a:pt x="24419" y="10638"/>
                    <a:pt x="24662" y="9848"/>
                  </a:cubicBezTo>
                  <a:cubicBezTo>
                    <a:pt x="24814" y="9209"/>
                    <a:pt x="25330" y="8784"/>
                    <a:pt x="25695" y="8267"/>
                  </a:cubicBezTo>
                  <a:cubicBezTo>
                    <a:pt x="26364" y="7325"/>
                    <a:pt x="26546" y="6170"/>
                    <a:pt x="26212" y="5106"/>
                  </a:cubicBezTo>
                  <a:cubicBezTo>
                    <a:pt x="25847" y="4012"/>
                    <a:pt x="24905" y="3252"/>
                    <a:pt x="23780" y="3070"/>
                  </a:cubicBezTo>
                  <a:cubicBezTo>
                    <a:pt x="23656" y="3056"/>
                    <a:pt x="23530" y="3050"/>
                    <a:pt x="23402" y="3050"/>
                  </a:cubicBezTo>
                  <a:cubicBezTo>
                    <a:pt x="22854" y="3050"/>
                    <a:pt x="22277" y="3153"/>
                    <a:pt x="21730" y="3153"/>
                  </a:cubicBezTo>
                  <a:cubicBezTo>
                    <a:pt x="21277" y="3153"/>
                    <a:pt x="20845" y="3083"/>
                    <a:pt x="20467" y="2826"/>
                  </a:cubicBezTo>
                  <a:cubicBezTo>
                    <a:pt x="19798" y="2340"/>
                    <a:pt x="19616" y="1428"/>
                    <a:pt x="19069" y="820"/>
                  </a:cubicBezTo>
                  <a:cubicBezTo>
                    <a:pt x="18569" y="285"/>
                    <a:pt x="17838" y="85"/>
                    <a:pt x="17074" y="85"/>
                  </a:cubicBezTo>
                  <a:cubicBezTo>
                    <a:pt x="16537" y="85"/>
                    <a:pt x="15984" y="183"/>
                    <a:pt x="15482" y="334"/>
                  </a:cubicBezTo>
                  <a:cubicBezTo>
                    <a:pt x="14353" y="673"/>
                    <a:pt x="13251" y="1195"/>
                    <a:pt x="12077" y="1195"/>
                  </a:cubicBezTo>
                  <a:cubicBezTo>
                    <a:pt x="11987" y="1195"/>
                    <a:pt x="11896" y="1192"/>
                    <a:pt x="11804" y="1185"/>
                  </a:cubicBezTo>
                  <a:cubicBezTo>
                    <a:pt x="10740" y="1094"/>
                    <a:pt x="9798" y="516"/>
                    <a:pt x="8765" y="212"/>
                  </a:cubicBezTo>
                  <a:cubicBezTo>
                    <a:pt x="8236" y="68"/>
                    <a:pt x="7719" y="0"/>
                    <a:pt x="722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7"/>
            <p:cNvSpPr/>
            <p:nvPr/>
          </p:nvSpPr>
          <p:spPr>
            <a:xfrm>
              <a:off x="4542900" y="1931450"/>
              <a:ext cx="538025" cy="816075"/>
            </a:xfrm>
            <a:custGeom>
              <a:avLst/>
              <a:gdLst/>
              <a:ahLst/>
              <a:cxnLst/>
              <a:rect l="l" t="t" r="r" b="b"/>
              <a:pathLst>
                <a:path w="21521" h="32643" extrusionOk="0">
                  <a:moveTo>
                    <a:pt x="8752" y="1"/>
                  </a:moveTo>
                  <a:cubicBezTo>
                    <a:pt x="5685" y="1"/>
                    <a:pt x="2654" y="799"/>
                    <a:pt x="1" y="2512"/>
                  </a:cubicBezTo>
                  <a:lnTo>
                    <a:pt x="61" y="3181"/>
                  </a:lnTo>
                  <a:cubicBezTo>
                    <a:pt x="61" y="3181"/>
                    <a:pt x="1065" y="14062"/>
                    <a:pt x="1976" y="18987"/>
                  </a:cubicBezTo>
                  <a:cubicBezTo>
                    <a:pt x="2866" y="23822"/>
                    <a:pt x="7724" y="23880"/>
                    <a:pt x="7956" y="23880"/>
                  </a:cubicBezTo>
                  <a:cubicBezTo>
                    <a:pt x="7961" y="23880"/>
                    <a:pt x="7964" y="23880"/>
                    <a:pt x="7964" y="23880"/>
                  </a:cubicBezTo>
                  <a:cubicBezTo>
                    <a:pt x="7964" y="23880"/>
                    <a:pt x="8268" y="25522"/>
                    <a:pt x="8633" y="27467"/>
                  </a:cubicBezTo>
                  <a:cubicBezTo>
                    <a:pt x="9201" y="30524"/>
                    <a:pt x="11864" y="32642"/>
                    <a:pt x="14865" y="32642"/>
                  </a:cubicBezTo>
                  <a:cubicBezTo>
                    <a:pt x="15236" y="32642"/>
                    <a:pt x="15611" y="32610"/>
                    <a:pt x="15989" y="32543"/>
                  </a:cubicBezTo>
                  <a:cubicBezTo>
                    <a:pt x="19272" y="31935"/>
                    <a:pt x="21521" y="28926"/>
                    <a:pt x="21156" y="25613"/>
                  </a:cubicBezTo>
                  <a:lnTo>
                    <a:pt x="17934" y="3302"/>
                  </a:lnTo>
                  <a:lnTo>
                    <a:pt x="17752" y="2299"/>
                  </a:lnTo>
                  <a:cubicBezTo>
                    <a:pt x="14949" y="806"/>
                    <a:pt x="11833" y="1"/>
                    <a:pt x="875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7"/>
            <p:cNvSpPr/>
            <p:nvPr/>
          </p:nvSpPr>
          <p:spPr>
            <a:xfrm>
              <a:off x="4724525" y="2312625"/>
              <a:ext cx="93475" cy="53875"/>
            </a:xfrm>
            <a:custGeom>
              <a:avLst/>
              <a:gdLst/>
              <a:ahLst/>
              <a:cxnLst/>
              <a:rect l="l" t="t" r="r" b="b"/>
              <a:pathLst>
                <a:path w="3739" h="2155" extrusionOk="0">
                  <a:moveTo>
                    <a:pt x="3192" y="1"/>
                  </a:moveTo>
                  <a:lnTo>
                    <a:pt x="0" y="1521"/>
                  </a:lnTo>
                  <a:cubicBezTo>
                    <a:pt x="380" y="1938"/>
                    <a:pt x="901" y="2154"/>
                    <a:pt x="1424" y="2154"/>
                  </a:cubicBezTo>
                  <a:cubicBezTo>
                    <a:pt x="1739" y="2154"/>
                    <a:pt x="2055" y="2076"/>
                    <a:pt x="2341" y="1916"/>
                  </a:cubicBezTo>
                  <a:cubicBezTo>
                    <a:pt x="3739" y="1095"/>
                    <a:pt x="3192" y="1"/>
                    <a:pt x="31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7"/>
            <p:cNvSpPr/>
            <p:nvPr/>
          </p:nvSpPr>
          <p:spPr>
            <a:xfrm>
              <a:off x="4742000" y="2453225"/>
              <a:ext cx="153525" cy="105650"/>
            </a:xfrm>
            <a:custGeom>
              <a:avLst/>
              <a:gdLst/>
              <a:ahLst/>
              <a:cxnLst/>
              <a:rect l="l" t="t" r="r" b="b"/>
              <a:pathLst>
                <a:path w="6141" h="4226" extrusionOk="0">
                  <a:moveTo>
                    <a:pt x="6140" y="0"/>
                  </a:moveTo>
                  <a:cubicBezTo>
                    <a:pt x="4408" y="1550"/>
                    <a:pt x="2280" y="2584"/>
                    <a:pt x="0" y="2918"/>
                  </a:cubicBezTo>
                  <a:lnTo>
                    <a:pt x="183" y="4225"/>
                  </a:lnTo>
                  <a:cubicBezTo>
                    <a:pt x="5228" y="3830"/>
                    <a:pt x="6140" y="0"/>
                    <a:pt x="61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7"/>
            <p:cNvSpPr/>
            <p:nvPr/>
          </p:nvSpPr>
          <p:spPr>
            <a:xfrm>
              <a:off x="4984400" y="2094875"/>
              <a:ext cx="108250" cy="165550"/>
            </a:xfrm>
            <a:custGeom>
              <a:avLst/>
              <a:gdLst/>
              <a:ahLst/>
              <a:cxnLst/>
              <a:rect l="l" t="t" r="r" b="b"/>
              <a:pathLst>
                <a:path w="4330" h="6622" extrusionOk="0">
                  <a:moveTo>
                    <a:pt x="1351" y="1"/>
                  </a:moveTo>
                  <a:cubicBezTo>
                    <a:pt x="886" y="1"/>
                    <a:pt x="545" y="91"/>
                    <a:pt x="517" y="109"/>
                  </a:cubicBezTo>
                  <a:cubicBezTo>
                    <a:pt x="517" y="109"/>
                    <a:pt x="1" y="6218"/>
                    <a:pt x="1" y="6340"/>
                  </a:cubicBezTo>
                  <a:cubicBezTo>
                    <a:pt x="13" y="6388"/>
                    <a:pt x="699" y="6621"/>
                    <a:pt x="1517" y="6621"/>
                  </a:cubicBezTo>
                  <a:cubicBezTo>
                    <a:pt x="2768" y="6621"/>
                    <a:pt x="4330" y="6075"/>
                    <a:pt x="4256" y="3483"/>
                  </a:cubicBezTo>
                  <a:cubicBezTo>
                    <a:pt x="4192" y="486"/>
                    <a:pt x="2434" y="1"/>
                    <a:pt x="135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7"/>
            <p:cNvSpPr/>
            <p:nvPr/>
          </p:nvSpPr>
          <p:spPr>
            <a:xfrm>
              <a:off x="5016325" y="2130075"/>
              <a:ext cx="47125" cy="93675"/>
            </a:xfrm>
            <a:custGeom>
              <a:avLst/>
              <a:gdLst/>
              <a:ahLst/>
              <a:cxnLst/>
              <a:rect l="l" t="t" r="r" b="b"/>
              <a:pathLst>
                <a:path w="1885" h="3747" extrusionOk="0">
                  <a:moveTo>
                    <a:pt x="712" y="0"/>
                  </a:moveTo>
                  <a:cubicBezTo>
                    <a:pt x="595" y="0"/>
                    <a:pt x="495" y="54"/>
                    <a:pt x="395" y="130"/>
                  </a:cubicBezTo>
                  <a:cubicBezTo>
                    <a:pt x="304" y="190"/>
                    <a:pt x="243" y="281"/>
                    <a:pt x="243" y="403"/>
                  </a:cubicBezTo>
                  <a:cubicBezTo>
                    <a:pt x="213" y="585"/>
                    <a:pt x="274" y="646"/>
                    <a:pt x="304" y="646"/>
                  </a:cubicBezTo>
                  <a:cubicBezTo>
                    <a:pt x="304" y="646"/>
                    <a:pt x="274" y="555"/>
                    <a:pt x="335" y="433"/>
                  </a:cubicBezTo>
                  <a:cubicBezTo>
                    <a:pt x="407" y="289"/>
                    <a:pt x="536" y="202"/>
                    <a:pt x="677" y="202"/>
                  </a:cubicBezTo>
                  <a:cubicBezTo>
                    <a:pt x="714" y="202"/>
                    <a:pt x="752" y="208"/>
                    <a:pt x="790" y="221"/>
                  </a:cubicBezTo>
                  <a:cubicBezTo>
                    <a:pt x="1034" y="281"/>
                    <a:pt x="1277" y="494"/>
                    <a:pt x="1368" y="768"/>
                  </a:cubicBezTo>
                  <a:cubicBezTo>
                    <a:pt x="1520" y="1102"/>
                    <a:pt x="1581" y="1467"/>
                    <a:pt x="1581" y="1832"/>
                  </a:cubicBezTo>
                  <a:cubicBezTo>
                    <a:pt x="1581" y="2592"/>
                    <a:pt x="1216" y="3321"/>
                    <a:pt x="790" y="3503"/>
                  </a:cubicBezTo>
                  <a:cubicBezTo>
                    <a:pt x="699" y="3534"/>
                    <a:pt x="601" y="3549"/>
                    <a:pt x="502" y="3549"/>
                  </a:cubicBezTo>
                  <a:cubicBezTo>
                    <a:pt x="403" y="3549"/>
                    <a:pt x="304" y="3534"/>
                    <a:pt x="213" y="3503"/>
                  </a:cubicBezTo>
                  <a:cubicBezTo>
                    <a:pt x="91" y="3443"/>
                    <a:pt x="31" y="3412"/>
                    <a:pt x="31" y="3412"/>
                  </a:cubicBezTo>
                  <a:cubicBezTo>
                    <a:pt x="0" y="3412"/>
                    <a:pt x="31" y="3503"/>
                    <a:pt x="183" y="3625"/>
                  </a:cubicBezTo>
                  <a:cubicBezTo>
                    <a:pt x="304" y="3706"/>
                    <a:pt x="453" y="3747"/>
                    <a:pt x="610" y="3747"/>
                  </a:cubicBezTo>
                  <a:cubicBezTo>
                    <a:pt x="689" y="3747"/>
                    <a:pt x="770" y="3736"/>
                    <a:pt x="851" y="3716"/>
                  </a:cubicBezTo>
                  <a:cubicBezTo>
                    <a:pt x="1459" y="3503"/>
                    <a:pt x="1885" y="2683"/>
                    <a:pt x="1885" y="1832"/>
                  </a:cubicBezTo>
                  <a:cubicBezTo>
                    <a:pt x="1885" y="1406"/>
                    <a:pt x="1794" y="1011"/>
                    <a:pt x="1611" y="646"/>
                  </a:cubicBezTo>
                  <a:cubicBezTo>
                    <a:pt x="1459" y="312"/>
                    <a:pt x="1155" y="69"/>
                    <a:pt x="790" y="8"/>
                  </a:cubicBezTo>
                  <a:cubicBezTo>
                    <a:pt x="764" y="3"/>
                    <a:pt x="738" y="0"/>
                    <a:pt x="71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7"/>
            <p:cNvSpPr/>
            <p:nvPr/>
          </p:nvSpPr>
          <p:spPr>
            <a:xfrm>
              <a:off x="4507950" y="1900025"/>
              <a:ext cx="545625" cy="277350"/>
            </a:xfrm>
            <a:custGeom>
              <a:avLst/>
              <a:gdLst/>
              <a:ahLst/>
              <a:cxnLst/>
              <a:rect l="l" t="t" r="r" b="b"/>
              <a:pathLst>
                <a:path w="21825" h="11094" extrusionOk="0">
                  <a:moveTo>
                    <a:pt x="8937" y="0"/>
                  </a:moveTo>
                  <a:lnTo>
                    <a:pt x="3101" y="1459"/>
                  </a:lnTo>
                  <a:lnTo>
                    <a:pt x="0" y="3952"/>
                  </a:lnTo>
                  <a:lnTo>
                    <a:pt x="608" y="6657"/>
                  </a:lnTo>
                  <a:cubicBezTo>
                    <a:pt x="608" y="6657"/>
                    <a:pt x="1273" y="6872"/>
                    <a:pt x="2343" y="6872"/>
                  </a:cubicBezTo>
                  <a:cubicBezTo>
                    <a:pt x="3616" y="6872"/>
                    <a:pt x="5465" y="6567"/>
                    <a:pt x="7447" y="5228"/>
                  </a:cubicBezTo>
                  <a:cubicBezTo>
                    <a:pt x="9456" y="3837"/>
                    <a:pt x="11858" y="2883"/>
                    <a:pt x="12989" y="2883"/>
                  </a:cubicBezTo>
                  <a:cubicBezTo>
                    <a:pt x="13192" y="2883"/>
                    <a:pt x="13354" y="2914"/>
                    <a:pt x="13466" y="2979"/>
                  </a:cubicBezTo>
                  <a:cubicBezTo>
                    <a:pt x="14195" y="3374"/>
                    <a:pt x="14682" y="6018"/>
                    <a:pt x="17326" y="6444"/>
                  </a:cubicBezTo>
                  <a:cubicBezTo>
                    <a:pt x="17326" y="6444"/>
                    <a:pt x="17799" y="11093"/>
                    <a:pt x="19598" y="11093"/>
                  </a:cubicBezTo>
                  <a:cubicBezTo>
                    <a:pt x="19679" y="11093"/>
                    <a:pt x="19763" y="11084"/>
                    <a:pt x="19849" y="11064"/>
                  </a:cubicBezTo>
                  <a:cubicBezTo>
                    <a:pt x="21825" y="10608"/>
                    <a:pt x="19515" y="2948"/>
                    <a:pt x="19515" y="2948"/>
                  </a:cubicBezTo>
                  <a:lnTo>
                    <a:pt x="14438" y="274"/>
                  </a:lnTo>
                  <a:lnTo>
                    <a:pt x="893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7"/>
            <p:cNvSpPr/>
            <p:nvPr/>
          </p:nvSpPr>
          <p:spPr>
            <a:xfrm>
              <a:off x="4941100" y="1866825"/>
              <a:ext cx="49400" cy="27900"/>
            </a:xfrm>
            <a:custGeom>
              <a:avLst/>
              <a:gdLst/>
              <a:ahLst/>
              <a:cxnLst/>
              <a:rect l="l" t="t" r="r" b="b"/>
              <a:pathLst>
                <a:path w="1976" h="1116" extrusionOk="0">
                  <a:moveTo>
                    <a:pt x="1689" y="1"/>
                  </a:moveTo>
                  <a:cubicBezTo>
                    <a:pt x="952" y="1"/>
                    <a:pt x="296" y="415"/>
                    <a:pt x="0" y="1115"/>
                  </a:cubicBezTo>
                  <a:cubicBezTo>
                    <a:pt x="517" y="538"/>
                    <a:pt x="1216" y="143"/>
                    <a:pt x="1976" y="21"/>
                  </a:cubicBezTo>
                  <a:cubicBezTo>
                    <a:pt x="1879" y="7"/>
                    <a:pt x="1784" y="1"/>
                    <a:pt x="168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7"/>
            <p:cNvSpPr/>
            <p:nvPr/>
          </p:nvSpPr>
          <p:spPr>
            <a:xfrm>
              <a:off x="4929700" y="1824775"/>
              <a:ext cx="10650" cy="78300"/>
            </a:xfrm>
            <a:custGeom>
              <a:avLst/>
              <a:gdLst/>
              <a:ahLst/>
              <a:cxnLst/>
              <a:rect l="l" t="t" r="r" b="b"/>
              <a:pathLst>
                <a:path w="426" h="3132" extrusionOk="0">
                  <a:moveTo>
                    <a:pt x="91" y="1"/>
                  </a:moveTo>
                  <a:lnTo>
                    <a:pt x="91" y="1"/>
                  </a:lnTo>
                  <a:cubicBezTo>
                    <a:pt x="30" y="31"/>
                    <a:pt x="213" y="730"/>
                    <a:pt x="213" y="1581"/>
                  </a:cubicBezTo>
                  <a:cubicBezTo>
                    <a:pt x="182" y="2098"/>
                    <a:pt x="122" y="2615"/>
                    <a:pt x="0" y="3132"/>
                  </a:cubicBezTo>
                  <a:cubicBezTo>
                    <a:pt x="91" y="3010"/>
                    <a:pt x="182" y="2858"/>
                    <a:pt x="243" y="2706"/>
                  </a:cubicBezTo>
                  <a:cubicBezTo>
                    <a:pt x="365" y="2341"/>
                    <a:pt x="426" y="1946"/>
                    <a:pt x="426" y="1581"/>
                  </a:cubicBezTo>
                  <a:cubicBezTo>
                    <a:pt x="426" y="1034"/>
                    <a:pt x="304" y="487"/>
                    <a:pt x="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7"/>
            <p:cNvSpPr/>
            <p:nvPr/>
          </p:nvSpPr>
          <p:spPr>
            <a:xfrm>
              <a:off x="4582425" y="2173525"/>
              <a:ext cx="36500" cy="35025"/>
            </a:xfrm>
            <a:custGeom>
              <a:avLst/>
              <a:gdLst/>
              <a:ahLst/>
              <a:cxnLst/>
              <a:rect l="l" t="t" r="r" b="b"/>
              <a:pathLst>
                <a:path w="1460" h="1401" extrusionOk="0">
                  <a:moveTo>
                    <a:pt x="680" y="1"/>
                  </a:moveTo>
                  <a:cubicBezTo>
                    <a:pt x="307" y="1"/>
                    <a:pt x="0" y="323"/>
                    <a:pt x="0" y="702"/>
                  </a:cubicBezTo>
                  <a:cubicBezTo>
                    <a:pt x="0" y="1097"/>
                    <a:pt x="365" y="1401"/>
                    <a:pt x="760" y="1401"/>
                  </a:cubicBezTo>
                  <a:cubicBezTo>
                    <a:pt x="1155" y="1401"/>
                    <a:pt x="1459" y="1097"/>
                    <a:pt x="1459" y="702"/>
                  </a:cubicBezTo>
                  <a:cubicBezTo>
                    <a:pt x="1459" y="306"/>
                    <a:pt x="1125" y="2"/>
                    <a:pt x="730" y="2"/>
                  </a:cubicBezTo>
                  <a:cubicBezTo>
                    <a:pt x="713" y="1"/>
                    <a:pt x="696" y="1"/>
                    <a:pt x="68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7"/>
            <p:cNvSpPr/>
            <p:nvPr/>
          </p:nvSpPr>
          <p:spPr>
            <a:xfrm>
              <a:off x="4580900" y="2155975"/>
              <a:ext cx="73725" cy="21725"/>
            </a:xfrm>
            <a:custGeom>
              <a:avLst/>
              <a:gdLst/>
              <a:ahLst/>
              <a:cxnLst/>
              <a:rect l="l" t="t" r="r" b="b"/>
              <a:pathLst>
                <a:path w="2949" h="869" extrusionOk="0">
                  <a:moveTo>
                    <a:pt x="1528" y="1"/>
                  </a:moveTo>
                  <a:cubicBezTo>
                    <a:pt x="1485" y="1"/>
                    <a:pt x="1442" y="2"/>
                    <a:pt x="1399" y="5"/>
                  </a:cubicBezTo>
                  <a:cubicBezTo>
                    <a:pt x="1004" y="36"/>
                    <a:pt x="608" y="188"/>
                    <a:pt x="304" y="431"/>
                  </a:cubicBezTo>
                  <a:cubicBezTo>
                    <a:pt x="61" y="644"/>
                    <a:pt x="0" y="796"/>
                    <a:pt x="31" y="856"/>
                  </a:cubicBezTo>
                  <a:cubicBezTo>
                    <a:pt x="39" y="865"/>
                    <a:pt x="51" y="868"/>
                    <a:pt x="67" y="868"/>
                  </a:cubicBezTo>
                  <a:cubicBezTo>
                    <a:pt x="223" y="868"/>
                    <a:pt x="738" y="489"/>
                    <a:pt x="1429" y="461"/>
                  </a:cubicBezTo>
                  <a:cubicBezTo>
                    <a:pt x="1461" y="460"/>
                    <a:pt x="1492" y="460"/>
                    <a:pt x="1523" y="460"/>
                  </a:cubicBezTo>
                  <a:cubicBezTo>
                    <a:pt x="2181" y="460"/>
                    <a:pt x="2696" y="719"/>
                    <a:pt x="2848" y="719"/>
                  </a:cubicBezTo>
                  <a:cubicBezTo>
                    <a:pt x="2868" y="719"/>
                    <a:pt x="2881" y="715"/>
                    <a:pt x="2888" y="704"/>
                  </a:cubicBezTo>
                  <a:cubicBezTo>
                    <a:pt x="2949" y="644"/>
                    <a:pt x="2827" y="492"/>
                    <a:pt x="2584" y="309"/>
                  </a:cubicBezTo>
                  <a:cubicBezTo>
                    <a:pt x="2257" y="118"/>
                    <a:pt x="1905" y="1"/>
                    <a:pt x="152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7"/>
            <p:cNvSpPr/>
            <p:nvPr/>
          </p:nvSpPr>
          <p:spPr>
            <a:xfrm>
              <a:off x="4773900" y="2162875"/>
              <a:ext cx="37275" cy="35050"/>
            </a:xfrm>
            <a:custGeom>
              <a:avLst/>
              <a:gdLst/>
              <a:ahLst/>
              <a:cxnLst/>
              <a:rect l="l" t="t" r="r" b="b"/>
              <a:pathLst>
                <a:path w="1491" h="1402" extrusionOk="0">
                  <a:moveTo>
                    <a:pt x="781" y="1"/>
                  </a:moveTo>
                  <a:cubicBezTo>
                    <a:pt x="764" y="1"/>
                    <a:pt x="747" y="2"/>
                    <a:pt x="730" y="3"/>
                  </a:cubicBezTo>
                  <a:cubicBezTo>
                    <a:pt x="335" y="3"/>
                    <a:pt x="1" y="337"/>
                    <a:pt x="31" y="732"/>
                  </a:cubicBezTo>
                  <a:cubicBezTo>
                    <a:pt x="62" y="1128"/>
                    <a:pt x="396" y="1401"/>
                    <a:pt x="791" y="1401"/>
                  </a:cubicBezTo>
                  <a:cubicBezTo>
                    <a:pt x="1186" y="1371"/>
                    <a:pt x="1490" y="1067"/>
                    <a:pt x="1490" y="672"/>
                  </a:cubicBezTo>
                  <a:cubicBezTo>
                    <a:pt x="1432" y="295"/>
                    <a:pt x="1126" y="1"/>
                    <a:pt x="7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7"/>
            <p:cNvSpPr/>
            <p:nvPr/>
          </p:nvSpPr>
          <p:spPr>
            <a:xfrm>
              <a:off x="4767825" y="2143750"/>
              <a:ext cx="74500" cy="23300"/>
            </a:xfrm>
            <a:custGeom>
              <a:avLst/>
              <a:gdLst/>
              <a:ahLst/>
              <a:cxnLst/>
              <a:rect l="l" t="t" r="r" b="b"/>
              <a:pathLst>
                <a:path w="2980" h="932" extrusionOk="0">
                  <a:moveTo>
                    <a:pt x="1568" y="1"/>
                  </a:moveTo>
                  <a:cubicBezTo>
                    <a:pt x="1503" y="1"/>
                    <a:pt x="1436" y="3"/>
                    <a:pt x="1369" y="8"/>
                  </a:cubicBezTo>
                  <a:cubicBezTo>
                    <a:pt x="973" y="38"/>
                    <a:pt x="578" y="221"/>
                    <a:pt x="274" y="494"/>
                  </a:cubicBezTo>
                  <a:cubicBezTo>
                    <a:pt x="92" y="707"/>
                    <a:pt x="1" y="890"/>
                    <a:pt x="62" y="920"/>
                  </a:cubicBezTo>
                  <a:cubicBezTo>
                    <a:pt x="70" y="928"/>
                    <a:pt x="81" y="932"/>
                    <a:pt x="96" y="932"/>
                  </a:cubicBezTo>
                  <a:cubicBezTo>
                    <a:pt x="248" y="932"/>
                    <a:pt x="738" y="547"/>
                    <a:pt x="1429" y="464"/>
                  </a:cubicBezTo>
                  <a:cubicBezTo>
                    <a:pt x="1496" y="459"/>
                    <a:pt x="1561" y="457"/>
                    <a:pt x="1625" y="457"/>
                  </a:cubicBezTo>
                  <a:cubicBezTo>
                    <a:pt x="2226" y="457"/>
                    <a:pt x="2693" y="662"/>
                    <a:pt x="2843" y="662"/>
                  </a:cubicBezTo>
                  <a:cubicBezTo>
                    <a:pt x="2866" y="662"/>
                    <a:pt x="2881" y="657"/>
                    <a:pt x="2888" y="646"/>
                  </a:cubicBezTo>
                  <a:cubicBezTo>
                    <a:pt x="2980" y="525"/>
                    <a:pt x="2828" y="434"/>
                    <a:pt x="2554" y="251"/>
                  </a:cubicBezTo>
                  <a:cubicBezTo>
                    <a:pt x="2247" y="72"/>
                    <a:pt x="1918" y="1"/>
                    <a:pt x="156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7"/>
            <p:cNvSpPr/>
            <p:nvPr/>
          </p:nvSpPr>
          <p:spPr>
            <a:xfrm>
              <a:off x="4660675" y="2155325"/>
              <a:ext cx="51700" cy="165900"/>
            </a:xfrm>
            <a:custGeom>
              <a:avLst/>
              <a:gdLst/>
              <a:ahLst/>
              <a:cxnLst/>
              <a:rect l="l" t="t" r="r" b="b"/>
              <a:pathLst>
                <a:path w="2068" h="6636" extrusionOk="0">
                  <a:moveTo>
                    <a:pt x="1792" y="1"/>
                  </a:moveTo>
                  <a:cubicBezTo>
                    <a:pt x="1694" y="1"/>
                    <a:pt x="1151" y="1782"/>
                    <a:pt x="548" y="3983"/>
                  </a:cubicBezTo>
                  <a:cubicBezTo>
                    <a:pt x="396" y="4560"/>
                    <a:pt x="244" y="5077"/>
                    <a:pt x="123" y="5563"/>
                  </a:cubicBezTo>
                  <a:cubicBezTo>
                    <a:pt x="1" y="5837"/>
                    <a:pt x="1" y="6111"/>
                    <a:pt x="92" y="6354"/>
                  </a:cubicBezTo>
                  <a:cubicBezTo>
                    <a:pt x="153" y="6506"/>
                    <a:pt x="305" y="6597"/>
                    <a:pt x="457" y="6627"/>
                  </a:cubicBezTo>
                  <a:lnTo>
                    <a:pt x="791" y="6627"/>
                  </a:lnTo>
                  <a:cubicBezTo>
                    <a:pt x="867" y="6633"/>
                    <a:pt x="942" y="6635"/>
                    <a:pt x="1017" y="6635"/>
                  </a:cubicBezTo>
                  <a:cubicBezTo>
                    <a:pt x="1368" y="6635"/>
                    <a:pt x="1718" y="6581"/>
                    <a:pt x="2068" y="6506"/>
                  </a:cubicBezTo>
                  <a:cubicBezTo>
                    <a:pt x="1749" y="6437"/>
                    <a:pt x="1430" y="6403"/>
                    <a:pt x="1110" y="6403"/>
                  </a:cubicBezTo>
                  <a:cubicBezTo>
                    <a:pt x="1004" y="6403"/>
                    <a:pt x="898" y="6407"/>
                    <a:pt x="791" y="6414"/>
                  </a:cubicBezTo>
                  <a:cubicBezTo>
                    <a:pt x="579" y="6414"/>
                    <a:pt x="427" y="6384"/>
                    <a:pt x="366" y="6262"/>
                  </a:cubicBezTo>
                  <a:cubicBezTo>
                    <a:pt x="305" y="6050"/>
                    <a:pt x="335" y="5837"/>
                    <a:pt x="427" y="5655"/>
                  </a:cubicBezTo>
                  <a:cubicBezTo>
                    <a:pt x="579" y="5168"/>
                    <a:pt x="700" y="4621"/>
                    <a:pt x="882" y="4074"/>
                  </a:cubicBezTo>
                  <a:cubicBezTo>
                    <a:pt x="1490" y="1855"/>
                    <a:pt x="1886" y="1"/>
                    <a:pt x="1794" y="1"/>
                  </a:cubicBezTo>
                  <a:cubicBezTo>
                    <a:pt x="1794" y="1"/>
                    <a:pt x="1793" y="1"/>
                    <a:pt x="17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7"/>
            <p:cNvSpPr/>
            <p:nvPr/>
          </p:nvSpPr>
          <p:spPr>
            <a:xfrm>
              <a:off x="4756425" y="2089975"/>
              <a:ext cx="91225" cy="22325"/>
            </a:xfrm>
            <a:custGeom>
              <a:avLst/>
              <a:gdLst/>
              <a:ahLst/>
              <a:cxnLst/>
              <a:rect l="l" t="t" r="r" b="b"/>
              <a:pathLst>
                <a:path w="3649" h="893" extrusionOk="0">
                  <a:moveTo>
                    <a:pt x="1786" y="1"/>
                  </a:moveTo>
                  <a:cubicBezTo>
                    <a:pt x="1335" y="1"/>
                    <a:pt x="882" y="100"/>
                    <a:pt x="457" y="305"/>
                  </a:cubicBezTo>
                  <a:cubicBezTo>
                    <a:pt x="153" y="457"/>
                    <a:pt x="1" y="639"/>
                    <a:pt x="31" y="761"/>
                  </a:cubicBezTo>
                  <a:cubicBezTo>
                    <a:pt x="65" y="829"/>
                    <a:pt x="198" y="851"/>
                    <a:pt x="398" y="851"/>
                  </a:cubicBezTo>
                  <a:cubicBezTo>
                    <a:pt x="732" y="851"/>
                    <a:pt x="1255" y="791"/>
                    <a:pt x="1825" y="791"/>
                  </a:cubicBezTo>
                  <a:cubicBezTo>
                    <a:pt x="2410" y="811"/>
                    <a:pt x="2933" y="893"/>
                    <a:pt x="3264" y="893"/>
                  </a:cubicBezTo>
                  <a:cubicBezTo>
                    <a:pt x="3449" y="893"/>
                    <a:pt x="3574" y="867"/>
                    <a:pt x="3618" y="791"/>
                  </a:cubicBezTo>
                  <a:cubicBezTo>
                    <a:pt x="3648" y="700"/>
                    <a:pt x="3527" y="518"/>
                    <a:pt x="3192" y="335"/>
                  </a:cubicBezTo>
                  <a:cubicBezTo>
                    <a:pt x="2752" y="115"/>
                    <a:pt x="2270" y="1"/>
                    <a:pt x="17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7"/>
            <p:cNvSpPr/>
            <p:nvPr/>
          </p:nvSpPr>
          <p:spPr>
            <a:xfrm>
              <a:off x="4577100" y="2101025"/>
              <a:ext cx="69175" cy="25175"/>
            </a:xfrm>
            <a:custGeom>
              <a:avLst/>
              <a:gdLst/>
              <a:ahLst/>
              <a:cxnLst/>
              <a:rect l="l" t="t" r="r" b="b"/>
              <a:pathLst>
                <a:path w="2767" h="1007" extrusionOk="0">
                  <a:moveTo>
                    <a:pt x="1533" y="0"/>
                  </a:moveTo>
                  <a:cubicBezTo>
                    <a:pt x="1076" y="0"/>
                    <a:pt x="625" y="157"/>
                    <a:pt x="274" y="471"/>
                  </a:cubicBezTo>
                  <a:cubicBezTo>
                    <a:pt x="92" y="684"/>
                    <a:pt x="0" y="866"/>
                    <a:pt x="92" y="957"/>
                  </a:cubicBezTo>
                  <a:cubicBezTo>
                    <a:pt x="127" y="992"/>
                    <a:pt x="182" y="1006"/>
                    <a:pt x="253" y="1006"/>
                  </a:cubicBezTo>
                  <a:cubicBezTo>
                    <a:pt x="489" y="1006"/>
                    <a:pt x="908" y="852"/>
                    <a:pt x="1399" y="805"/>
                  </a:cubicBezTo>
                  <a:cubicBezTo>
                    <a:pt x="2037" y="744"/>
                    <a:pt x="2614" y="805"/>
                    <a:pt x="2706" y="623"/>
                  </a:cubicBezTo>
                  <a:cubicBezTo>
                    <a:pt x="2766" y="532"/>
                    <a:pt x="2645" y="349"/>
                    <a:pt x="2402" y="197"/>
                  </a:cubicBezTo>
                  <a:cubicBezTo>
                    <a:pt x="2127" y="66"/>
                    <a:pt x="1829" y="0"/>
                    <a:pt x="15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7"/>
            <p:cNvSpPr/>
            <p:nvPr/>
          </p:nvSpPr>
          <p:spPr>
            <a:xfrm>
              <a:off x="1127950" y="2980575"/>
              <a:ext cx="1943825" cy="1305525"/>
            </a:xfrm>
            <a:custGeom>
              <a:avLst/>
              <a:gdLst/>
              <a:ahLst/>
              <a:cxnLst/>
              <a:rect l="l" t="t" r="r" b="b"/>
              <a:pathLst>
                <a:path w="77753" h="52221" extrusionOk="0">
                  <a:moveTo>
                    <a:pt x="58694" y="1"/>
                  </a:moveTo>
                  <a:lnTo>
                    <a:pt x="1095" y="31"/>
                  </a:lnTo>
                  <a:cubicBezTo>
                    <a:pt x="456" y="31"/>
                    <a:pt x="0" y="700"/>
                    <a:pt x="244" y="1308"/>
                  </a:cubicBezTo>
                  <a:lnTo>
                    <a:pt x="20609" y="52220"/>
                  </a:lnTo>
                  <a:lnTo>
                    <a:pt x="77753" y="52220"/>
                  </a:lnTo>
                  <a:lnTo>
                    <a:pt x="59576" y="639"/>
                  </a:lnTo>
                  <a:cubicBezTo>
                    <a:pt x="59454" y="244"/>
                    <a:pt x="59090" y="1"/>
                    <a:pt x="5869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7"/>
            <p:cNvSpPr/>
            <p:nvPr/>
          </p:nvSpPr>
          <p:spPr>
            <a:xfrm>
              <a:off x="1208500" y="3029975"/>
              <a:ext cx="1800200" cy="1166450"/>
            </a:xfrm>
            <a:custGeom>
              <a:avLst/>
              <a:gdLst/>
              <a:ahLst/>
              <a:cxnLst/>
              <a:rect l="l" t="t" r="r" b="b"/>
              <a:pathLst>
                <a:path w="72008" h="46658" extrusionOk="0">
                  <a:moveTo>
                    <a:pt x="639" y="0"/>
                  </a:moveTo>
                  <a:cubicBezTo>
                    <a:pt x="274" y="0"/>
                    <a:pt x="0" y="365"/>
                    <a:pt x="152" y="730"/>
                  </a:cubicBezTo>
                  <a:lnTo>
                    <a:pt x="18846" y="46323"/>
                  </a:lnTo>
                  <a:cubicBezTo>
                    <a:pt x="18937" y="46506"/>
                    <a:pt x="19119" y="46658"/>
                    <a:pt x="19332" y="46658"/>
                  </a:cubicBezTo>
                  <a:lnTo>
                    <a:pt x="71400" y="46658"/>
                  </a:lnTo>
                  <a:cubicBezTo>
                    <a:pt x="71765" y="46658"/>
                    <a:pt x="72008" y="46293"/>
                    <a:pt x="71886" y="45958"/>
                  </a:cubicBezTo>
                  <a:lnTo>
                    <a:pt x="55320" y="365"/>
                  </a:lnTo>
                  <a:cubicBezTo>
                    <a:pt x="55260" y="152"/>
                    <a:pt x="55047" y="0"/>
                    <a:pt x="548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7"/>
            <p:cNvSpPr/>
            <p:nvPr/>
          </p:nvSpPr>
          <p:spPr>
            <a:xfrm>
              <a:off x="1643150" y="4196400"/>
              <a:ext cx="1941550" cy="89700"/>
            </a:xfrm>
            <a:custGeom>
              <a:avLst/>
              <a:gdLst/>
              <a:ahLst/>
              <a:cxnLst/>
              <a:rect l="l" t="t" r="r" b="b"/>
              <a:pathLst>
                <a:path w="77662" h="3588" extrusionOk="0">
                  <a:moveTo>
                    <a:pt x="2098" y="1"/>
                  </a:moveTo>
                  <a:lnTo>
                    <a:pt x="1" y="3587"/>
                  </a:lnTo>
                  <a:lnTo>
                    <a:pt x="77662" y="3587"/>
                  </a:lnTo>
                  <a:lnTo>
                    <a:pt x="776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7"/>
            <p:cNvSpPr/>
            <p:nvPr/>
          </p:nvSpPr>
          <p:spPr>
            <a:xfrm>
              <a:off x="2874950" y="2636200"/>
              <a:ext cx="1036500" cy="1161925"/>
            </a:xfrm>
            <a:custGeom>
              <a:avLst/>
              <a:gdLst/>
              <a:ahLst/>
              <a:cxnLst/>
              <a:rect l="l" t="t" r="r" b="b"/>
              <a:pathLst>
                <a:path w="41460" h="46477" extrusionOk="0">
                  <a:moveTo>
                    <a:pt x="37136" y="1"/>
                  </a:moveTo>
                  <a:cubicBezTo>
                    <a:pt x="37035" y="1"/>
                    <a:pt x="36925" y="23"/>
                    <a:pt x="36809" y="67"/>
                  </a:cubicBezTo>
                  <a:cubicBezTo>
                    <a:pt x="36293" y="280"/>
                    <a:pt x="34834" y="4596"/>
                    <a:pt x="34438" y="5994"/>
                  </a:cubicBezTo>
                  <a:cubicBezTo>
                    <a:pt x="34226" y="6754"/>
                    <a:pt x="33831" y="8274"/>
                    <a:pt x="33314" y="9125"/>
                  </a:cubicBezTo>
                  <a:cubicBezTo>
                    <a:pt x="33115" y="9478"/>
                    <a:pt x="32892" y="9706"/>
                    <a:pt x="32662" y="9706"/>
                  </a:cubicBezTo>
                  <a:cubicBezTo>
                    <a:pt x="32436" y="9706"/>
                    <a:pt x="32202" y="9485"/>
                    <a:pt x="31976" y="8943"/>
                  </a:cubicBezTo>
                  <a:cubicBezTo>
                    <a:pt x="30913" y="6572"/>
                    <a:pt x="29241" y="5143"/>
                    <a:pt x="28542" y="5052"/>
                  </a:cubicBezTo>
                  <a:cubicBezTo>
                    <a:pt x="28512" y="5048"/>
                    <a:pt x="28482" y="5046"/>
                    <a:pt x="28453" y="5046"/>
                  </a:cubicBezTo>
                  <a:cubicBezTo>
                    <a:pt x="27813" y="5046"/>
                    <a:pt x="27504" y="5987"/>
                    <a:pt x="28086" y="6511"/>
                  </a:cubicBezTo>
                  <a:cubicBezTo>
                    <a:pt x="28663" y="7149"/>
                    <a:pt x="29180" y="7879"/>
                    <a:pt x="29575" y="8669"/>
                  </a:cubicBezTo>
                  <a:cubicBezTo>
                    <a:pt x="29909" y="9277"/>
                    <a:pt x="30153" y="9946"/>
                    <a:pt x="30274" y="10645"/>
                  </a:cubicBezTo>
                  <a:cubicBezTo>
                    <a:pt x="30365" y="11253"/>
                    <a:pt x="30426" y="11769"/>
                    <a:pt x="30487" y="12256"/>
                  </a:cubicBezTo>
                  <a:cubicBezTo>
                    <a:pt x="30639" y="13441"/>
                    <a:pt x="30609" y="14657"/>
                    <a:pt x="30457" y="15842"/>
                  </a:cubicBezTo>
                  <a:lnTo>
                    <a:pt x="16110" y="32742"/>
                  </a:lnTo>
                  <a:lnTo>
                    <a:pt x="12979" y="21314"/>
                  </a:lnTo>
                  <a:lnTo>
                    <a:pt x="12705" y="20432"/>
                  </a:lnTo>
                  <a:lnTo>
                    <a:pt x="395" y="25022"/>
                  </a:lnTo>
                  <a:cubicBezTo>
                    <a:pt x="0" y="25113"/>
                    <a:pt x="3040" y="34080"/>
                    <a:pt x="4955" y="39642"/>
                  </a:cubicBezTo>
                  <a:cubicBezTo>
                    <a:pt x="5897" y="42408"/>
                    <a:pt x="7964" y="44627"/>
                    <a:pt x="10669" y="45721"/>
                  </a:cubicBezTo>
                  <a:cubicBezTo>
                    <a:pt x="11916" y="46231"/>
                    <a:pt x="13216" y="46476"/>
                    <a:pt x="14500" y="46476"/>
                  </a:cubicBezTo>
                  <a:cubicBezTo>
                    <a:pt x="17662" y="46476"/>
                    <a:pt x="20730" y="44989"/>
                    <a:pt x="22675" y="42287"/>
                  </a:cubicBezTo>
                  <a:lnTo>
                    <a:pt x="38025" y="20067"/>
                  </a:lnTo>
                  <a:lnTo>
                    <a:pt x="37691" y="19824"/>
                  </a:lnTo>
                  <a:lnTo>
                    <a:pt x="37995" y="19976"/>
                  </a:lnTo>
                  <a:lnTo>
                    <a:pt x="40062" y="16420"/>
                  </a:lnTo>
                  <a:cubicBezTo>
                    <a:pt x="40062" y="16420"/>
                    <a:pt x="41460" y="14566"/>
                    <a:pt x="40518" y="12438"/>
                  </a:cubicBezTo>
                  <a:cubicBezTo>
                    <a:pt x="39545" y="10310"/>
                    <a:pt x="36961" y="7879"/>
                    <a:pt x="36961" y="7879"/>
                  </a:cubicBezTo>
                  <a:cubicBezTo>
                    <a:pt x="36201" y="7666"/>
                    <a:pt x="37204" y="3380"/>
                    <a:pt x="37630" y="1952"/>
                  </a:cubicBezTo>
                  <a:cubicBezTo>
                    <a:pt x="38019" y="733"/>
                    <a:pt x="37722" y="1"/>
                    <a:pt x="3713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7"/>
            <p:cNvSpPr/>
            <p:nvPr/>
          </p:nvSpPr>
          <p:spPr>
            <a:xfrm>
              <a:off x="3754125" y="2833150"/>
              <a:ext cx="73750" cy="138475"/>
            </a:xfrm>
            <a:custGeom>
              <a:avLst/>
              <a:gdLst/>
              <a:ahLst/>
              <a:cxnLst/>
              <a:rect l="l" t="t" r="r" b="b"/>
              <a:pathLst>
                <a:path w="2950" h="5539" extrusionOk="0">
                  <a:moveTo>
                    <a:pt x="1551" y="1"/>
                  </a:moveTo>
                  <a:cubicBezTo>
                    <a:pt x="1460" y="122"/>
                    <a:pt x="1399" y="244"/>
                    <a:pt x="1369" y="396"/>
                  </a:cubicBezTo>
                  <a:cubicBezTo>
                    <a:pt x="1247" y="639"/>
                    <a:pt x="1065" y="1004"/>
                    <a:pt x="913" y="1490"/>
                  </a:cubicBezTo>
                  <a:cubicBezTo>
                    <a:pt x="730" y="1946"/>
                    <a:pt x="518" y="2524"/>
                    <a:pt x="335" y="3162"/>
                  </a:cubicBezTo>
                  <a:cubicBezTo>
                    <a:pt x="244" y="3466"/>
                    <a:pt x="153" y="3800"/>
                    <a:pt x="62" y="4165"/>
                  </a:cubicBezTo>
                  <a:cubicBezTo>
                    <a:pt x="31" y="4347"/>
                    <a:pt x="1" y="4530"/>
                    <a:pt x="1" y="4743"/>
                  </a:cubicBezTo>
                  <a:cubicBezTo>
                    <a:pt x="1" y="4925"/>
                    <a:pt x="92" y="5138"/>
                    <a:pt x="214" y="5320"/>
                  </a:cubicBezTo>
                  <a:cubicBezTo>
                    <a:pt x="346" y="5452"/>
                    <a:pt x="524" y="5539"/>
                    <a:pt x="729" y="5539"/>
                  </a:cubicBezTo>
                  <a:cubicBezTo>
                    <a:pt x="759" y="5539"/>
                    <a:pt x="790" y="5537"/>
                    <a:pt x="822" y="5533"/>
                  </a:cubicBezTo>
                  <a:cubicBezTo>
                    <a:pt x="1034" y="5502"/>
                    <a:pt x="1217" y="5411"/>
                    <a:pt x="1338" y="5229"/>
                  </a:cubicBezTo>
                  <a:cubicBezTo>
                    <a:pt x="1551" y="4955"/>
                    <a:pt x="1703" y="4621"/>
                    <a:pt x="1825" y="4287"/>
                  </a:cubicBezTo>
                  <a:lnTo>
                    <a:pt x="2433" y="2645"/>
                  </a:lnTo>
                  <a:lnTo>
                    <a:pt x="2828" y="1521"/>
                  </a:lnTo>
                  <a:cubicBezTo>
                    <a:pt x="2889" y="1369"/>
                    <a:pt x="2919" y="1247"/>
                    <a:pt x="2949" y="1095"/>
                  </a:cubicBezTo>
                  <a:lnTo>
                    <a:pt x="2949" y="1095"/>
                  </a:lnTo>
                  <a:cubicBezTo>
                    <a:pt x="2889" y="1217"/>
                    <a:pt x="2828" y="1369"/>
                    <a:pt x="2767" y="1521"/>
                  </a:cubicBezTo>
                  <a:lnTo>
                    <a:pt x="2311" y="2584"/>
                  </a:lnTo>
                  <a:lnTo>
                    <a:pt x="1642" y="4226"/>
                  </a:lnTo>
                  <a:cubicBezTo>
                    <a:pt x="1551" y="4530"/>
                    <a:pt x="1399" y="4834"/>
                    <a:pt x="1217" y="5107"/>
                  </a:cubicBezTo>
                  <a:cubicBezTo>
                    <a:pt x="1095" y="5229"/>
                    <a:pt x="974" y="5320"/>
                    <a:pt x="791" y="5350"/>
                  </a:cubicBezTo>
                  <a:cubicBezTo>
                    <a:pt x="771" y="5354"/>
                    <a:pt x="751" y="5356"/>
                    <a:pt x="731" y="5356"/>
                  </a:cubicBezTo>
                  <a:cubicBezTo>
                    <a:pt x="600" y="5356"/>
                    <a:pt x="475" y="5274"/>
                    <a:pt x="396" y="5168"/>
                  </a:cubicBezTo>
                  <a:cubicBezTo>
                    <a:pt x="214" y="4895"/>
                    <a:pt x="153" y="4530"/>
                    <a:pt x="274" y="4195"/>
                  </a:cubicBezTo>
                  <a:cubicBezTo>
                    <a:pt x="366" y="3861"/>
                    <a:pt x="457" y="3527"/>
                    <a:pt x="518" y="3192"/>
                  </a:cubicBezTo>
                  <a:cubicBezTo>
                    <a:pt x="700" y="2584"/>
                    <a:pt x="913" y="2007"/>
                    <a:pt x="1034" y="1521"/>
                  </a:cubicBezTo>
                  <a:cubicBezTo>
                    <a:pt x="1186" y="1065"/>
                    <a:pt x="1338" y="670"/>
                    <a:pt x="1430" y="426"/>
                  </a:cubicBezTo>
                  <a:cubicBezTo>
                    <a:pt x="1490" y="274"/>
                    <a:pt x="1521" y="153"/>
                    <a:pt x="155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7"/>
            <p:cNvSpPr/>
            <p:nvPr/>
          </p:nvSpPr>
          <p:spPr>
            <a:xfrm>
              <a:off x="3789850" y="2873425"/>
              <a:ext cx="74500" cy="121625"/>
            </a:xfrm>
            <a:custGeom>
              <a:avLst/>
              <a:gdLst/>
              <a:ahLst/>
              <a:cxnLst/>
              <a:rect l="l" t="t" r="r" b="b"/>
              <a:pathLst>
                <a:path w="2980" h="4865" extrusionOk="0">
                  <a:moveTo>
                    <a:pt x="1368" y="1"/>
                  </a:moveTo>
                  <a:lnTo>
                    <a:pt x="1368" y="1"/>
                  </a:lnTo>
                  <a:cubicBezTo>
                    <a:pt x="1277" y="122"/>
                    <a:pt x="1216" y="214"/>
                    <a:pt x="1186" y="335"/>
                  </a:cubicBezTo>
                  <a:cubicBezTo>
                    <a:pt x="1064" y="548"/>
                    <a:pt x="912" y="882"/>
                    <a:pt x="730" y="1277"/>
                  </a:cubicBezTo>
                  <a:cubicBezTo>
                    <a:pt x="517" y="1764"/>
                    <a:pt x="365" y="2250"/>
                    <a:pt x="213" y="2736"/>
                  </a:cubicBezTo>
                  <a:cubicBezTo>
                    <a:pt x="122" y="3040"/>
                    <a:pt x="61" y="3344"/>
                    <a:pt x="31" y="3648"/>
                  </a:cubicBezTo>
                  <a:cubicBezTo>
                    <a:pt x="1" y="4013"/>
                    <a:pt x="92" y="4378"/>
                    <a:pt x="335" y="4621"/>
                  </a:cubicBezTo>
                  <a:cubicBezTo>
                    <a:pt x="487" y="4773"/>
                    <a:pt x="669" y="4834"/>
                    <a:pt x="852" y="4864"/>
                  </a:cubicBezTo>
                  <a:cubicBezTo>
                    <a:pt x="1034" y="4864"/>
                    <a:pt x="1216" y="4803"/>
                    <a:pt x="1368" y="4712"/>
                  </a:cubicBezTo>
                  <a:cubicBezTo>
                    <a:pt x="1611" y="4530"/>
                    <a:pt x="1824" y="4256"/>
                    <a:pt x="1946" y="3952"/>
                  </a:cubicBezTo>
                  <a:cubicBezTo>
                    <a:pt x="2159" y="3405"/>
                    <a:pt x="2311" y="2919"/>
                    <a:pt x="2493" y="2524"/>
                  </a:cubicBezTo>
                  <a:cubicBezTo>
                    <a:pt x="2675" y="2098"/>
                    <a:pt x="2797" y="1764"/>
                    <a:pt x="2888" y="1551"/>
                  </a:cubicBezTo>
                  <a:cubicBezTo>
                    <a:pt x="2919" y="1429"/>
                    <a:pt x="2949" y="1277"/>
                    <a:pt x="2979" y="1156"/>
                  </a:cubicBezTo>
                  <a:lnTo>
                    <a:pt x="2979" y="1156"/>
                  </a:lnTo>
                  <a:cubicBezTo>
                    <a:pt x="2888" y="1247"/>
                    <a:pt x="2827" y="1369"/>
                    <a:pt x="2767" y="1490"/>
                  </a:cubicBezTo>
                  <a:cubicBezTo>
                    <a:pt x="2675" y="1733"/>
                    <a:pt x="2523" y="2037"/>
                    <a:pt x="2341" y="2463"/>
                  </a:cubicBezTo>
                  <a:lnTo>
                    <a:pt x="1763" y="3861"/>
                  </a:lnTo>
                  <a:cubicBezTo>
                    <a:pt x="1642" y="4135"/>
                    <a:pt x="1460" y="4378"/>
                    <a:pt x="1247" y="4530"/>
                  </a:cubicBezTo>
                  <a:cubicBezTo>
                    <a:pt x="1135" y="4613"/>
                    <a:pt x="1011" y="4652"/>
                    <a:pt x="888" y="4652"/>
                  </a:cubicBezTo>
                  <a:cubicBezTo>
                    <a:pt x="744" y="4652"/>
                    <a:pt x="602" y="4598"/>
                    <a:pt x="487" y="4499"/>
                  </a:cubicBezTo>
                  <a:cubicBezTo>
                    <a:pt x="274" y="4256"/>
                    <a:pt x="183" y="3952"/>
                    <a:pt x="244" y="3648"/>
                  </a:cubicBezTo>
                  <a:cubicBezTo>
                    <a:pt x="274" y="3375"/>
                    <a:pt x="304" y="3071"/>
                    <a:pt x="396" y="2797"/>
                  </a:cubicBezTo>
                  <a:cubicBezTo>
                    <a:pt x="517" y="2280"/>
                    <a:pt x="669" y="1794"/>
                    <a:pt x="852" y="1338"/>
                  </a:cubicBezTo>
                  <a:cubicBezTo>
                    <a:pt x="1186" y="518"/>
                    <a:pt x="1399" y="1"/>
                    <a:pt x="136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7"/>
            <p:cNvSpPr/>
            <p:nvPr/>
          </p:nvSpPr>
          <p:spPr>
            <a:xfrm>
              <a:off x="3830875" y="2918275"/>
              <a:ext cx="53225" cy="98425"/>
            </a:xfrm>
            <a:custGeom>
              <a:avLst/>
              <a:gdLst/>
              <a:ahLst/>
              <a:cxnLst/>
              <a:rect l="l" t="t" r="r" b="b"/>
              <a:pathLst>
                <a:path w="2129" h="3937" extrusionOk="0">
                  <a:moveTo>
                    <a:pt x="1217" y="0"/>
                  </a:moveTo>
                  <a:cubicBezTo>
                    <a:pt x="1186" y="0"/>
                    <a:pt x="1126" y="61"/>
                    <a:pt x="1004" y="213"/>
                  </a:cubicBezTo>
                  <a:cubicBezTo>
                    <a:pt x="822" y="426"/>
                    <a:pt x="670" y="669"/>
                    <a:pt x="548" y="912"/>
                  </a:cubicBezTo>
                  <a:cubicBezTo>
                    <a:pt x="244" y="1490"/>
                    <a:pt x="62" y="2158"/>
                    <a:pt x="62" y="2797"/>
                  </a:cubicBezTo>
                  <a:cubicBezTo>
                    <a:pt x="1" y="3070"/>
                    <a:pt x="62" y="3374"/>
                    <a:pt x="214" y="3617"/>
                  </a:cubicBezTo>
                  <a:cubicBezTo>
                    <a:pt x="274" y="3739"/>
                    <a:pt x="396" y="3830"/>
                    <a:pt x="548" y="3891"/>
                  </a:cubicBezTo>
                  <a:cubicBezTo>
                    <a:pt x="609" y="3921"/>
                    <a:pt x="685" y="3936"/>
                    <a:pt x="761" y="3936"/>
                  </a:cubicBezTo>
                  <a:cubicBezTo>
                    <a:pt x="837" y="3936"/>
                    <a:pt x="913" y="3921"/>
                    <a:pt x="974" y="3891"/>
                  </a:cubicBezTo>
                  <a:cubicBezTo>
                    <a:pt x="1217" y="3769"/>
                    <a:pt x="1399" y="3556"/>
                    <a:pt x="1460" y="3283"/>
                  </a:cubicBezTo>
                  <a:cubicBezTo>
                    <a:pt x="1642" y="2857"/>
                    <a:pt x="1733" y="2462"/>
                    <a:pt x="1855" y="2128"/>
                  </a:cubicBezTo>
                  <a:cubicBezTo>
                    <a:pt x="1977" y="1793"/>
                    <a:pt x="2068" y="1429"/>
                    <a:pt x="2129" y="1064"/>
                  </a:cubicBezTo>
                  <a:lnTo>
                    <a:pt x="2129" y="1064"/>
                  </a:lnTo>
                  <a:cubicBezTo>
                    <a:pt x="1946" y="1368"/>
                    <a:pt x="1825" y="1702"/>
                    <a:pt x="1703" y="2067"/>
                  </a:cubicBezTo>
                  <a:cubicBezTo>
                    <a:pt x="1581" y="2401"/>
                    <a:pt x="1429" y="2797"/>
                    <a:pt x="1278" y="3192"/>
                  </a:cubicBezTo>
                  <a:cubicBezTo>
                    <a:pt x="1217" y="3404"/>
                    <a:pt x="1095" y="3587"/>
                    <a:pt x="913" y="3678"/>
                  </a:cubicBezTo>
                  <a:cubicBezTo>
                    <a:pt x="856" y="3702"/>
                    <a:pt x="797" y="3714"/>
                    <a:pt x="739" y="3714"/>
                  </a:cubicBezTo>
                  <a:cubicBezTo>
                    <a:pt x="581" y="3714"/>
                    <a:pt x="432" y="3629"/>
                    <a:pt x="366" y="3496"/>
                  </a:cubicBezTo>
                  <a:cubicBezTo>
                    <a:pt x="244" y="3283"/>
                    <a:pt x="214" y="3040"/>
                    <a:pt x="244" y="2797"/>
                  </a:cubicBezTo>
                  <a:cubicBezTo>
                    <a:pt x="244" y="2584"/>
                    <a:pt x="274" y="2341"/>
                    <a:pt x="305" y="2097"/>
                  </a:cubicBezTo>
                  <a:cubicBezTo>
                    <a:pt x="396" y="1702"/>
                    <a:pt x="518" y="1338"/>
                    <a:pt x="670" y="973"/>
                  </a:cubicBezTo>
                  <a:cubicBezTo>
                    <a:pt x="943" y="335"/>
                    <a:pt x="1217" y="0"/>
                    <a:pt x="121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7"/>
            <p:cNvSpPr/>
            <p:nvPr/>
          </p:nvSpPr>
          <p:spPr>
            <a:xfrm>
              <a:off x="3705500" y="2925100"/>
              <a:ext cx="60050" cy="110975"/>
            </a:xfrm>
            <a:custGeom>
              <a:avLst/>
              <a:gdLst/>
              <a:ahLst/>
              <a:cxnLst/>
              <a:rect l="l" t="t" r="r" b="b"/>
              <a:pathLst>
                <a:path w="2402" h="4439" extrusionOk="0">
                  <a:moveTo>
                    <a:pt x="1" y="1"/>
                  </a:moveTo>
                  <a:cubicBezTo>
                    <a:pt x="1" y="31"/>
                    <a:pt x="244" y="183"/>
                    <a:pt x="609" y="487"/>
                  </a:cubicBezTo>
                  <a:cubicBezTo>
                    <a:pt x="1551" y="1308"/>
                    <a:pt x="2128" y="2463"/>
                    <a:pt x="2219" y="3679"/>
                  </a:cubicBezTo>
                  <a:cubicBezTo>
                    <a:pt x="2280" y="4135"/>
                    <a:pt x="2219" y="4438"/>
                    <a:pt x="2280" y="4438"/>
                  </a:cubicBezTo>
                  <a:cubicBezTo>
                    <a:pt x="2341" y="4195"/>
                    <a:pt x="2402" y="3952"/>
                    <a:pt x="2371" y="3679"/>
                  </a:cubicBezTo>
                  <a:cubicBezTo>
                    <a:pt x="2341" y="2372"/>
                    <a:pt x="1733" y="1156"/>
                    <a:pt x="700" y="365"/>
                  </a:cubicBezTo>
                  <a:cubicBezTo>
                    <a:pt x="487" y="183"/>
                    <a:pt x="274" y="62"/>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7"/>
            <p:cNvSpPr/>
            <p:nvPr/>
          </p:nvSpPr>
          <p:spPr>
            <a:xfrm>
              <a:off x="1767775" y="3706275"/>
              <a:ext cx="940025" cy="486350"/>
            </a:xfrm>
            <a:custGeom>
              <a:avLst/>
              <a:gdLst/>
              <a:ahLst/>
              <a:cxnLst/>
              <a:rect l="l" t="t" r="r" b="b"/>
              <a:pathLst>
                <a:path w="37601" h="19454" extrusionOk="0">
                  <a:moveTo>
                    <a:pt x="8633" y="0"/>
                  </a:moveTo>
                  <a:cubicBezTo>
                    <a:pt x="6110" y="3040"/>
                    <a:pt x="4438" y="6687"/>
                    <a:pt x="3800" y="10578"/>
                  </a:cubicBezTo>
                  <a:lnTo>
                    <a:pt x="1" y="19271"/>
                  </a:lnTo>
                  <a:lnTo>
                    <a:pt x="37144" y="19454"/>
                  </a:lnTo>
                  <a:lnTo>
                    <a:pt x="37600" y="12918"/>
                  </a:lnTo>
                  <a:lnTo>
                    <a:pt x="863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7"/>
            <p:cNvSpPr/>
            <p:nvPr/>
          </p:nvSpPr>
          <p:spPr>
            <a:xfrm>
              <a:off x="1910625" y="3872650"/>
              <a:ext cx="295625" cy="91050"/>
            </a:xfrm>
            <a:custGeom>
              <a:avLst/>
              <a:gdLst/>
              <a:ahLst/>
              <a:cxnLst/>
              <a:rect l="l" t="t" r="r" b="b"/>
              <a:pathLst>
                <a:path w="11825" h="3642" extrusionOk="0">
                  <a:moveTo>
                    <a:pt x="11821" y="1"/>
                  </a:moveTo>
                  <a:cubicBezTo>
                    <a:pt x="11767" y="1"/>
                    <a:pt x="11282" y="508"/>
                    <a:pt x="10366" y="1187"/>
                  </a:cubicBezTo>
                  <a:cubicBezTo>
                    <a:pt x="10092" y="1370"/>
                    <a:pt x="9849" y="1552"/>
                    <a:pt x="9576" y="1704"/>
                  </a:cubicBezTo>
                  <a:cubicBezTo>
                    <a:pt x="9272" y="1887"/>
                    <a:pt x="8968" y="2038"/>
                    <a:pt x="8633" y="2221"/>
                  </a:cubicBezTo>
                  <a:cubicBezTo>
                    <a:pt x="7144" y="2950"/>
                    <a:pt x="5503" y="3376"/>
                    <a:pt x="3861" y="3467"/>
                  </a:cubicBezTo>
                  <a:lnTo>
                    <a:pt x="2767" y="3467"/>
                  </a:lnTo>
                  <a:cubicBezTo>
                    <a:pt x="2433" y="3467"/>
                    <a:pt x="2129" y="3406"/>
                    <a:pt x="1825" y="3376"/>
                  </a:cubicBezTo>
                  <a:cubicBezTo>
                    <a:pt x="765" y="3261"/>
                    <a:pt x="83" y="3039"/>
                    <a:pt x="8" y="3039"/>
                  </a:cubicBezTo>
                  <a:cubicBezTo>
                    <a:pt x="3" y="3039"/>
                    <a:pt x="1" y="3040"/>
                    <a:pt x="1" y="3042"/>
                  </a:cubicBezTo>
                  <a:cubicBezTo>
                    <a:pt x="153" y="3133"/>
                    <a:pt x="305" y="3194"/>
                    <a:pt x="457" y="3224"/>
                  </a:cubicBezTo>
                  <a:cubicBezTo>
                    <a:pt x="639" y="3285"/>
                    <a:pt x="852" y="3346"/>
                    <a:pt x="1034" y="3376"/>
                  </a:cubicBezTo>
                  <a:cubicBezTo>
                    <a:pt x="1278" y="3437"/>
                    <a:pt x="1551" y="3497"/>
                    <a:pt x="1794" y="3528"/>
                  </a:cubicBezTo>
                  <a:cubicBezTo>
                    <a:pt x="2129" y="3558"/>
                    <a:pt x="2433" y="3619"/>
                    <a:pt x="2767" y="3619"/>
                  </a:cubicBezTo>
                  <a:cubicBezTo>
                    <a:pt x="2949" y="3634"/>
                    <a:pt x="3132" y="3642"/>
                    <a:pt x="3314" y="3642"/>
                  </a:cubicBezTo>
                  <a:cubicBezTo>
                    <a:pt x="3496" y="3642"/>
                    <a:pt x="3679" y="3634"/>
                    <a:pt x="3861" y="3619"/>
                  </a:cubicBezTo>
                  <a:cubicBezTo>
                    <a:pt x="5533" y="3558"/>
                    <a:pt x="7205" y="3133"/>
                    <a:pt x="8694" y="2373"/>
                  </a:cubicBezTo>
                  <a:cubicBezTo>
                    <a:pt x="9028" y="2221"/>
                    <a:pt x="9332" y="2038"/>
                    <a:pt x="9667" y="1826"/>
                  </a:cubicBezTo>
                  <a:cubicBezTo>
                    <a:pt x="9910" y="1674"/>
                    <a:pt x="10184" y="1491"/>
                    <a:pt x="10427" y="1279"/>
                  </a:cubicBezTo>
                  <a:cubicBezTo>
                    <a:pt x="10639" y="1127"/>
                    <a:pt x="10852" y="975"/>
                    <a:pt x="11035" y="792"/>
                  </a:cubicBezTo>
                  <a:cubicBezTo>
                    <a:pt x="11187" y="671"/>
                    <a:pt x="11339" y="519"/>
                    <a:pt x="11491" y="367"/>
                  </a:cubicBezTo>
                  <a:cubicBezTo>
                    <a:pt x="11612" y="276"/>
                    <a:pt x="11703" y="124"/>
                    <a:pt x="11825" y="2"/>
                  </a:cubicBezTo>
                  <a:cubicBezTo>
                    <a:pt x="11824" y="1"/>
                    <a:pt x="11823" y="1"/>
                    <a:pt x="1182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7"/>
            <p:cNvSpPr/>
            <p:nvPr/>
          </p:nvSpPr>
          <p:spPr>
            <a:xfrm>
              <a:off x="2458525" y="3960825"/>
              <a:ext cx="82075" cy="213575"/>
            </a:xfrm>
            <a:custGeom>
              <a:avLst/>
              <a:gdLst/>
              <a:ahLst/>
              <a:cxnLst/>
              <a:rect l="l" t="t" r="r" b="b"/>
              <a:pathLst>
                <a:path w="3283" h="8543" extrusionOk="0">
                  <a:moveTo>
                    <a:pt x="3283" y="1"/>
                  </a:moveTo>
                  <a:lnTo>
                    <a:pt x="3283" y="1"/>
                  </a:lnTo>
                  <a:cubicBezTo>
                    <a:pt x="3101" y="426"/>
                    <a:pt x="2918" y="822"/>
                    <a:pt x="2766" y="1247"/>
                  </a:cubicBezTo>
                  <a:cubicBezTo>
                    <a:pt x="2432" y="2068"/>
                    <a:pt x="2006" y="3101"/>
                    <a:pt x="1581" y="4256"/>
                  </a:cubicBezTo>
                  <a:cubicBezTo>
                    <a:pt x="1155" y="5411"/>
                    <a:pt x="760" y="6445"/>
                    <a:pt x="456" y="7265"/>
                  </a:cubicBezTo>
                  <a:cubicBezTo>
                    <a:pt x="274" y="7691"/>
                    <a:pt x="122" y="8117"/>
                    <a:pt x="0" y="8542"/>
                  </a:cubicBezTo>
                  <a:cubicBezTo>
                    <a:pt x="61" y="8451"/>
                    <a:pt x="122" y="8329"/>
                    <a:pt x="152" y="8238"/>
                  </a:cubicBezTo>
                  <a:cubicBezTo>
                    <a:pt x="274" y="8025"/>
                    <a:pt x="395" y="7721"/>
                    <a:pt x="578" y="7326"/>
                  </a:cubicBezTo>
                  <a:cubicBezTo>
                    <a:pt x="882" y="6566"/>
                    <a:pt x="1338" y="5533"/>
                    <a:pt x="1763" y="4347"/>
                  </a:cubicBezTo>
                  <a:cubicBezTo>
                    <a:pt x="2219" y="3162"/>
                    <a:pt x="2614" y="2068"/>
                    <a:pt x="2888" y="1308"/>
                  </a:cubicBezTo>
                  <a:cubicBezTo>
                    <a:pt x="3070" y="882"/>
                    <a:pt x="3192" y="457"/>
                    <a:pt x="328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7"/>
            <p:cNvSpPr/>
            <p:nvPr/>
          </p:nvSpPr>
          <p:spPr>
            <a:xfrm>
              <a:off x="2444075" y="3952475"/>
              <a:ext cx="47150" cy="44125"/>
            </a:xfrm>
            <a:custGeom>
              <a:avLst/>
              <a:gdLst/>
              <a:ahLst/>
              <a:cxnLst/>
              <a:rect l="l" t="t" r="r" b="b"/>
              <a:pathLst>
                <a:path w="1886" h="1765" extrusionOk="0">
                  <a:moveTo>
                    <a:pt x="1065" y="1"/>
                  </a:moveTo>
                  <a:cubicBezTo>
                    <a:pt x="943" y="1"/>
                    <a:pt x="882" y="31"/>
                    <a:pt x="882" y="31"/>
                  </a:cubicBezTo>
                  <a:cubicBezTo>
                    <a:pt x="1095" y="61"/>
                    <a:pt x="1308" y="183"/>
                    <a:pt x="1490" y="335"/>
                  </a:cubicBezTo>
                  <a:cubicBezTo>
                    <a:pt x="1642" y="517"/>
                    <a:pt x="1703" y="760"/>
                    <a:pt x="1672" y="1004"/>
                  </a:cubicBezTo>
                  <a:cubicBezTo>
                    <a:pt x="1586" y="1367"/>
                    <a:pt x="1262" y="1563"/>
                    <a:pt x="944" y="1563"/>
                  </a:cubicBezTo>
                  <a:cubicBezTo>
                    <a:pt x="703" y="1563"/>
                    <a:pt x="466" y="1452"/>
                    <a:pt x="335" y="1216"/>
                  </a:cubicBezTo>
                  <a:cubicBezTo>
                    <a:pt x="183" y="1004"/>
                    <a:pt x="183" y="730"/>
                    <a:pt x="305" y="517"/>
                  </a:cubicBezTo>
                  <a:cubicBezTo>
                    <a:pt x="396" y="304"/>
                    <a:pt x="578" y="153"/>
                    <a:pt x="791" y="61"/>
                  </a:cubicBezTo>
                  <a:cubicBezTo>
                    <a:pt x="791" y="49"/>
                    <a:pt x="775" y="41"/>
                    <a:pt x="748" y="41"/>
                  </a:cubicBezTo>
                  <a:cubicBezTo>
                    <a:pt x="710" y="41"/>
                    <a:pt x="649" y="56"/>
                    <a:pt x="578" y="92"/>
                  </a:cubicBezTo>
                  <a:cubicBezTo>
                    <a:pt x="396" y="153"/>
                    <a:pt x="274" y="274"/>
                    <a:pt x="153" y="456"/>
                  </a:cubicBezTo>
                  <a:cubicBezTo>
                    <a:pt x="1" y="730"/>
                    <a:pt x="1" y="1034"/>
                    <a:pt x="153" y="1308"/>
                  </a:cubicBezTo>
                  <a:cubicBezTo>
                    <a:pt x="335" y="1619"/>
                    <a:pt x="639" y="1765"/>
                    <a:pt x="939" y="1765"/>
                  </a:cubicBezTo>
                  <a:cubicBezTo>
                    <a:pt x="1341" y="1765"/>
                    <a:pt x="1737" y="1504"/>
                    <a:pt x="1824" y="1034"/>
                  </a:cubicBezTo>
                  <a:cubicBezTo>
                    <a:pt x="1885" y="730"/>
                    <a:pt x="1794" y="426"/>
                    <a:pt x="1581" y="244"/>
                  </a:cubicBezTo>
                  <a:cubicBezTo>
                    <a:pt x="1429" y="92"/>
                    <a:pt x="1247" y="31"/>
                    <a:pt x="10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7"/>
            <p:cNvSpPr/>
            <p:nvPr/>
          </p:nvSpPr>
          <p:spPr>
            <a:xfrm>
              <a:off x="2945600" y="2801250"/>
              <a:ext cx="281950" cy="491675"/>
            </a:xfrm>
            <a:custGeom>
              <a:avLst/>
              <a:gdLst/>
              <a:ahLst/>
              <a:cxnLst/>
              <a:rect l="l" t="t" r="r" b="b"/>
              <a:pathLst>
                <a:path w="11278" h="19667" extrusionOk="0">
                  <a:moveTo>
                    <a:pt x="5867" y="0"/>
                  </a:moveTo>
                  <a:lnTo>
                    <a:pt x="1" y="19666"/>
                  </a:lnTo>
                  <a:lnTo>
                    <a:pt x="1" y="19666"/>
                  </a:lnTo>
                  <a:lnTo>
                    <a:pt x="10974" y="16657"/>
                  </a:lnTo>
                  <a:cubicBezTo>
                    <a:pt x="11278" y="15988"/>
                    <a:pt x="5867" y="0"/>
                    <a:pt x="58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7"/>
            <p:cNvSpPr/>
            <p:nvPr/>
          </p:nvSpPr>
          <p:spPr>
            <a:xfrm>
              <a:off x="2945600" y="2801250"/>
              <a:ext cx="281950" cy="491675"/>
            </a:xfrm>
            <a:custGeom>
              <a:avLst/>
              <a:gdLst/>
              <a:ahLst/>
              <a:cxnLst/>
              <a:rect l="l" t="t" r="r" b="b"/>
              <a:pathLst>
                <a:path w="11278" h="19667" extrusionOk="0">
                  <a:moveTo>
                    <a:pt x="5867" y="0"/>
                  </a:moveTo>
                  <a:lnTo>
                    <a:pt x="1" y="19666"/>
                  </a:lnTo>
                  <a:lnTo>
                    <a:pt x="1" y="19666"/>
                  </a:lnTo>
                  <a:lnTo>
                    <a:pt x="10974" y="16657"/>
                  </a:lnTo>
                  <a:cubicBezTo>
                    <a:pt x="11278" y="15988"/>
                    <a:pt x="5867" y="0"/>
                    <a:pt x="58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7"/>
            <p:cNvSpPr/>
            <p:nvPr/>
          </p:nvSpPr>
          <p:spPr>
            <a:xfrm>
              <a:off x="1982825" y="2649775"/>
              <a:ext cx="1120100" cy="1387825"/>
            </a:xfrm>
            <a:custGeom>
              <a:avLst/>
              <a:gdLst/>
              <a:ahLst/>
              <a:cxnLst/>
              <a:rect l="l" t="t" r="r" b="b"/>
              <a:pathLst>
                <a:path w="44804" h="55513" extrusionOk="0">
                  <a:moveTo>
                    <a:pt x="29851" y="1"/>
                  </a:moveTo>
                  <a:cubicBezTo>
                    <a:pt x="27904" y="1"/>
                    <a:pt x="25049" y="342"/>
                    <a:pt x="21916" y="2017"/>
                  </a:cubicBezTo>
                  <a:cubicBezTo>
                    <a:pt x="14621" y="5938"/>
                    <a:pt x="9454" y="27063"/>
                    <a:pt x="9454" y="27063"/>
                  </a:cubicBezTo>
                  <a:lnTo>
                    <a:pt x="1" y="42260"/>
                  </a:lnTo>
                  <a:lnTo>
                    <a:pt x="29728" y="55513"/>
                  </a:lnTo>
                  <a:lnTo>
                    <a:pt x="31977" y="47276"/>
                  </a:lnTo>
                  <a:lnTo>
                    <a:pt x="35472" y="32564"/>
                  </a:lnTo>
                  <a:cubicBezTo>
                    <a:pt x="35472" y="32564"/>
                    <a:pt x="40488" y="23932"/>
                    <a:pt x="42494" y="19251"/>
                  </a:cubicBezTo>
                  <a:cubicBezTo>
                    <a:pt x="44014" y="15786"/>
                    <a:pt x="44469" y="11135"/>
                    <a:pt x="44621" y="8369"/>
                  </a:cubicBezTo>
                  <a:cubicBezTo>
                    <a:pt x="44804" y="4935"/>
                    <a:pt x="42494" y="1773"/>
                    <a:pt x="39120" y="1135"/>
                  </a:cubicBezTo>
                  <a:cubicBezTo>
                    <a:pt x="38998" y="1105"/>
                    <a:pt x="38846" y="1074"/>
                    <a:pt x="38725" y="1044"/>
                  </a:cubicBezTo>
                  <a:lnTo>
                    <a:pt x="32372" y="162"/>
                  </a:lnTo>
                  <a:cubicBezTo>
                    <a:pt x="32099" y="162"/>
                    <a:pt x="31190" y="1"/>
                    <a:pt x="2985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7"/>
            <p:cNvSpPr/>
            <p:nvPr/>
          </p:nvSpPr>
          <p:spPr>
            <a:xfrm>
              <a:off x="2091500" y="3470625"/>
              <a:ext cx="715075" cy="484150"/>
            </a:xfrm>
            <a:custGeom>
              <a:avLst/>
              <a:gdLst/>
              <a:ahLst/>
              <a:cxnLst/>
              <a:rect l="l" t="t" r="r" b="b"/>
              <a:pathLst>
                <a:path w="28603" h="19366" extrusionOk="0">
                  <a:moveTo>
                    <a:pt x="9976" y="176"/>
                  </a:moveTo>
                  <a:cubicBezTo>
                    <a:pt x="10464" y="176"/>
                    <a:pt x="10961" y="380"/>
                    <a:pt x="11338" y="703"/>
                  </a:cubicBezTo>
                  <a:cubicBezTo>
                    <a:pt x="11733" y="1068"/>
                    <a:pt x="11976" y="1584"/>
                    <a:pt x="12006" y="2131"/>
                  </a:cubicBezTo>
                  <a:cubicBezTo>
                    <a:pt x="12067" y="2648"/>
                    <a:pt x="12006" y="3165"/>
                    <a:pt x="11794" y="3651"/>
                  </a:cubicBezTo>
                  <a:cubicBezTo>
                    <a:pt x="11611" y="4107"/>
                    <a:pt x="11307" y="4502"/>
                    <a:pt x="10912" y="4837"/>
                  </a:cubicBezTo>
                  <a:cubicBezTo>
                    <a:pt x="10547" y="5141"/>
                    <a:pt x="10122" y="5384"/>
                    <a:pt x="9696" y="5566"/>
                  </a:cubicBezTo>
                  <a:cubicBezTo>
                    <a:pt x="8898" y="5862"/>
                    <a:pt x="8042" y="6014"/>
                    <a:pt x="7184" y="6050"/>
                  </a:cubicBezTo>
                  <a:lnTo>
                    <a:pt x="7184" y="6050"/>
                  </a:lnTo>
                  <a:cubicBezTo>
                    <a:pt x="6974" y="5427"/>
                    <a:pt x="6854" y="4771"/>
                    <a:pt x="6839" y="4107"/>
                  </a:cubicBezTo>
                  <a:cubicBezTo>
                    <a:pt x="6809" y="3499"/>
                    <a:pt x="6900" y="2861"/>
                    <a:pt x="7113" y="2253"/>
                  </a:cubicBezTo>
                  <a:cubicBezTo>
                    <a:pt x="7325" y="1675"/>
                    <a:pt x="7690" y="1159"/>
                    <a:pt x="8146" y="794"/>
                  </a:cubicBezTo>
                  <a:cubicBezTo>
                    <a:pt x="8633" y="429"/>
                    <a:pt x="9180" y="217"/>
                    <a:pt x="9788" y="186"/>
                  </a:cubicBezTo>
                  <a:cubicBezTo>
                    <a:pt x="9850" y="179"/>
                    <a:pt x="9913" y="176"/>
                    <a:pt x="9976" y="176"/>
                  </a:cubicBezTo>
                  <a:close/>
                  <a:moveTo>
                    <a:pt x="19018" y="4178"/>
                  </a:moveTo>
                  <a:cubicBezTo>
                    <a:pt x="19132" y="4178"/>
                    <a:pt x="19247" y="4185"/>
                    <a:pt x="19362" y="4198"/>
                  </a:cubicBezTo>
                  <a:cubicBezTo>
                    <a:pt x="19727" y="4229"/>
                    <a:pt x="20092" y="4350"/>
                    <a:pt x="20396" y="4563"/>
                  </a:cubicBezTo>
                  <a:cubicBezTo>
                    <a:pt x="20730" y="4806"/>
                    <a:pt x="20973" y="5110"/>
                    <a:pt x="21125" y="5445"/>
                  </a:cubicBezTo>
                  <a:cubicBezTo>
                    <a:pt x="21429" y="6174"/>
                    <a:pt x="21429" y="6964"/>
                    <a:pt x="21156" y="7694"/>
                  </a:cubicBezTo>
                  <a:cubicBezTo>
                    <a:pt x="20882" y="8393"/>
                    <a:pt x="20396" y="9001"/>
                    <a:pt x="19757" y="9457"/>
                  </a:cubicBezTo>
                  <a:cubicBezTo>
                    <a:pt x="18874" y="10078"/>
                    <a:pt x="17898" y="10524"/>
                    <a:pt x="16879" y="10787"/>
                  </a:cubicBezTo>
                  <a:lnTo>
                    <a:pt x="16879" y="10787"/>
                  </a:lnTo>
                  <a:cubicBezTo>
                    <a:pt x="16555" y="10202"/>
                    <a:pt x="16293" y="9578"/>
                    <a:pt x="16140" y="8910"/>
                  </a:cubicBezTo>
                  <a:cubicBezTo>
                    <a:pt x="15958" y="8180"/>
                    <a:pt x="15958" y="7451"/>
                    <a:pt x="16110" y="6721"/>
                  </a:cubicBezTo>
                  <a:cubicBezTo>
                    <a:pt x="16292" y="5961"/>
                    <a:pt x="16687" y="5293"/>
                    <a:pt x="17265" y="4806"/>
                  </a:cubicBezTo>
                  <a:cubicBezTo>
                    <a:pt x="17755" y="4393"/>
                    <a:pt x="18377" y="4178"/>
                    <a:pt x="19018" y="4178"/>
                  </a:cubicBezTo>
                  <a:close/>
                  <a:moveTo>
                    <a:pt x="25296" y="8867"/>
                  </a:moveTo>
                  <a:cubicBezTo>
                    <a:pt x="26879" y="8867"/>
                    <a:pt x="28217" y="10068"/>
                    <a:pt x="28390" y="11676"/>
                  </a:cubicBezTo>
                  <a:cubicBezTo>
                    <a:pt x="28420" y="12284"/>
                    <a:pt x="28329" y="12861"/>
                    <a:pt x="28055" y="13378"/>
                  </a:cubicBezTo>
                  <a:cubicBezTo>
                    <a:pt x="27539" y="14533"/>
                    <a:pt x="26536" y="15384"/>
                    <a:pt x="25289" y="15718"/>
                  </a:cubicBezTo>
                  <a:cubicBezTo>
                    <a:pt x="24839" y="15825"/>
                    <a:pt x="24377" y="15880"/>
                    <a:pt x="23915" y="15880"/>
                  </a:cubicBezTo>
                  <a:cubicBezTo>
                    <a:pt x="23600" y="15880"/>
                    <a:pt x="23285" y="15855"/>
                    <a:pt x="22973" y="15804"/>
                  </a:cubicBezTo>
                  <a:lnTo>
                    <a:pt x="22973" y="15804"/>
                  </a:lnTo>
                  <a:cubicBezTo>
                    <a:pt x="22603" y="14990"/>
                    <a:pt x="22380" y="14105"/>
                    <a:pt x="22341" y="13195"/>
                  </a:cubicBezTo>
                  <a:cubicBezTo>
                    <a:pt x="22280" y="12344"/>
                    <a:pt x="22463" y="11463"/>
                    <a:pt x="22827" y="10673"/>
                  </a:cubicBezTo>
                  <a:cubicBezTo>
                    <a:pt x="23040" y="10247"/>
                    <a:pt x="23344" y="9852"/>
                    <a:pt x="23678" y="9518"/>
                  </a:cubicBezTo>
                  <a:cubicBezTo>
                    <a:pt x="24043" y="9183"/>
                    <a:pt x="24499" y="8970"/>
                    <a:pt x="25016" y="8879"/>
                  </a:cubicBezTo>
                  <a:cubicBezTo>
                    <a:pt x="25110" y="8871"/>
                    <a:pt x="25204" y="8867"/>
                    <a:pt x="25296" y="8867"/>
                  </a:cubicBezTo>
                  <a:close/>
                  <a:moveTo>
                    <a:pt x="9872" y="1"/>
                  </a:moveTo>
                  <a:cubicBezTo>
                    <a:pt x="9834" y="1"/>
                    <a:pt x="9795" y="2"/>
                    <a:pt x="9757" y="4"/>
                  </a:cubicBezTo>
                  <a:cubicBezTo>
                    <a:pt x="9149" y="34"/>
                    <a:pt x="8541" y="247"/>
                    <a:pt x="8055" y="642"/>
                  </a:cubicBezTo>
                  <a:cubicBezTo>
                    <a:pt x="7569" y="1037"/>
                    <a:pt x="7174" y="1584"/>
                    <a:pt x="6961" y="2192"/>
                  </a:cubicBezTo>
                  <a:cubicBezTo>
                    <a:pt x="6748" y="2800"/>
                    <a:pt x="6626" y="3469"/>
                    <a:pt x="6657" y="4107"/>
                  </a:cubicBezTo>
                  <a:cubicBezTo>
                    <a:pt x="6672" y="4771"/>
                    <a:pt x="6787" y="5428"/>
                    <a:pt x="6991" y="6053"/>
                  </a:cubicBezTo>
                  <a:lnTo>
                    <a:pt x="6991" y="6053"/>
                  </a:lnTo>
                  <a:cubicBezTo>
                    <a:pt x="6987" y="6053"/>
                    <a:pt x="6983" y="6053"/>
                    <a:pt x="6979" y="6053"/>
                  </a:cubicBezTo>
                  <a:cubicBezTo>
                    <a:pt x="4715" y="6053"/>
                    <a:pt x="2488" y="5295"/>
                    <a:pt x="699" y="3864"/>
                  </a:cubicBezTo>
                  <a:cubicBezTo>
                    <a:pt x="456" y="3682"/>
                    <a:pt x="304" y="3530"/>
                    <a:pt x="182" y="3408"/>
                  </a:cubicBezTo>
                  <a:cubicBezTo>
                    <a:pt x="62" y="3317"/>
                    <a:pt x="1" y="3257"/>
                    <a:pt x="0" y="3256"/>
                  </a:cubicBezTo>
                  <a:lnTo>
                    <a:pt x="0" y="3256"/>
                  </a:lnTo>
                  <a:cubicBezTo>
                    <a:pt x="1" y="3257"/>
                    <a:pt x="61" y="3317"/>
                    <a:pt x="152" y="3438"/>
                  </a:cubicBezTo>
                  <a:cubicBezTo>
                    <a:pt x="274" y="3530"/>
                    <a:pt x="456" y="3712"/>
                    <a:pt x="669" y="3894"/>
                  </a:cubicBezTo>
                  <a:cubicBezTo>
                    <a:pt x="1368" y="4472"/>
                    <a:pt x="2128" y="4958"/>
                    <a:pt x="2949" y="5293"/>
                  </a:cubicBezTo>
                  <a:cubicBezTo>
                    <a:pt x="4196" y="5844"/>
                    <a:pt x="5554" y="6146"/>
                    <a:pt x="6917" y="6146"/>
                  </a:cubicBezTo>
                  <a:cubicBezTo>
                    <a:pt x="6952" y="6146"/>
                    <a:pt x="6987" y="6146"/>
                    <a:pt x="7022" y="6145"/>
                  </a:cubicBezTo>
                  <a:lnTo>
                    <a:pt x="7022" y="6145"/>
                  </a:lnTo>
                  <a:cubicBezTo>
                    <a:pt x="7238" y="6774"/>
                    <a:pt x="7546" y="7370"/>
                    <a:pt x="7933" y="7907"/>
                  </a:cubicBezTo>
                  <a:cubicBezTo>
                    <a:pt x="8754" y="9092"/>
                    <a:pt x="9909" y="10004"/>
                    <a:pt x="11216" y="10581"/>
                  </a:cubicBezTo>
                  <a:cubicBezTo>
                    <a:pt x="12319" y="11011"/>
                    <a:pt x="13476" y="11223"/>
                    <a:pt x="14624" y="11223"/>
                  </a:cubicBezTo>
                  <a:cubicBezTo>
                    <a:pt x="15358" y="11223"/>
                    <a:pt x="16089" y="11137"/>
                    <a:pt x="16801" y="10964"/>
                  </a:cubicBezTo>
                  <a:lnTo>
                    <a:pt x="16801" y="10964"/>
                  </a:lnTo>
                  <a:cubicBezTo>
                    <a:pt x="16804" y="10968"/>
                    <a:pt x="16806" y="10972"/>
                    <a:pt x="16809" y="10977"/>
                  </a:cubicBezTo>
                  <a:cubicBezTo>
                    <a:pt x="17174" y="11615"/>
                    <a:pt x="17599" y="12223"/>
                    <a:pt x="18055" y="12770"/>
                  </a:cubicBezTo>
                  <a:cubicBezTo>
                    <a:pt x="18937" y="13925"/>
                    <a:pt x="20061" y="14806"/>
                    <a:pt x="21368" y="15445"/>
                  </a:cubicBezTo>
                  <a:cubicBezTo>
                    <a:pt x="21877" y="15680"/>
                    <a:pt x="22411" y="15840"/>
                    <a:pt x="22956" y="15924"/>
                  </a:cubicBezTo>
                  <a:lnTo>
                    <a:pt x="22956" y="15924"/>
                  </a:lnTo>
                  <a:cubicBezTo>
                    <a:pt x="23159" y="16341"/>
                    <a:pt x="23401" y="16740"/>
                    <a:pt x="23678" y="17116"/>
                  </a:cubicBezTo>
                  <a:cubicBezTo>
                    <a:pt x="24225" y="17846"/>
                    <a:pt x="24894" y="18454"/>
                    <a:pt x="25654" y="18940"/>
                  </a:cubicBezTo>
                  <a:cubicBezTo>
                    <a:pt x="25692" y="18962"/>
                    <a:pt x="25729" y="18983"/>
                    <a:pt x="25766" y="19003"/>
                  </a:cubicBezTo>
                  <a:lnTo>
                    <a:pt x="25766" y="19003"/>
                  </a:lnTo>
                  <a:cubicBezTo>
                    <a:pt x="25738" y="18983"/>
                    <a:pt x="25711" y="18962"/>
                    <a:pt x="25684" y="18940"/>
                  </a:cubicBezTo>
                  <a:cubicBezTo>
                    <a:pt x="24925" y="18454"/>
                    <a:pt x="24286" y="17846"/>
                    <a:pt x="23739" y="17116"/>
                  </a:cubicBezTo>
                  <a:cubicBezTo>
                    <a:pt x="23469" y="16747"/>
                    <a:pt x="23233" y="16351"/>
                    <a:pt x="23034" y="15935"/>
                  </a:cubicBezTo>
                  <a:lnTo>
                    <a:pt x="23034" y="15935"/>
                  </a:lnTo>
                  <a:cubicBezTo>
                    <a:pt x="23309" y="15974"/>
                    <a:pt x="23587" y="15993"/>
                    <a:pt x="23865" y="15993"/>
                  </a:cubicBezTo>
                  <a:cubicBezTo>
                    <a:pt x="24361" y="15993"/>
                    <a:pt x="24860" y="15932"/>
                    <a:pt x="25350" y="15809"/>
                  </a:cubicBezTo>
                  <a:cubicBezTo>
                    <a:pt x="26627" y="15475"/>
                    <a:pt x="27660" y="14594"/>
                    <a:pt x="28207" y="13408"/>
                  </a:cubicBezTo>
                  <a:cubicBezTo>
                    <a:pt x="28481" y="12861"/>
                    <a:pt x="28602" y="12223"/>
                    <a:pt x="28542" y="11615"/>
                  </a:cubicBezTo>
                  <a:cubicBezTo>
                    <a:pt x="28371" y="9934"/>
                    <a:pt x="26971" y="8680"/>
                    <a:pt x="25319" y="8680"/>
                  </a:cubicBezTo>
                  <a:cubicBezTo>
                    <a:pt x="25209" y="8680"/>
                    <a:pt x="25098" y="8685"/>
                    <a:pt x="24985" y="8697"/>
                  </a:cubicBezTo>
                  <a:cubicBezTo>
                    <a:pt x="24469" y="8788"/>
                    <a:pt x="23982" y="9031"/>
                    <a:pt x="23587" y="9366"/>
                  </a:cubicBezTo>
                  <a:cubicBezTo>
                    <a:pt x="23253" y="9700"/>
                    <a:pt x="22949" y="10095"/>
                    <a:pt x="22736" y="10551"/>
                  </a:cubicBezTo>
                  <a:cubicBezTo>
                    <a:pt x="22341" y="11372"/>
                    <a:pt x="22189" y="12253"/>
                    <a:pt x="22219" y="13165"/>
                  </a:cubicBezTo>
                  <a:cubicBezTo>
                    <a:pt x="22278" y="14078"/>
                    <a:pt x="22510" y="14966"/>
                    <a:pt x="22892" y="15790"/>
                  </a:cubicBezTo>
                  <a:lnTo>
                    <a:pt x="22892" y="15790"/>
                  </a:lnTo>
                  <a:cubicBezTo>
                    <a:pt x="22391" y="15701"/>
                    <a:pt x="21899" y="15546"/>
                    <a:pt x="21429" y="15323"/>
                  </a:cubicBezTo>
                  <a:cubicBezTo>
                    <a:pt x="20183" y="14715"/>
                    <a:pt x="19058" y="13834"/>
                    <a:pt x="18207" y="12709"/>
                  </a:cubicBezTo>
                  <a:cubicBezTo>
                    <a:pt x="17762" y="12156"/>
                    <a:pt x="17324" y="11564"/>
                    <a:pt x="16957" y="10925"/>
                  </a:cubicBezTo>
                  <a:lnTo>
                    <a:pt x="16957" y="10925"/>
                  </a:lnTo>
                  <a:cubicBezTo>
                    <a:pt x="17990" y="10656"/>
                    <a:pt x="18981" y="10206"/>
                    <a:pt x="19879" y="9578"/>
                  </a:cubicBezTo>
                  <a:cubicBezTo>
                    <a:pt x="20548" y="9122"/>
                    <a:pt x="21034" y="8484"/>
                    <a:pt x="21338" y="7724"/>
                  </a:cubicBezTo>
                  <a:cubicBezTo>
                    <a:pt x="21642" y="6964"/>
                    <a:pt x="21611" y="6083"/>
                    <a:pt x="21308" y="5323"/>
                  </a:cubicBezTo>
                  <a:cubicBezTo>
                    <a:pt x="21125" y="4958"/>
                    <a:pt x="20852" y="4624"/>
                    <a:pt x="20548" y="4381"/>
                  </a:cubicBezTo>
                  <a:cubicBezTo>
                    <a:pt x="20213" y="4138"/>
                    <a:pt x="19818" y="3986"/>
                    <a:pt x="19393" y="3955"/>
                  </a:cubicBezTo>
                  <a:cubicBezTo>
                    <a:pt x="19279" y="3943"/>
                    <a:pt x="19166" y="3936"/>
                    <a:pt x="19053" y="3936"/>
                  </a:cubicBezTo>
                  <a:cubicBezTo>
                    <a:pt x="18349" y="3936"/>
                    <a:pt x="17663" y="4178"/>
                    <a:pt x="17113" y="4624"/>
                  </a:cubicBezTo>
                  <a:cubicBezTo>
                    <a:pt x="16505" y="5141"/>
                    <a:pt x="16110" y="5840"/>
                    <a:pt x="15927" y="6630"/>
                  </a:cubicBezTo>
                  <a:cubicBezTo>
                    <a:pt x="15745" y="7359"/>
                    <a:pt x="15775" y="8150"/>
                    <a:pt x="15958" y="8910"/>
                  </a:cubicBezTo>
                  <a:cubicBezTo>
                    <a:pt x="16126" y="9583"/>
                    <a:pt x="16372" y="10230"/>
                    <a:pt x="16719" y="10827"/>
                  </a:cubicBezTo>
                  <a:lnTo>
                    <a:pt x="16719" y="10827"/>
                  </a:lnTo>
                  <a:cubicBezTo>
                    <a:pt x="16037" y="10991"/>
                    <a:pt x="15338" y="11073"/>
                    <a:pt x="14636" y="11073"/>
                  </a:cubicBezTo>
                  <a:cubicBezTo>
                    <a:pt x="13511" y="11073"/>
                    <a:pt x="12380" y="10861"/>
                    <a:pt x="11307" y="10429"/>
                  </a:cubicBezTo>
                  <a:cubicBezTo>
                    <a:pt x="10000" y="9882"/>
                    <a:pt x="8906" y="8970"/>
                    <a:pt x="8085" y="7815"/>
                  </a:cubicBezTo>
                  <a:cubicBezTo>
                    <a:pt x="7721" y="7306"/>
                    <a:pt x="7427" y="6741"/>
                    <a:pt x="7216" y="6143"/>
                  </a:cubicBezTo>
                  <a:lnTo>
                    <a:pt x="7216" y="6143"/>
                  </a:lnTo>
                  <a:cubicBezTo>
                    <a:pt x="8065" y="6132"/>
                    <a:pt x="8938" y="5980"/>
                    <a:pt x="9727" y="5688"/>
                  </a:cubicBezTo>
                  <a:cubicBezTo>
                    <a:pt x="10699" y="5323"/>
                    <a:pt x="11490" y="4624"/>
                    <a:pt x="11915" y="3712"/>
                  </a:cubicBezTo>
                  <a:cubicBezTo>
                    <a:pt x="12128" y="3195"/>
                    <a:pt x="12219" y="2648"/>
                    <a:pt x="12158" y="2101"/>
                  </a:cubicBezTo>
                  <a:cubicBezTo>
                    <a:pt x="12098" y="1524"/>
                    <a:pt x="11854" y="976"/>
                    <a:pt x="11429" y="581"/>
                  </a:cubicBezTo>
                  <a:cubicBezTo>
                    <a:pt x="11002" y="211"/>
                    <a:pt x="10441" y="1"/>
                    <a:pt x="9872" y="1"/>
                  </a:cubicBezTo>
                  <a:close/>
                  <a:moveTo>
                    <a:pt x="25766" y="19003"/>
                  </a:moveTo>
                  <a:lnTo>
                    <a:pt x="25766" y="19003"/>
                  </a:lnTo>
                  <a:cubicBezTo>
                    <a:pt x="25928" y="19119"/>
                    <a:pt x="26106" y="19201"/>
                    <a:pt x="26262" y="19305"/>
                  </a:cubicBezTo>
                  <a:lnTo>
                    <a:pt x="26475" y="19366"/>
                  </a:lnTo>
                  <a:lnTo>
                    <a:pt x="26475" y="19366"/>
                  </a:lnTo>
                  <a:lnTo>
                    <a:pt x="26262" y="19275"/>
                  </a:lnTo>
                  <a:cubicBezTo>
                    <a:pt x="26087" y="19175"/>
                    <a:pt x="25933" y="19095"/>
                    <a:pt x="25766" y="19003"/>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7"/>
            <p:cNvSpPr/>
            <p:nvPr/>
          </p:nvSpPr>
          <p:spPr>
            <a:xfrm>
              <a:off x="2792875" y="3005075"/>
              <a:ext cx="247750" cy="237700"/>
            </a:xfrm>
            <a:custGeom>
              <a:avLst/>
              <a:gdLst/>
              <a:ahLst/>
              <a:cxnLst/>
              <a:rect l="l" t="t" r="r" b="b"/>
              <a:pathLst>
                <a:path w="9910" h="9508" extrusionOk="0">
                  <a:moveTo>
                    <a:pt x="3042" y="177"/>
                  </a:moveTo>
                  <a:cubicBezTo>
                    <a:pt x="3226" y="177"/>
                    <a:pt x="3421" y="224"/>
                    <a:pt x="3587" y="328"/>
                  </a:cubicBezTo>
                  <a:cubicBezTo>
                    <a:pt x="3800" y="480"/>
                    <a:pt x="4013" y="662"/>
                    <a:pt x="4165" y="905"/>
                  </a:cubicBezTo>
                  <a:cubicBezTo>
                    <a:pt x="4317" y="1118"/>
                    <a:pt x="4408" y="1361"/>
                    <a:pt x="4499" y="1635"/>
                  </a:cubicBezTo>
                  <a:cubicBezTo>
                    <a:pt x="4560" y="1878"/>
                    <a:pt x="4590" y="2121"/>
                    <a:pt x="4621" y="2394"/>
                  </a:cubicBezTo>
                  <a:cubicBezTo>
                    <a:pt x="4621" y="2881"/>
                    <a:pt x="4529" y="3367"/>
                    <a:pt x="4377" y="3853"/>
                  </a:cubicBezTo>
                  <a:cubicBezTo>
                    <a:pt x="4073" y="4644"/>
                    <a:pt x="3617" y="5373"/>
                    <a:pt x="2979" y="5951"/>
                  </a:cubicBezTo>
                  <a:cubicBezTo>
                    <a:pt x="2789" y="6129"/>
                    <a:pt x="2594" y="6298"/>
                    <a:pt x="2394" y="6458"/>
                  </a:cubicBezTo>
                  <a:lnTo>
                    <a:pt x="2394" y="6458"/>
                  </a:lnTo>
                  <a:cubicBezTo>
                    <a:pt x="2129" y="6117"/>
                    <a:pt x="1916" y="5733"/>
                    <a:pt x="1763" y="5312"/>
                  </a:cubicBezTo>
                  <a:cubicBezTo>
                    <a:pt x="1551" y="4705"/>
                    <a:pt x="1459" y="4036"/>
                    <a:pt x="1459" y="3367"/>
                  </a:cubicBezTo>
                  <a:cubicBezTo>
                    <a:pt x="1459" y="2729"/>
                    <a:pt x="1520" y="2091"/>
                    <a:pt x="1672" y="1452"/>
                  </a:cubicBezTo>
                  <a:cubicBezTo>
                    <a:pt x="1854" y="875"/>
                    <a:pt x="2219" y="297"/>
                    <a:pt x="2797" y="206"/>
                  </a:cubicBezTo>
                  <a:cubicBezTo>
                    <a:pt x="2874" y="187"/>
                    <a:pt x="2957" y="177"/>
                    <a:pt x="3042" y="177"/>
                  </a:cubicBezTo>
                  <a:close/>
                  <a:moveTo>
                    <a:pt x="8449" y="540"/>
                  </a:moveTo>
                  <a:cubicBezTo>
                    <a:pt x="8629" y="540"/>
                    <a:pt x="8805" y="581"/>
                    <a:pt x="8967" y="662"/>
                  </a:cubicBezTo>
                  <a:cubicBezTo>
                    <a:pt x="9210" y="814"/>
                    <a:pt x="9423" y="1027"/>
                    <a:pt x="9545" y="1270"/>
                  </a:cubicBezTo>
                  <a:cubicBezTo>
                    <a:pt x="9666" y="1574"/>
                    <a:pt x="9727" y="1847"/>
                    <a:pt x="9727" y="2151"/>
                  </a:cubicBezTo>
                  <a:cubicBezTo>
                    <a:pt x="9697" y="3489"/>
                    <a:pt x="9241" y="4735"/>
                    <a:pt x="8420" y="5768"/>
                  </a:cubicBezTo>
                  <a:cubicBezTo>
                    <a:pt x="7964" y="6316"/>
                    <a:pt x="7447" y="6771"/>
                    <a:pt x="6839" y="7106"/>
                  </a:cubicBezTo>
                  <a:cubicBezTo>
                    <a:pt x="6644" y="7223"/>
                    <a:pt x="6443" y="7324"/>
                    <a:pt x="6235" y="7409"/>
                  </a:cubicBezTo>
                  <a:lnTo>
                    <a:pt x="6235" y="7409"/>
                  </a:lnTo>
                  <a:cubicBezTo>
                    <a:pt x="6126" y="7051"/>
                    <a:pt x="6042" y="6688"/>
                    <a:pt x="5988" y="6316"/>
                  </a:cubicBezTo>
                  <a:cubicBezTo>
                    <a:pt x="5867" y="5464"/>
                    <a:pt x="5897" y="4583"/>
                    <a:pt x="6110" y="3762"/>
                  </a:cubicBezTo>
                  <a:cubicBezTo>
                    <a:pt x="6323" y="2729"/>
                    <a:pt x="6809" y="1787"/>
                    <a:pt x="7478" y="1027"/>
                  </a:cubicBezTo>
                  <a:cubicBezTo>
                    <a:pt x="7690" y="814"/>
                    <a:pt x="7903" y="662"/>
                    <a:pt x="8177" y="571"/>
                  </a:cubicBezTo>
                  <a:cubicBezTo>
                    <a:pt x="8268" y="550"/>
                    <a:pt x="8359" y="540"/>
                    <a:pt x="8449" y="540"/>
                  </a:cubicBezTo>
                  <a:close/>
                  <a:moveTo>
                    <a:pt x="92" y="7926"/>
                  </a:moveTo>
                  <a:lnTo>
                    <a:pt x="0" y="7987"/>
                  </a:lnTo>
                  <a:cubicBezTo>
                    <a:pt x="31" y="7987"/>
                    <a:pt x="61" y="7957"/>
                    <a:pt x="92" y="7926"/>
                  </a:cubicBezTo>
                  <a:close/>
                  <a:moveTo>
                    <a:pt x="2981" y="1"/>
                  </a:moveTo>
                  <a:cubicBezTo>
                    <a:pt x="2901" y="1"/>
                    <a:pt x="2820" y="8"/>
                    <a:pt x="2736" y="24"/>
                  </a:cubicBezTo>
                  <a:cubicBezTo>
                    <a:pt x="2432" y="115"/>
                    <a:pt x="2128" y="297"/>
                    <a:pt x="1946" y="571"/>
                  </a:cubicBezTo>
                  <a:cubicBezTo>
                    <a:pt x="1763" y="814"/>
                    <a:pt x="1611" y="1118"/>
                    <a:pt x="1520" y="1422"/>
                  </a:cubicBezTo>
                  <a:cubicBezTo>
                    <a:pt x="1338" y="2060"/>
                    <a:pt x="1247" y="2698"/>
                    <a:pt x="1277" y="3367"/>
                  </a:cubicBezTo>
                  <a:cubicBezTo>
                    <a:pt x="1247" y="4066"/>
                    <a:pt x="1368" y="4735"/>
                    <a:pt x="1581" y="5404"/>
                  </a:cubicBezTo>
                  <a:cubicBezTo>
                    <a:pt x="1734" y="5824"/>
                    <a:pt x="1959" y="6221"/>
                    <a:pt x="2241" y="6578"/>
                  </a:cubicBezTo>
                  <a:lnTo>
                    <a:pt x="2241" y="6578"/>
                  </a:lnTo>
                  <a:cubicBezTo>
                    <a:pt x="1978" y="6780"/>
                    <a:pt x="1708" y="6966"/>
                    <a:pt x="1429" y="7136"/>
                  </a:cubicBezTo>
                  <a:cubicBezTo>
                    <a:pt x="973" y="7410"/>
                    <a:pt x="608" y="7623"/>
                    <a:pt x="365" y="7775"/>
                  </a:cubicBezTo>
                  <a:lnTo>
                    <a:pt x="92" y="7926"/>
                  </a:lnTo>
                  <a:lnTo>
                    <a:pt x="396" y="7805"/>
                  </a:lnTo>
                  <a:cubicBezTo>
                    <a:pt x="639" y="7683"/>
                    <a:pt x="1003" y="7471"/>
                    <a:pt x="1459" y="7197"/>
                  </a:cubicBezTo>
                  <a:cubicBezTo>
                    <a:pt x="1752" y="7027"/>
                    <a:pt x="2030" y="6842"/>
                    <a:pt x="2295" y="6645"/>
                  </a:cubicBezTo>
                  <a:lnTo>
                    <a:pt x="2295" y="6645"/>
                  </a:lnTo>
                  <a:cubicBezTo>
                    <a:pt x="2448" y="6831"/>
                    <a:pt x="2615" y="7005"/>
                    <a:pt x="2797" y="7167"/>
                  </a:cubicBezTo>
                  <a:cubicBezTo>
                    <a:pt x="3374" y="7653"/>
                    <a:pt x="4104" y="7926"/>
                    <a:pt x="4833" y="7926"/>
                  </a:cubicBezTo>
                  <a:cubicBezTo>
                    <a:pt x="5313" y="7907"/>
                    <a:pt x="5781" y="7815"/>
                    <a:pt x="6221" y="7651"/>
                  </a:cubicBezTo>
                  <a:lnTo>
                    <a:pt x="6221" y="7651"/>
                  </a:lnTo>
                  <a:cubicBezTo>
                    <a:pt x="6288" y="7836"/>
                    <a:pt x="6362" y="8020"/>
                    <a:pt x="6444" y="8200"/>
                  </a:cubicBezTo>
                  <a:cubicBezTo>
                    <a:pt x="6627" y="8565"/>
                    <a:pt x="6839" y="8930"/>
                    <a:pt x="7083" y="9264"/>
                  </a:cubicBezTo>
                  <a:lnTo>
                    <a:pt x="7295" y="9507"/>
                  </a:lnTo>
                  <a:lnTo>
                    <a:pt x="7113" y="9234"/>
                  </a:lnTo>
                  <a:cubicBezTo>
                    <a:pt x="6870" y="8899"/>
                    <a:pt x="6687" y="8534"/>
                    <a:pt x="6505" y="8170"/>
                  </a:cubicBezTo>
                  <a:cubicBezTo>
                    <a:pt x="6432" y="7986"/>
                    <a:pt x="6364" y="7803"/>
                    <a:pt x="6303" y="7619"/>
                  </a:cubicBezTo>
                  <a:lnTo>
                    <a:pt x="6303" y="7619"/>
                  </a:lnTo>
                  <a:cubicBezTo>
                    <a:pt x="6531" y="7529"/>
                    <a:pt x="6751" y="7418"/>
                    <a:pt x="6961" y="7288"/>
                  </a:cubicBezTo>
                  <a:cubicBezTo>
                    <a:pt x="7569" y="6923"/>
                    <a:pt x="8116" y="6468"/>
                    <a:pt x="8542" y="5890"/>
                  </a:cubicBezTo>
                  <a:cubicBezTo>
                    <a:pt x="9423" y="4857"/>
                    <a:pt x="9879" y="3519"/>
                    <a:pt x="9909" y="2182"/>
                  </a:cubicBezTo>
                  <a:cubicBezTo>
                    <a:pt x="9909" y="1847"/>
                    <a:pt x="9849" y="1513"/>
                    <a:pt x="9697" y="1209"/>
                  </a:cubicBezTo>
                  <a:cubicBezTo>
                    <a:pt x="9575" y="936"/>
                    <a:pt x="9332" y="692"/>
                    <a:pt x="9058" y="510"/>
                  </a:cubicBezTo>
                  <a:cubicBezTo>
                    <a:pt x="8887" y="415"/>
                    <a:pt x="8693" y="367"/>
                    <a:pt x="8496" y="367"/>
                  </a:cubicBezTo>
                  <a:cubicBezTo>
                    <a:pt x="8379" y="367"/>
                    <a:pt x="8260" y="385"/>
                    <a:pt x="8146" y="419"/>
                  </a:cubicBezTo>
                  <a:cubicBezTo>
                    <a:pt x="7842" y="540"/>
                    <a:pt x="7569" y="692"/>
                    <a:pt x="7387" y="905"/>
                  </a:cubicBezTo>
                  <a:cubicBezTo>
                    <a:pt x="6657" y="1695"/>
                    <a:pt x="6171" y="2668"/>
                    <a:pt x="5958" y="3732"/>
                  </a:cubicBezTo>
                  <a:cubicBezTo>
                    <a:pt x="5708" y="4958"/>
                    <a:pt x="5766" y="6245"/>
                    <a:pt x="6151" y="7442"/>
                  </a:cubicBezTo>
                  <a:lnTo>
                    <a:pt x="6151" y="7442"/>
                  </a:lnTo>
                  <a:cubicBezTo>
                    <a:pt x="5736" y="7601"/>
                    <a:pt x="5297" y="7694"/>
                    <a:pt x="4833" y="7714"/>
                  </a:cubicBezTo>
                  <a:cubicBezTo>
                    <a:pt x="4134" y="7714"/>
                    <a:pt x="3435" y="7471"/>
                    <a:pt x="2918" y="7015"/>
                  </a:cubicBezTo>
                  <a:cubicBezTo>
                    <a:pt x="2749" y="6865"/>
                    <a:pt x="2593" y="6703"/>
                    <a:pt x="2450" y="6528"/>
                  </a:cubicBezTo>
                  <a:lnTo>
                    <a:pt x="2450" y="6528"/>
                  </a:lnTo>
                  <a:cubicBezTo>
                    <a:pt x="2653" y="6372"/>
                    <a:pt x="2849" y="6209"/>
                    <a:pt x="3040" y="6042"/>
                  </a:cubicBezTo>
                  <a:cubicBezTo>
                    <a:pt x="3709" y="5434"/>
                    <a:pt x="4195" y="4705"/>
                    <a:pt x="4499" y="3884"/>
                  </a:cubicBezTo>
                  <a:cubicBezTo>
                    <a:pt x="4681" y="3398"/>
                    <a:pt x="4772" y="2911"/>
                    <a:pt x="4772" y="2394"/>
                  </a:cubicBezTo>
                  <a:cubicBezTo>
                    <a:pt x="4742" y="2121"/>
                    <a:pt x="4712" y="1847"/>
                    <a:pt x="4651" y="1574"/>
                  </a:cubicBezTo>
                  <a:cubicBezTo>
                    <a:pt x="4560" y="1300"/>
                    <a:pt x="4438" y="1057"/>
                    <a:pt x="4286" y="814"/>
                  </a:cubicBezTo>
                  <a:cubicBezTo>
                    <a:pt x="4134" y="571"/>
                    <a:pt x="3921" y="358"/>
                    <a:pt x="3648" y="206"/>
                  </a:cubicBezTo>
                  <a:cubicBezTo>
                    <a:pt x="3443" y="69"/>
                    <a:pt x="3220" y="1"/>
                    <a:pt x="29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7"/>
            <p:cNvSpPr/>
            <p:nvPr/>
          </p:nvSpPr>
          <p:spPr>
            <a:xfrm>
              <a:off x="2422800" y="3112050"/>
              <a:ext cx="1365550" cy="730950"/>
            </a:xfrm>
            <a:custGeom>
              <a:avLst/>
              <a:gdLst/>
              <a:ahLst/>
              <a:cxnLst/>
              <a:rect l="l" t="t" r="r" b="b"/>
              <a:pathLst>
                <a:path w="54622" h="29238" extrusionOk="0">
                  <a:moveTo>
                    <a:pt x="1" y="0"/>
                  </a:moveTo>
                  <a:lnTo>
                    <a:pt x="1" y="0"/>
                  </a:lnTo>
                  <a:cubicBezTo>
                    <a:pt x="396" y="5775"/>
                    <a:pt x="61" y="9088"/>
                    <a:pt x="1916" y="18025"/>
                  </a:cubicBezTo>
                  <a:cubicBezTo>
                    <a:pt x="3799" y="27190"/>
                    <a:pt x="16142" y="29238"/>
                    <a:pt x="26793" y="29238"/>
                  </a:cubicBezTo>
                  <a:cubicBezTo>
                    <a:pt x="35392" y="29238"/>
                    <a:pt x="42889" y="27903"/>
                    <a:pt x="42889" y="27903"/>
                  </a:cubicBezTo>
                  <a:cubicBezTo>
                    <a:pt x="43451" y="27921"/>
                    <a:pt x="43980" y="27927"/>
                    <a:pt x="44480" y="27927"/>
                  </a:cubicBezTo>
                  <a:cubicBezTo>
                    <a:pt x="45737" y="27927"/>
                    <a:pt x="46816" y="27887"/>
                    <a:pt x="47806" y="27887"/>
                  </a:cubicBezTo>
                  <a:cubicBezTo>
                    <a:pt x="48467" y="27887"/>
                    <a:pt x="49089" y="27905"/>
                    <a:pt x="49698" y="27964"/>
                  </a:cubicBezTo>
                  <a:cubicBezTo>
                    <a:pt x="50503" y="28037"/>
                    <a:pt x="51150" y="28074"/>
                    <a:pt x="51652" y="28074"/>
                  </a:cubicBezTo>
                  <a:cubicBezTo>
                    <a:pt x="52610" y="28074"/>
                    <a:pt x="53041" y="27939"/>
                    <a:pt x="53041" y="27660"/>
                  </a:cubicBezTo>
                  <a:cubicBezTo>
                    <a:pt x="53041" y="27052"/>
                    <a:pt x="53072" y="27295"/>
                    <a:pt x="48847" y="26292"/>
                  </a:cubicBezTo>
                  <a:lnTo>
                    <a:pt x="48847" y="26292"/>
                  </a:lnTo>
                  <a:cubicBezTo>
                    <a:pt x="48848" y="26292"/>
                    <a:pt x="51562" y="26909"/>
                    <a:pt x="53022" y="26909"/>
                  </a:cubicBezTo>
                  <a:cubicBezTo>
                    <a:pt x="53736" y="26909"/>
                    <a:pt x="54150" y="26762"/>
                    <a:pt x="53801" y="26323"/>
                  </a:cubicBezTo>
                  <a:cubicBezTo>
                    <a:pt x="53614" y="26100"/>
                    <a:pt x="52761" y="25793"/>
                    <a:pt x="51782" y="25498"/>
                  </a:cubicBezTo>
                  <a:lnTo>
                    <a:pt x="51782" y="25498"/>
                  </a:lnTo>
                  <a:cubicBezTo>
                    <a:pt x="52246" y="25573"/>
                    <a:pt x="52635" y="25607"/>
                    <a:pt x="52954" y="25607"/>
                  </a:cubicBezTo>
                  <a:cubicBezTo>
                    <a:pt x="53673" y="25607"/>
                    <a:pt x="54038" y="25434"/>
                    <a:pt x="54105" y="25168"/>
                  </a:cubicBezTo>
                  <a:cubicBezTo>
                    <a:pt x="54295" y="24480"/>
                    <a:pt x="50640" y="23497"/>
                    <a:pt x="49021" y="23098"/>
                  </a:cubicBezTo>
                  <a:lnTo>
                    <a:pt x="49021" y="23098"/>
                  </a:lnTo>
                  <a:cubicBezTo>
                    <a:pt x="50343" y="23408"/>
                    <a:pt x="53007" y="24013"/>
                    <a:pt x="53704" y="24013"/>
                  </a:cubicBezTo>
                  <a:cubicBezTo>
                    <a:pt x="53717" y="24013"/>
                    <a:pt x="53729" y="24013"/>
                    <a:pt x="53740" y="24013"/>
                  </a:cubicBezTo>
                  <a:cubicBezTo>
                    <a:pt x="54622" y="23952"/>
                    <a:pt x="53892" y="23192"/>
                    <a:pt x="53132" y="22706"/>
                  </a:cubicBezTo>
                  <a:cubicBezTo>
                    <a:pt x="52251" y="22189"/>
                    <a:pt x="46780" y="19879"/>
                    <a:pt x="45229" y="19119"/>
                  </a:cubicBezTo>
                  <a:cubicBezTo>
                    <a:pt x="44652" y="18906"/>
                    <a:pt x="44378" y="18237"/>
                    <a:pt x="44682" y="17690"/>
                  </a:cubicBezTo>
                  <a:lnTo>
                    <a:pt x="44682" y="17690"/>
                  </a:lnTo>
                  <a:cubicBezTo>
                    <a:pt x="45262" y="17818"/>
                    <a:pt x="45838" y="17870"/>
                    <a:pt x="46378" y="17870"/>
                  </a:cubicBezTo>
                  <a:cubicBezTo>
                    <a:pt x="48018" y="17870"/>
                    <a:pt x="49325" y="17395"/>
                    <a:pt x="49394" y="17143"/>
                  </a:cubicBezTo>
                  <a:cubicBezTo>
                    <a:pt x="49485" y="16839"/>
                    <a:pt x="43406" y="15684"/>
                    <a:pt x="43406" y="15684"/>
                  </a:cubicBezTo>
                  <a:lnTo>
                    <a:pt x="42129" y="16748"/>
                  </a:lnTo>
                  <a:cubicBezTo>
                    <a:pt x="41521" y="17234"/>
                    <a:pt x="40974" y="17629"/>
                    <a:pt x="40518" y="17964"/>
                  </a:cubicBezTo>
                  <a:cubicBezTo>
                    <a:pt x="39034" y="18104"/>
                    <a:pt x="36489" y="18307"/>
                    <a:pt x="33397" y="18307"/>
                  </a:cubicBezTo>
                  <a:cubicBezTo>
                    <a:pt x="28447" y="18307"/>
                    <a:pt x="22095" y="17787"/>
                    <a:pt x="16445" y="15654"/>
                  </a:cubicBezTo>
                  <a:cubicBezTo>
                    <a:pt x="13071" y="14347"/>
                    <a:pt x="13071" y="851"/>
                    <a:pt x="13071" y="851"/>
                  </a:cubicBez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7"/>
            <p:cNvSpPr/>
            <p:nvPr/>
          </p:nvSpPr>
          <p:spPr>
            <a:xfrm>
              <a:off x="3580125" y="3755825"/>
              <a:ext cx="145925" cy="31200"/>
            </a:xfrm>
            <a:custGeom>
              <a:avLst/>
              <a:gdLst/>
              <a:ahLst/>
              <a:cxnLst/>
              <a:rect l="l" t="t" r="r" b="b"/>
              <a:pathLst>
                <a:path w="5837" h="1248" extrusionOk="0">
                  <a:moveTo>
                    <a:pt x="159" y="1"/>
                  </a:moveTo>
                  <a:cubicBezTo>
                    <a:pt x="81" y="1"/>
                    <a:pt x="36" y="8"/>
                    <a:pt x="31" y="24"/>
                  </a:cubicBezTo>
                  <a:cubicBezTo>
                    <a:pt x="0" y="146"/>
                    <a:pt x="1277" y="480"/>
                    <a:pt x="2888" y="815"/>
                  </a:cubicBezTo>
                  <a:cubicBezTo>
                    <a:pt x="4135" y="1079"/>
                    <a:pt x="5211" y="1248"/>
                    <a:pt x="5625" y="1248"/>
                  </a:cubicBezTo>
                  <a:cubicBezTo>
                    <a:pt x="5736" y="1248"/>
                    <a:pt x="5799" y="1236"/>
                    <a:pt x="5806" y="1210"/>
                  </a:cubicBezTo>
                  <a:cubicBezTo>
                    <a:pt x="5836" y="1119"/>
                    <a:pt x="4560" y="754"/>
                    <a:pt x="2949" y="420"/>
                  </a:cubicBezTo>
                  <a:cubicBezTo>
                    <a:pt x="1645" y="169"/>
                    <a:pt x="527" y="1"/>
                    <a:pt x="15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7"/>
            <p:cNvSpPr/>
            <p:nvPr/>
          </p:nvSpPr>
          <p:spPr>
            <a:xfrm>
              <a:off x="3584675" y="3714725"/>
              <a:ext cx="154275" cy="42150"/>
            </a:xfrm>
            <a:custGeom>
              <a:avLst/>
              <a:gdLst/>
              <a:ahLst/>
              <a:cxnLst/>
              <a:rect l="l" t="t" r="r" b="b"/>
              <a:pathLst>
                <a:path w="6171" h="1686" extrusionOk="0">
                  <a:moveTo>
                    <a:pt x="134" y="0"/>
                  </a:moveTo>
                  <a:cubicBezTo>
                    <a:pt x="71" y="0"/>
                    <a:pt x="36" y="9"/>
                    <a:pt x="31" y="27"/>
                  </a:cubicBezTo>
                  <a:cubicBezTo>
                    <a:pt x="1" y="118"/>
                    <a:pt x="1368" y="574"/>
                    <a:pt x="3040" y="1030"/>
                  </a:cubicBezTo>
                  <a:cubicBezTo>
                    <a:pt x="4496" y="1427"/>
                    <a:pt x="5744" y="1686"/>
                    <a:pt x="6063" y="1686"/>
                  </a:cubicBezTo>
                  <a:cubicBezTo>
                    <a:pt x="6110" y="1686"/>
                    <a:pt x="6137" y="1680"/>
                    <a:pt x="6141" y="1668"/>
                  </a:cubicBezTo>
                  <a:cubicBezTo>
                    <a:pt x="6171" y="1547"/>
                    <a:pt x="4834" y="1091"/>
                    <a:pt x="3131" y="665"/>
                  </a:cubicBezTo>
                  <a:cubicBezTo>
                    <a:pt x="1711" y="278"/>
                    <a:pt x="487" y="0"/>
                    <a:pt x="1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7"/>
            <p:cNvSpPr/>
            <p:nvPr/>
          </p:nvSpPr>
          <p:spPr>
            <a:xfrm>
              <a:off x="3590750" y="3671650"/>
              <a:ext cx="144425" cy="41925"/>
            </a:xfrm>
            <a:custGeom>
              <a:avLst/>
              <a:gdLst/>
              <a:ahLst/>
              <a:cxnLst/>
              <a:rect l="l" t="t" r="r" b="b"/>
              <a:pathLst>
                <a:path w="5777" h="1677" extrusionOk="0">
                  <a:moveTo>
                    <a:pt x="105" y="0"/>
                  </a:moveTo>
                  <a:cubicBezTo>
                    <a:pt x="60" y="0"/>
                    <a:pt x="35" y="6"/>
                    <a:pt x="31" y="18"/>
                  </a:cubicBezTo>
                  <a:cubicBezTo>
                    <a:pt x="1" y="139"/>
                    <a:pt x="1247" y="565"/>
                    <a:pt x="2828" y="1021"/>
                  </a:cubicBezTo>
                  <a:cubicBezTo>
                    <a:pt x="4204" y="1418"/>
                    <a:pt x="5373" y="1676"/>
                    <a:pt x="5672" y="1676"/>
                  </a:cubicBezTo>
                  <a:cubicBezTo>
                    <a:pt x="5716" y="1676"/>
                    <a:pt x="5742" y="1671"/>
                    <a:pt x="5746" y="1659"/>
                  </a:cubicBezTo>
                  <a:cubicBezTo>
                    <a:pt x="5776" y="1537"/>
                    <a:pt x="4530" y="1112"/>
                    <a:pt x="2949" y="656"/>
                  </a:cubicBezTo>
                  <a:cubicBezTo>
                    <a:pt x="1573" y="259"/>
                    <a:pt x="404" y="0"/>
                    <a:pt x="10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7"/>
            <p:cNvSpPr/>
            <p:nvPr/>
          </p:nvSpPr>
          <p:spPr>
            <a:xfrm>
              <a:off x="2356700" y="2802125"/>
              <a:ext cx="447600" cy="574375"/>
            </a:xfrm>
            <a:custGeom>
              <a:avLst/>
              <a:gdLst/>
              <a:ahLst/>
              <a:cxnLst/>
              <a:rect l="l" t="t" r="r" b="b"/>
              <a:pathLst>
                <a:path w="17904" h="22975" extrusionOk="0">
                  <a:moveTo>
                    <a:pt x="8184" y="0"/>
                  </a:moveTo>
                  <a:cubicBezTo>
                    <a:pt x="5911" y="0"/>
                    <a:pt x="3776" y="1102"/>
                    <a:pt x="2462" y="2974"/>
                  </a:cubicBezTo>
                  <a:cubicBezTo>
                    <a:pt x="1186" y="4737"/>
                    <a:pt x="0" y="7625"/>
                    <a:pt x="578" y="11880"/>
                  </a:cubicBezTo>
                  <a:cubicBezTo>
                    <a:pt x="1733" y="20209"/>
                    <a:pt x="2645" y="22975"/>
                    <a:pt x="2645" y="22975"/>
                  </a:cubicBezTo>
                  <a:lnTo>
                    <a:pt x="17903" y="20543"/>
                  </a:lnTo>
                  <a:lnTo>
                    <a:pt x="15836" y="6591"/>
                  </a:lnTo>
                  <a:cubicBezTo>
                    <a:pt x="15836" y="6591"/>
                    <a:pt x="13982" y="543"/>
                    <a:pt x="8785" y="26"/>
                  </a:cubicBezTo>
                  <a:cubicBezTo>
                    <a:pt x="8584" y="9"/>
                    <a:pt x="8383" y="0"/>
                    <a:pt x="818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7"/>
            <p:cNvSpPr/>
            <p:nvPr/>
          </p:nvSpPr>
          <p:spPr>
            <a:xfrm>
              <a:off x="2356700" y="2802125"/>
              <a:ext cx="447600" cy="574375"/>
            </a:xfrm>
            <a:custGeom>
              <a:avLst/>
              <a:gdLst/>
              <a:ahLst/>
              <a:cxnLst/>
              <a:rect l="l" t="t" r="r" b="b"/>
              <a:pathLst>
                <a:path w="17904" h="22975" extrusionOk="0">
                  <a:moveTo>
                    <a:pt x="8184" y="0"/>
                  </a:moveTo>
                  <a:cubicBezTo>
                    <a:pt x="5911" y="0"/>
                    <a:pt x="3776" y="1102"/>
                    <a:pt x="2462" y="2974"/>
                  </a:cubicBezTo>
                  <a:cubicBezTo>
                    <a:pt x="1186" y="4737"/>
                    <a:pt x="0" y="7625"/>
                    <a:pt x="578" y="11880"/>
                  </a:cubicBezTo>
                  <a:cubicBezTo>
                    <a:pt x="1733" y="20209"/>
                    <a:pt x="2645" y="22975"/>
                    <a:pt x="2645" y="22975"/>
                  </a:cubicBezTo>
                  <a:lnTo>
                    <a:pt x="17903" y="20543"/>
                  </a:lnTo>
                  <a:lnTo>
                    <a:pt x="15836" y="6591"/>
                  </a:lnTo>
                  <a:cubicBezTo>
                    <a:pt x="15836" y="6591"/>
                    <a:pt x="13982" y="543"/>
                    <a:pt x="8785" y="26"/>
                  </a:cubicBezTo>
                  <a:cubicBezTo>
                    <a:pt x="8584" y="9"/>
                    <a:pt x="8383" y="0"/>
                    <a:pt x="818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7"/>
            <p:cNvSpPr/>
            <p:nvPr/>
          </p:nvSpPr>
          <p:spPr>
            <a:xfrm>
              <a:off x="2926600" y="3502625"/>
              <a:ext cx="611750" cy="69350"/>
            </a:xfrm>
            <a:custGeom>
              <a:avLst/>
              <a:gdLst/>
              <a:ahLst/>
              <a:cxnLst/>
              <a:rect l="l" t="t" r="r" b="b"/>
              <a:pathLst>
                <a:path w="24470" h="2774" extrusionOk="0">
                  <a:moveTo>
                    <a:pt x="23254" y="0"/>
                  </a:moveTo>
                  <a:cubicBezTo>
                    <a:pt x="23011" y="0"/>
                    <a:pt x="22798" y="92"/>
                    <a:pt x="22615" y="244"/>
                  </a:cubicBezTo>
                  <a:cubicBezTo>
                    <a:pt x="22372" y="365"/>
                    <a:pt x="22159" y="547"/>
                    <a:pt x="21947" y="730"/>
                  </a:cubicBezTo>
                  <a:cubicBezTo>
                    <a:pt x="21470" y="1147"/>
                    <a:pt x="20993" y="1593"/>
                    <a:pt x="20574" y="2069"/>
                  </a:cubicBezTo>
                  <a:lnTo>
                    <a:pt x="20574" y="2069"/>
                  </a:lnTo>
                  <a:cubicBezTo>
                    <a:pt x="19390" y="2402"/>
                    <a:pt x="18206" y="2584"/>
                    <a:pt x="16992" y="2584"/>
                  </a:cubicBezTo>
                  <a:cubicBezTo>
                    <a:pt x="16812" y="2588"/>
                    <a:pt x="16631" y="2590"/>
                    <a:pt x="16448" y="2590"/>
                  </a:cubicBezTo>
                  <a:cubicBezTo>
                    <a:pt x="15240" y="2590"/>
                    <a:pt x="13966" y="2507"/>
                    <a:pt x="12646" y="2402"/>
                  </a:cubicBezTo>
                  <a:cubicBezTo>
                    <a:pt x="9150" y="2158"/>
                    <a:pt x="5959" y="1976"/>
                    <a:pt x="3679" y="1703"/>
                  </a:cubicBezTo>
                  <a:cubicBezTo>
                    <a:pt x="2524" y="1551"/>
                    <a:pt x="1612" y="1429"/>
                    <a:pt x="974" y="1307"/>
                  </a:cubicBezTo>
                  <a:lnTo>
                    <a:pt x="244" y="1186"/>
                  </a:lnTo>
                  <a:cubicBezTo>
                    <a:pt x="153" y="1155"/>
                    <a:pt x="62" y="1155"/>
                    <a:pt x="1" y="1155"/>
                  </a:cubicBezTo>
                  <a:cubicBezTo>
                    <a:pt x="62" y="1186"/>
                    <a:pt x="153" y="1216"/>
                    <a:pt x="244" y="1216"/>
                  </a:cubicBezTo>
                  <a:cubicBezTo>
                    <a:pt x="396" y="1277"/>
                    <a:pt x="639" y="1338"/>
                    <a:pt x="974" y="1399"/>
                  </a:cubicBezTo>
                  <a:cubicBezTo>
                    <a:pt x="1612" y="1520"/>
                    <a:pt x="2524" y="1672"/>
                    <a:pt x="3648" y="1824"/>
                  </a:cubicBezTo>
                  <a:cubicBezTo>
                    <a:pt x="5959" y="2158"/>
                    <a:pt x="9120" y="2341"/>
                    <a:pt x="12646" y="2584"/>
                  </a:cubicBezTo>
                  <a:cubicBezTo>
                    <a:pt x="13836" y="2711"/>
                    <a:pt x="15048" y="2774"/>
                    <a:pt x="16263" y="2774"/>
                  </a:cubicBezTo>
                  <a:cubicBezTo>
                    <a:pt x="16506" y="2774"/>
                    <a:pt x="16749" y="2771"/>
                    <a:pt x="16992" y="2766"/>
                  </a:cubicBezTo>
                  <a:cubicBezTo>
                    <a:pt x="18208" y="2766"/>
                    <a:pt x="19424" y="2554"/>
                    <a:pt x="20609" y="2219"/>
                  </a:cubicBezTo>
                  <a:cubicBezTo>
                    <a:pt x="21065" y="1733"/>
                    <a:pt x="21521" y="1277"/>
                    <a:pt x="22007" y="821"/>
                  </a:cubicBezTo>
                  <a:cubicBezTo>
                    <a:pt x="22190" y="669"/>
                    <a:pt x="22403" y="487"/>
                    <a:pt x="22615" y="335"/>
                  </a:cubicBezTo>
                  <a:cubicBezTo>
                    <a:pt x="22798" y="213"/>
                    <a:pt x="22980" y="122"/>
                    <a:pt x="23223" y="92"/>
                  </a:cubicBezTo>
                  <a:cubicBezTo>
                    <a:pt x="23618" y="152"/>
                    <a:pt x="23922" y="244"/>
                    <a:pt x="24135" y="274"/>
                  </a:cubicBezTo>
                  <a:cubicBezTo>
                    <a:pt x="24257" y="274"/>
                    <a:pt x="24348" y="304"/>
                    <a:pt x="24470" y="304"/>
                  </a:cubicBezTo>
                  <a:cubicBezTo>
                    <a:pt x="24378" y="274"/>
                    <a:pt x="24287" y="213"/>
                    <a:pt x="24196" y="183"/>
                  </a:cubicBezTo>
                  <a:cubicBezTo>
                    <a:pt x="23983" y="152"/>
                    <a:pt x="23679" y="61"/>
                    <a:pt x="2325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7"/>
            <p:cNvSpPr/>
            <p:nvPr/>
          </p:nvSpPr>
          <p:spPr>
            <a:xfrm>
              <a:off x="2389375" y="2966900"/>
              <a:ext cx="389075" cy="203825"/>
            </a:xfrm>
            <a:custGeom>
              <a:avLst/>
              <a:gdLst/>
              <a:ahLst/>
              <a:cxnLst/>
              <a:rect l="l" t="t" r="r" b="b"/>
              <a:pathLst>
                <a:path w="15563" h="8153" extrusionOk="0">
                  <a:moveTo>
                    <a:pt x="9940" y="183"/>
                  </a:moveTo>
                  <a:cubicBezTo>
                    <a:pt x="10244" y="183"/>
                    <a:pt x="10578" y="244"/>
                    <a:pt x="10852" y="396"/>
                  </a:cubicBezTo>
                  <a:cubicBezTo>
                    <a:pt x="11125" y="578"/>
                    <a:pt x="11399" y="760"/>
                    <a:pt x="11642" y="1004"/>
                  </a:cubicBezTo>
                  <a:cubicBezTo>
                    <a:pt x="11855" y="1247"/>
                    <a:pt x="12067" y="1551"/>
                    <a:pt x="12219" y="1855"/>
                  </a:cubicBezTo>
                  <a:cubicBezTo>
                    <a:pt x="12851" y="3088"/>
                    <a:pt x="12750" y="4566"/>
                    <a:pt x="11996" y="5750"/>
                  </a:cubicBezTo>
                  <a:lnTo>
                    <a:pt x="11996" y="5750"/>
                  </a:lnTo>
                  <a:cubicBezTo>
                    <a:pt x="11886" y="5701"/>
                    <a:pt x="11778" y="5649"/>
                    <a:pt x="11672" y="5593"/>
                  </a:cubicBezTo>
                  <a:cubicBezTo>
                    <a:pt x="11277" y="5380"/>
                    <a:pt x="10912" y="5137"/>
                    <a:pt x="10548" y="4833"/>
                  </a:cubicBezTo>
                  <a:cubicBezTo>
                    <a:pt x="10183" y="4499"/>
                    <a:pt x="9848" y="4104"/>
                    <a:pt x="9575" y="3678"/>
                  </a:cubicBezTo>
                  <a:cubicBezTo>
                    <a:pt x="9241" y="3222"/>
                    <a:pt x="9028" y="2736"/>
                    <a:pt x="8876" y="2189"/>
                  </a:cubicBezTo>
                  <a:cubicBezTo>
                    <a:pt x="8815" y="1915"/>
                    <a:pt x="8815" y="1611"/>
                    <a:pt x="8815" y="1338"/>
                  </a:cubicBezTo>
                  <a:cubicBezTo>
                    <a:pt x="8845" y="1034"/>
                    <a:pt x="8967" y="760"/>
                    <a:pt x="9149" y="517"/>
                  </a:cubicBezTo>
                  <a:cubicBezTo>
                    <a:pt x="9362" y="304"/>
                    <a:pt x="9636" y="183"/>
                    <a:pt x="9940" y="183"/>
                  </a:cubicBezTo>
                  <a:close/>
                  <a:moveTo>
                    <a:pt x="4815" y="871"/>
                  </a:moveTo>
                  <a:cubicBezTo>
                    <a:pt x="5072" y="871"/>
                    <a:pt x="5320" y="916"/>
                    <a:pt x="5532" y="1034"/>
                  </a:cubicBezTo>
                  <a:cubicBezTo>
                    <a:pt x="6079" y="1338"/>
                    <a:pt x="6505" y="1885"/>
                    <a:pt x="6627" y="2493"/>
                  </a:cubicBezTo>
                  <a:cubicBezTo>
                    <a:pt x="6778" y="3070"/>
                    <a:pt x="6778" y="3678"/>
                    <a:pt x="6627" y="4256"/>
                  </a:cubicBezTo>
                  <a:cubicBezTo>
                    <a:pt x="6505" y="4803"/>
                    <a:pt x="6292" y="5320"/>
                    <a:pt x="6019" y="5776"/>
                  </a:cubicBezTo>
                  <a:cubicBezTo>
                    <a:pt x="5803" y="6118"/>
                    <a:pt x="5551" y="6428"/>
                    <a:pt x="5268" y="6705"/>
                  </a:cubicBezTo>
                  <a:lnTo>
                    <a:pt x="5268" y="6705"/>
                  </a:lnTo>
                  <a:cubicBezTo>
                    <a:pt x="4720" y="6319"/>
                    <a:pt x="4240" y="5834"/>
                    <a:pt x="3860" y="5259"/>
                  </a:cubicBezTo>
                  <a:cubicBezTo>
                    <a:pt x="3405" y="4681"/>
                    <a:pt x="3131" y="3982"/>
                    <a:pt x="3040" y="3222"/>
                  </a:cubicBezTo>
                  <a:cubicBezTo>
                    <a:pt x="3009" y="2888"/>
                    <a:pt x="3040" y="2523"/>
                    <a:pt x="3161" y="2189"/>
                  </a:cubicBezTo>
                  <a:cubicBezTo>
                    <a:pt x="3283" y="1855"/>
                    <a:pt x="3465" y="1581"/>
                    <a:pt x="3709" y="1338"/>
                  </a:cubicBezTo>
                  <a:cubicBezTo>
                    <a:pt x="3952" y="1095"/>
                    <a:pt x="4256" y="943"/>
                    <a:pt x="4590" y="882"/>
                  </a:cubicBezTo>
                  <a:cubicBezTo>
                    <a:pt x="4665" y="875"/>
                    <a:pt x="4740" y="871"/>
                    <a:pt x="4815" y="871"/>
                  </a:cubicBezTo>
                  <a:close/>
                  <a:moveTo>
                    <a:pt x="9940" y="0"/>
                  </a:moveTo>
                  <a:cubicBezTo>
                    <a:pt x="9575" y="0"/>
                    <a:pt x="9271" y="152"/>
                    <a:pt x="9028" y="396"/>
                  </a:cubicBezTo>
                  <a:cubicBezTo>
                    <a:pt x="8815" y="669"/>
                    <a:pt x="8693" y="973"/>
                    <a:pt x="8663" y="1307"/>
                  </a:cubicBezTo>
                  <a:cubicBezTo>
                    <a:pt x="8633" y="1611"/>
                    <a:pt x="8663" y="1915"/>
                    <a:pt x="8754" y="2219"/>
                  </a:cubicBezTo>
                  <a:cubicBezTo>
                    <a:pt x="8876" y="2766"/>
                    <a:pt x="9119" y="3283"/>
                    <a:pt x="9453" y="3770"/>
                  </a:cubicBezTo>
                  <a:cubicBezTo>
                    <a:pt x="9727" y="4195"/>
                    <a:pt x="10092" y="4560"/>
                    <a:pt x="10487" y="4894"/>
                  </a:cubicBezTo>
                  <a:cubicBezTo>
                    <a:pt x="10930" y="5278"/>
                    <a:pt x="11422" y="5590"/>
                    <a:pt x="11948" y="5823"/>
                  </a:cubicBezTo>
                  <a:lnTo>
                    <a:pt x="11948" y="5823"/>
                  </a:lnTo>
                  <a:cubicBezTo>
                    <a:pt x="11918" y="5869"/>
                    <a:pt x="11887" y="5914"/>
                    <a:pt x="11855" y="5958"/>
                  </a:cubicBezTo>
                  <a:cubicBezTo>
                    <a:pt x="10946" y="7059"/>
                    <a:pt x="9588" y="7712"/>
                    <a:pt x="8166" y="7712"/>
                  </a:cubicBezTo>
                  <a:cubicBezTo>
                    <a:pt x="8018" y="7712"/>
                    <a:pt x="7869" y="7705"/>
                    <a:pt x="7721" y="7691"/>
                  </a:cubicBezTo>
                  <a:cubicBezTo>
                    <a:pt x="6887" y="7560"/>
                    <a:pt x="6088" y="7253"/>
                    <a:pt x="5391" y="6789"/>
                  </a:cubicBezTo>
                  <a:lnTo>
                    <a:pt x="5391" y="6789"/>
                  </a:lnTo>
                  <a:cubicBezTo>
                    <a:pt x="5672" y="6516"/>
                    <a:pt x="5925" y="6208"/>
                    <a:pt x="6140" y="5867"/>
                  </a:cubicBezTo>
                  <a:cubicBezTo>
                    <a:pt x="6444" y="5380"/>
                    <a:pt x="6657" y="4864"/>
                    <a:pt x="6778" y="4286"/>
                  </a:cubicBezTo>
                  <a:cubicBezTo>
                    <a:pt x="6930" y="3678"/>
                    <a:pt x="6930" y="3070"/>
                    <a:pt x="6778" y="2463"/>
                  </a:cubicBezTo>
                  <a:cubicBezTo>
                    <a:pt x="6627" y="1794"/>
                    <a:pt x="6201" y="1216"/>
                    <a:pt x="5593" y="882"/>
                  </a:cubicBezTo>
                  <a:cubicBezTo>
                    <a:pt x="5368" y="769"/>
                    <a:pt x="5109" y="707"/>
                    <a:pt x="4841" y="707"/>
                  </a:cubicBezTo>
                  <a:cubicBezTo>
                    <a:pt x="4748" y="707"/>
                    <a:pt x="4654" y="714"/>
                    <a:pt x="4560" y="730"/>
                  </a:cubicBezTo>
                  <a:cubicBezTo>
                    <a:pt x="4195" y="791"/>
                    <a:pt x="3860" y="943"/>
                    <a:pt x="3587" y="1216"/>
                  </a:cubicBezTo>
                  <a:cubicBezTo>
                    <a:pt x="3313" y="1459"/>
                    <a:pt x="3101" y="1763"/>
                    <a:pt x="2979" y="2128"/>
                  </a:cubicBezTo>
                  <a:cubicBezTo>
                    <a:pt x="2857" y="2493"/>
                    <a:pt x="2797" y="2888"/>
                    <a:pt x="2857" y="3253"/>
                  </a:cubicBezTo>
                  <a:cubicBezTo>
                    <a:pt x="2918" y="4043"/>
                    <a:pt x="3222" y="4773"/>
                    <a:pt x="3678" y="5411"/>
                  </a:cubicBezTo>
                  <a:cubicBezTo>
                    <a:pt x="4074" y="5972"/>
                    <a:pt x="4560" y="6459"/>
                    <a:pt x="5113" y="6850"/>
                  </a:cubicBezTo>
                  <a:lnTo>
                    <a:pt x="5113" y="6850"/>
                  </a:lnTo>
                  <a:cubicBezTo>
                    <a:pt x="4755" y="7172"/>
                    <a:pt x="4354" y="7444"/>
                    <a:pt x="3921" y="7660"/>
                  </a:cubicBezTo>
                  <a:cubicBezTo>
                    <a:pt x="3309" y="7911"/>
                    <a:pt x="2646" y="8059"/>
                    <a:pt x="1979" y="8059"/>
                  </a:cubicBezTo>
                  <a:cubicBezTo>
                    <a:pt x="1917" y="8059"/>
                    <a:pt x="1855" y="8058"/>
                    <a:pt x="1794" y="8055"/>
                  </a:cubicBezTo>
                  <a:cubicBezTo>
                    <a:pt x="1338" y="8055"/>
                    <a:pt x="882" y="7995"/>
                    <a:pt x="456" y="7873"/>
                  </a:cubicBezTo>
                  <a:cubicBezTo>
                    <a:pt x="154" y="7782"/>
                    <a:pt x="2" y="7722"/>
                    <a:pt x="0" y="7721"/>
                  </a:cubicBezTo>
                  <a:lnTo>
                    <a:pt x="0" y="7721"/>
                  </a:lnTo>
                  <a:cubicBezTo>
                    <a:pt x="152" y="7782"/>
                    <a:pt x="274" y="7843"/>
                    <a:pt x="456" y="7903"/>
                  </a:cubicBezTo>
                  <a:cubicBezTo>
                    <a:pt x="882" y="8055"/>
                    <a:pt x="1338" y="8146"/>
                    <a:pt x="1794" y="8146"/>
                  </a:cubicBezTo>
                  <a:cubicBezTo>
                    <a:pt x="1877" y="8151"/>
                    <a:pt x="1960" y="8153"/>
                    <a:pt x="2043" y="8153"/>
                  </a:cubicBezTo>
                  <a:cubicBezTo>
                    <a:pt x="3237" y="8153"/>
                    <a:pt x="4363" y="7708"/>
                    <a:pt x="5235" y="6934"/>
                  </a:cubicBezTo>
                  <a:lnTo>
                    <a:pt x="5235" y="6934"/>
                  </a:lnTo>
                  <a:cubicBezTo>
                    <a:pt x="5971" y="7428"/>
                    <a:pt x="6818" y="7756"/>
                    <a:pt x="7721" y="7873"/>
                  </a:cubicBezTo>
                  <a:cubicBezTo>
                    <a:pt x="7893" y="7892"/>
                    <a:pt x="8066" y="7902"/>
                    <a:pt x="8237" y="7902"/>
                  </a:cubicBezTo>
                  <a:cubicBezTo>
                    <a:pt x="9695" y="7902"/>
                    <a:pt x="11082" y="7219"/>
                    <a:pt x="12007" y="6049"/>
                  </a:cubicBezTo>
                  <a:cubicBezTo>
                    <a:pt x="12046" y="5999"/>
                    <a:pt x="12085" y="5949"/>
                    <a:pt x="12122" y="5897"/>
                  </a:cubicBezTo>
                  <a:lnTo>
                    <a:pt x="12122" y="5897"/>
                  </a:lnTo>
                  <a:cubicBezTo>
                    <a:pt x="12628" y="6103"/>
                    <a:pt x="13162" y="6236"/>
                    <a:pt x="13709" y="6292"/>
                  </a:cubicBezTo>
                  <a:cubicBezTo>
                    <a:pt x="13982" y="6323"/>
                    <a:pt x="14225" y="6353"/>
                    <a:pt x="14499" y="6353"/>
                  </a:cubicBezTo>
                  <a:lnTo>
                    <a:pt x="15077" y="6292"/>
                  </a:lnTo>
                  <a:lnTo>
                    <a:pt x="15441" y="6201"/>
                  </a:lnTo>
                  <a:cubicBezTo>
                    <a:pt x="15472" y="6201"/>
                    <a:pt x="15532" y="6201"/>
                    <a:pt x="15563" y="6171"/>
                  </a:cubicBezTo>
                  <a:lnTo>
                    <a:pt x="15563" y="6171"/>
                  </a:lnTo>
                  <a:cubicBezTo>
                    <a:pt x="15158" y="6252"/>
                    <a:pt x="14739" y="6292"/>
                    <a:pt x="14324" y="6292"/>
                  </a:cubicBezTo>
                  <a:cubicBezTo>
                    <a:pt x="14117" y="6292"/>
                    <a:pt x="13911" y="6282"/>
                    <a:pt x="13709" y="6262"/>
                  </a:cubicBezTo>
                  <a:cubicBezTo>
                    <a:pt x="13188" y="6171"/>
                    <a:pt x="12667" y="6030"/>
                    <a:pt x="12171" y="5826"/>
                  </a:cubicBezTo>
                  <a:lnTo>
                    <a:pt x="12171" y="5826"/>
                  </a:lnTo>
                  <a:cubicBezTo>
                    <a:pt x="12555" y="5260"/>
                    <a:pt x="12770" y="4591"/>
                    <a:pt x="12797" y="3921"/>
                  </a:cubicBezTo>
                  <a:cubicBezTo>
                    <a:pt x="12858" y="3162"/>
                    <a:pt x="12706" y="2432"/>
                    <a:pt x="12371" y="1763"/>
                  </a:cubicBezTo>
                  <a:cubicBezTo>
                    <a:pt x="12067" y="1125"/>
                    <a:pt x="11551" y="578"/>
                    <a:pt x="10943" y="244"/>
                  </a:cubicBezTo>
                  <a:cubicBezTo>
                    <a:pt x="10608" y="92"/>
                    <a:pt x="10274" y="0"/>
                    <a:pt x="99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7"/>
            <p:cNvSpPr/>
            <p:nvPr/>
          </p:nvSpPr>
          <p:spPr>
            <a:xfrm>
              <a:off x="2188750" y="1993425"/>
              <a:ext cx="401250" cy="464525"/>
            </a:xfrm>
            <a:custGeom>
              <a:avLst/>
              <a:gdLst/>
              <a:ahLst/>
              <a:cxnLst/>
              <a:rect l="l" t="t" r="r" b="b"/>
              <a:pathLst>
                <a:path w="16050" h="18581" extrusionOk="0">
                  <a:moveTo>
                    <a:pt x="11347" y="0"/>
                  </a:moveTo>
                  <a:cubicBezTo>
                    <a:pt x="9944" y="0"/>
                    <a:pt x="8531" y="650"/>
                    <a:pt x="7630" y="2009"/>
                  </a:cubicBezTo>
                  <a:cubicBezTo>
                    <a:pt x="7053" y="2890"/>
                    <a:pt x="6809" y="3893"/>
                    <a:pt x="6445" y="4896"/>
                  </a:cubicBezTo>
                  <a:cubicBezTo>
                    <a:pt x="6080" y="5930"/>
                    <a:pt x="5533" y="6903"/>
                    <a:pt x="4621" y="7389"/>
                  </a:cubicBezTo>
                  <a:cubicBezTo>
                    <a:pt x="3527" y="7966"/>
                    <a:pt x="2128" y="7784"/>
                    <a:pt x="1156" y="8544"/>
                  </a:cubicBezTo>
                  <a:cubicBezTo>
                    <a:pt x="62" y="9334"/>
                    <a:pt x="1" y="11158"/>
                    <a:pt x="943" y="12161"/>
                  </a:cubicBezTo>
                  <a:cubicBezTo>
                    <a:pt x="1565" y="12823"/>
                    <a:pt x="2452" y="13154"/>
                    <a:pt x="3358" y="13154"/>
                  </a:cubicBezTo>
                  <a:cubicBezTo>
                    <a:pt x="3826" y="13154"/>
                    <a:pt x="4298" y="13066"/>
                    <a:pt x="4743" y="12890"/>
                  </a:cubicBezTo>
                  <a:lnTo>
                    <a:pt x="4743" y="12890"/>
                  </a:lnTo>
                  <a:cubicBezTo>
                    <a:pt x="4439" y="13681"/>
                    <a:pt x="4256" y="14532"/>
                    <a:pt x="4226" y="15383"/>
                  </a:cubicBezTo>
                  <a:cubicBezTo>
                    <a:pt x="4195" y="16264"/>
                    <a:pt x="4591" y="17085"/>
                    <a:pt x="5320" y="17602"/>
                  </a:cubicBezTo>
                  <a:cubicBezTo>
                    <a:pt x="5686" y="17792"/>
                    <a:pt x="6095" y="17891"/>
                    <a:pt x="6505" y="17891"/>
                  </a:cubicBezTo>
                  <a:cubicBezTo>
                    <a:pt x="6946" y="17891"/>
                    <a:pt x="7389" y="17777"/>
                    <a:pt x="7782" y="17541"/>
                  </a:cubicBezTo>
                  <a:cubicBezTo>
                    <a:pt x="8542" y="17115"/>
                    <a:pt x="9180" y="16508"/>
                    <a:pt x="9667" y="15778"/>
                  </a:cubicBezTo>
                  <a:cubicBezTo>
                    <a:pt x="9788" y="16386"/>
                    <a:pt x="10001" y="16963"/>
                    <a:pt x="10305" y="17511"/>
                  </a:cubicBezTo>
                  <a:cubicBezTo>
                    <a:pt x="10609" y="18058"/>
                    <a:pt x="11126" y="18453"/>
                    <a:pt x="11734" y="18574"/>
                  </a:cubicBezTo>
                  <a:cubicBezTo>
                    <a:pt x="11789" y="18579"/>
                    <a:pt x="11843" y="18581"/>
                    <a:pt x="11898" y="18581"/>
                  </a:cubicBezTo>
                  <a:cubicBezTo>
                    <a:pt x="12601" y="18581"/>
                    <a:pt x="13282" y="18224"/>
                    <a:pt x="13648" y="17632"/>
                  </a:cubicBezTo>
                  <a:cubicBezTo>
                    <a:pt x="14044" y="16994"/>
                    <a:pt x="14287" y="16264"/>
                    <a:pt x="14348" y="15504"/>
                  </a:cubicBezTo>
                  <a:cubicBezTo>
                    <a:pt x="14560" y="13650"/>
                    <a:pt x="14439" y="11766"/>
                    <a:pt x="13983" y="9942"/>
                  </a:cubicBezTo>
                  <a:cubicBezTo>
                    <a:pt x="13709" y="8787"/>
                    <a:pt x="13314" y="7602"/>
                    <a:pt x="13527" y="6416"/>
                  </a:cubicBezTo>
                  <a:cubicBezTo>
                    <a:pt x="13738" y="5412"/>
                    <a:pt x="14638" y="4431"/>
                    <a:pt x="15609" y="4431"/>
                  </a:cubicBezTo>
                  <a:cubicBezTo>
                    <a:pt x="15755" y="4431"/>
                    <a:pt x="15903" y="4454"/>
                    <a:pt x="16050" y="4501"/>
                  </a:cubicBezTo>
                  <a:lnTo>
                    <a:pt x="15563" y="2982"/>
                  </a:lnTo>
                  <a:cubicBezTo>
                    <a:pt x="14869" y="1033"/>
                    <a:pt x="13116" y="0"/>
                    <a:pt x="11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7"/>
            <p:cNvSpPr/>
            <p:nvPr/>
          </p:nvSpPr>
          <p:spPr>
            <a:xfrm>
              <a:off x="2203200" y="2037200"/>
              <a:ext cx="377675" cy="240600"/>
            </a:xfrm>
            <a:custGeom>
              <a:avLst/>
              <a:gdLst/>
              <a:ahLst/>
              <a:cxnLst/>
              <a:rect l="l" t="t" r="r" b="b"/>
              <a:pathLst>
                <a:path w="15107" h="9624" extrusionOk="0">
                  <a:moveTo>
                    <a:pt x="11640" y="1"/>
                  </a:moveTo>
                  <a:cubicBezTo>
                    <a:pt x="10847" y="1"/>
                    <a:pt x="10053" y="245"/>
                    <a:pt x="9393" y="714"/>
                  </a:cubicBezTo>
                  <a:cubicBezTo>
                    <a:pt x="8845" y="1109"/>
                    <a:pt x="8390" y="1656"/>
                    <a:pt x="8146" y="2294"/>
                  </a:cubicBezTo>
                  <a:cubicBezTo>
                    <a:pt x="7873" y="2933"/>
                    <a:pt x="7690" y="3632"/>
                    <a:pt x="7569" y="4331"/>
                  </a:cubicBezTo>
                  <a:cubicBezTo>
                    <a:pt x="7447" y="5000"/>
                    <a:pt x="7234" y="5668"/>
                    <a:pt x="6931" y="6276"/>
                  </a:cubicBezTo>
                  <a:cubicBezTo>
                    <a:pt x="6140" y="7826"/>
                    <a:pt x="4681" y="8951"/>
                    <a:pt x="2979" y="9316"/>
                  </a:cubicBezTo>
                  <a:cubicBezTo>
                    <a:pt x="2572" y="9404"/>
                    <a:pt x="2144" y="9452"/>
                    <a:pt x="1713" y="9452"/>
                  </a:cubicBezTo>
                  <a:cubicBezTo>
                    <a:pt x="1405" y="9452"/>
                    <a:pt x="1095" y="9427"/>
                    <a:pt x="791" y="9377"/>
                  </a:cubicBezTo>
                  <a:cubicBezTo>
                    <a:pt x="343" y="9298"/>
                    <a:pt x="78" y="9219"/>
                    <a:pt x="15" y="9219"/>
                  </a:cubicBezTo>
                  <a:cubicBezTo>
                    <a:pt x="5" y="9219"/>
                    <a:pt x="0" y="9220"/>
                    <a:pt x="0" y="9225"/>
                  </a:cubicBezTo>
                  <a:cubicBezTo>
                    <a:pt x="61" y="9255"/>
                    <a:pt x="122" y="9285"/>
                    <a:pt x="183" y="9316"/>
                  </a:cubicBezTo>
                  <a:cubicBezTo>
                    <a:pt x="365" y="9377"/>
                    <a:pt x="578" y="9437"/>
                    <a:pt x="791" y="9498"/>
                  </a:cubicBezTo>
                  <a:cubicBezTo>
                    <a:pt x="1186" y="9582"/>
                    <a:pt x="1587" y="9624"/>
                    <a:pt x="1987" y="9624"/>
                  </a:cubicBezTo>
                  <a:cubicBezTo>
                    <a:pt x="3460" y="9624"/>
                    <a:pt x="4912" y="9061"/>
                    <a:pt x="5988" y="8009"/>
                  </a:cubicBezTo>
                  <a:cubicBezTo>
                    <a:pt x="6475" y="7553"/>
                    <a:pt x="6900" y="7006"/>
                    <a:pt x="7204" y="6398"/>
                  </a:cubicBezTo>
                  <a:cubicBezTo>
                    <a:pt x="7508" y="5759"/>
                    <a:pt x="7721" y="5091"/>
                    <a:pt x="7873" y="4392"/>
                  </a:cubicBezTo>
                  <a:cubicBezTo>
                    <a:pt x="7994" y="3693"/>
                    <a:pt x="8177" y="3024"/>
                    <a:pt x="8420" y="2386"/>
                  </a:cubicBezTo>
                  <a:cubicBezTo>
                    <a:pt x="8663" y="1808"/>
                    <a:pt x="9058" y="1291"/>
                    <a:pt x="9545" y="927"/>
                  </a:cubicBezTo>
                  <a:cubicBezTo>
                    <a:pt x="10174" y="471"/>
                    <a:pt x="10926" y="232"/>
                    <a:pt x="11682" y="232"/>
                  </a:cubicBezTo>
                  <a:cubicBezTo>
                    <a:pt x="11985" y="232"/>
                    <a:pt x="12288" y="271"/>
                    <a:pt x="12584" y="349"/>
                  </a:cubicBezTo>
                  <a:cubicBezTo>
                    <a:pt x="13314" y="531"/>
                    <a:pt x="13952" y="866"/>
                    <a:pt x="14499" y="1382"/>
                  </a:cubicBezTo>
                  <a:cubicBezTo>
                    <a:pt x="14843" y="1698"/>
                    <a:pt x="15025" y="1932"/>
                    <a:pt x="15070" y="1932"/>
                  </a:cubicBezTo>
                  <a:cubicBezTo>
                    <a:pt x="15073" y="1932"/>
                    <a:pt x="15075" y="1931"/>
                    <a:pt x="15077" y="1930"/>
                  </a:cubicBezTo>
                  <a:cubicBezTo>
                    <a:pt x="15107" y="1930"/>
                    <a:pt x="15046" y="1869"/>
                    <a:pt x="14955" y="1747"/>
                  </a:cubicBezTo>
                  <a:cubicBezTo>
                    <a:pt x="14864" y="1595"/>
                    <a:pt x="14742" y="1413"/>
                    <a:pt x="14590" y="1291"/>
                  </a:cubicBezTo>
                  <a:cubicBezTo>
                    <a:pt x="14043" y="744"/>
                    <a:pt x="13405" y="349"/>
                    <a:pt x="12645" y="136"/>
                  </a:cubicBezTo>
                  <a:cubicBezTo>
                    <a:pt x="12317" y="45"/>
                    <a:pt x="11979" y="1"/>
                    <a:pt x="116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7"/>
            <p:cNvSpPr/>
            <p:nvPr/>
          </p:nvSpPr>
          <p:spPr>
            <a:xfrm>
              <a:off x="2441050" y="2091500"/>
              <a:ext cx="139075" cy="351850"/>
            </a:xfrm>
            <a:custGeom>
              <a:avLst/>
              <a:gdLst/>
              <a:ahLst/>
              <a:cxnLst/>
              <a:rect l="l" t="t" r="r" b="b"/>
              <a:pathLst>
                <a:path w="5563" h="14074" extrusionOk="0">
                  <a:moveTo>
                    <a:pt x="4863" y="1"/>
                  </a:moveTo>
                  <a:cubicBezTo>
                    <a:pt x="4225" y="31"/>
                    <a:pt x="3587" y="153"/>
                    <a:pt x="3009" y="426"/>
                  </a:cubicBezTo>
                  <a:cubicBezTo>
                    <a:pt x="2097" y="821"/>
                    <a:pt x="1368" y="1490"/>
                    <a:pt x="851" y="2311"/>
                  </a:cubicBezTo>
                  <a:cubicBezTo>
                    <a:pt x="243" y="3344"/>
                    <a:pt x="0" y="4530"/>
                    <a:pt x="183" y="5715"/>
                  </a:cubicBezTo>
                  <a:cubicBezTo>
                    <a:pt x="334" y="6961"/>
                    <a:pt x="821" y="8056"/>
                    <a:pt x="1094" y="9059"/>
                  </a:cubicBezTo>
                  <a:cubicBezTo>
                    <a:pt x="1398" y="9940"/>
                    <a:pt x="1550" y="10852"/>
                    <a:pt x="1490" y="11794"/>
                  </a:cubicBezTo>
                  <a:cubicBezTo>
                    <a:pt x="1459" y="12402"/>
                    <a:pt x="1277" y="13010"/>
                    <a:pt x="942" y="13527"/>
                  </a:cubicBezTo>
                  <a:cubicBezTo>
                    <a:pt x="669" y="13892"/>
                    <a:pt x="486" y="14044"/>
                    <a:pt x="486" y="14074"/>
                  </a:cubicBezTo>
                  <a:cubicBezTo>
                    <a:pt x="486" y="14074"/>
                    <a:pt x="547" y="14044"/>
                    <a:pt x="638" y="13983"/>
                  </a:cubicBezTo>
                  <a:cubicBezTo>
                    <a:pt x="790" y="13861"/>
                    <a:pt x="912" y="13740"/>
                    <a:pt x="1034" y="13588"/>
                  </a:cubicBezTo>
                  <a:cubicBezTo>
                    <a:pt x="1429" y="13071"/>
                    <a:pt x="1642" y="12433"/>
                    <a:pt x="1702" y="11794"/>
                  </a:cubicBezTo>
                  <a:cubicBezTo>
                    <a:pt x="1793" y="10852"/>
                    <a:pt x="1672" y="9879"/>
                    <a:pt x="1398" y="8967"/>
                  </a:cubicBezTo>
                  <a:cubicBezTo>
                    <a:pt x="1094" y="7934"/>
                    <a:pt x="638" y="6870"/>
                    <a:pt x="486" y="5685"/>
                  </a:cubicBezTo>
                  <a:cubicBezTo>
                    <a:pt x="304" y="4560"/>
                    <a:pt x="517" y="3435"/>
                    <a:pt x="1094" y="2463"/>
                  </a:cubicBezTo>
                  <a:cubicBezTo>
                    <a:pt x="1581" y="1673"/>
                    <a:pt x="2249" y="1034"/>
                    <a:pt x="3101" y="639"/>
                  </a:cubicBezTo>
                  <a:cubicBezTo>
                    <a:pt x="3648" y="366"/>
                    <a:pt x="4256" y="183"/>
                    <a:pt x="4863" y="122"/>
                  </a:cubicBezTo>
                  <a:cubicBezTo>
                    <a:pt x="5107" y="122"/>
                    <a:pt x="5319" y="122"/>
                    <a:pt x="5563" y="92"/>
                  </a:cubicBezTo>
                  <a:cubicBezTo>
                    <a:pt x="5350" y="1"/>
                    <a:pt x="5107" y="1"/>
                    <a:pt x="48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7"/>
            <p:cNvSpPr/>
            <p:nvPr/>
          </p:nvSpPr>
          <p:spPr>
            <a:xfrm>
              <a:off x="2545150" y="1919900"/>
              <a:ext cx="617050" cy="600525"/>
            </a:xfrm>
            <a:custGeom>
              <a:avLst/>
              <a:gdLst/>
              <a:ahLst/>
              <a:cxnLst/>
              <a:rect l="l" t="t" r="r" b="b"/>
              <a:pathLst>
                <a:path w="24682" h="24021" extrusionOk="0">
                  <a:moveTo>
                    <a:pt x="11648" y="0"/>
                  </a:moveTo>
                  <a:cubicBezTo>
                    <a:pt x="10188" y="0"/>
                    <a:pt x="8732" y="165"/>
                    <a:pt x="7295" y="512"/>
                  </a:cubicBezTo>
                  <a:cubicBezTo>
                    <a:pt x="5532" y="907"/>
                    <a:pt x="3921" y="1819"/>
                    <a:pt x="2675" y="3126"/>
                  </a:cubicBezTo>
                  <a:cubicBezTo>
                    <a:pt x="487" y="5436"/>
                    <a:pt x="0" y="8901"/>
                    <a:pt x="183" y="12093"/>
                  </a:cubicBezTo>
                  <a:cubicBezTo>
                    <a:pt x="426" y="15831"/>
                    <a:pt x="1520" y="19509"/>
                    <a:pt x="3374" y="22792"/>
                  </a:cubicBezTo>
                  <a:cubicBezTo>
                    <a:pt x="3587" y="23248"/>
                    <a:pt x="3891" y="23613"/>
                    <a:pt x="4286" y="23886"/>
                  </a:cubicBezTo>
                  <a:cubicBezTo>
                    <a:pt x="4444" y="23976"/>
                    <a:pt x="4622" y="24020"/>
                    <a:pt x="4799" y="24020"/>
                  </a:cubicBezTo>
                  <a:cubicBezTo>
                    <a:pt x="5101" y="24020"/>
                    <a:pt x="5402" y="23892"/>
                    <a:pt x="5593" y="23643"/>
                  </a:cubicBezTo>
                  <a:lnTo>
                    <a:pt x="21703" y="13734"/>
                  </a:lnTo>
                  <a:cubicBezTo>
                    <a:pt x="24682" y="6865"/>
                    <a:pt x="20609" y="2670"/>
                    <a:pt x="17934" y="1150"/>
                  </a:cubicBezTo>
                  <a:cubicBezTo>
                    <a:pt x="16353" y="239"/>
                    <a:pt x="14469" y="56"/>
                    <a:pt x="12645" y="26"/>
                  </a:cubicBezTo>
                  <a:cubicBezTo>
                    <a:pt x="12313" y="9"/>
                    <a:pt x="11980" y="0"/>
                    <a:pt x="1164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7"/>
            <p:cNvSpPr/>
            <p:nvPr/>
          </p:nvSpPr>
          <p:spPr>
            <a:xfrm>
              <a:off x="2641650" y="2036650"/>
              <a:ext cx="454450" cy="804125"/>
            </a:xfrm>
            <a:custGeom>
              <a:avLst/>
              <a:gdLst/>
              <a:ahLst/>
              <a:cxnLst/>
              <a:rect l="l" t="t" r="r" b="b"/>
              <a:pathLst>
                <a:path w="18178" h="32165" extrusionOk="0">
                  <a:moveTo>
                    <a:pt x="11989" y="1"/>
                  </a:moveTo>
                  <a:cubicBezTo>
                    <a:pt x="11774" y="1"/>
                    <a:pt x="11557" y="13"/>
                    <a:pt x="11338" y="37"/>
                  </a:cubicBezTo>
                  <a:lnTo>
                    <a:pt x="1764" y="1040"/>
                  </a:lnTo>
                  <a:cubicBezTo>
                    <a:pt x="761" y="1161"/>
                    <a:pt x="1" y="2012"/>
                    <a:pt x="31" y="3015"/>
                  </a:cubicBezTo>
                  <a:lnTo>
                    <a:pt x="1308" y="26754"/>
                  </a:lnTo>
                  <a:cubicBezTo>
                    <a:pt x="1460" y="29764"/>
                    <a:pt x="3952" y="32165"/>
                    <a:pt x="6992" y="32165"/>
                  </a:cubicBezTo>
                  <a:cubicBezTo>
                    <a:pt x="10244" y="32165"/>
                    <a:pt x="12828" y="29490"/>
                    <a:pt x="12736" y="26268"/>
                  </a:cubicBezTo>
                  <a:lnTo>
                    <a:pt x="12615" y="22651"/>
                  </a:lnTo>
                  <a:cubicBezTo>
                    <a:pt x="12615" y="22651"/>
                    <a:pt x="16870" y="21952"/>
                    <a:pt x="17752" y="16420"/>
                  </a:cubicBezTo>
                  <a:cubicBezTo>
                    <a:pt x="18177" y="13654"/>
                    <a:pt x="18056" y="9155"/>
                    <a:pt x="17812" y="5477"/>
                  </a:cubicBezTo>
                  <a:cubicBezTo>
                    <a:pt x="17614" y="2355"/>
                    <a:pt x="15029" y="1"/>
                    <a:pt x="1198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7"/>
            <p:cNvSpPr/>
            <p:nvPr/>
          </p:nvSpPr>
          <p:spPr>
            <a:xfrm>
              <a:off x="3027675" y="2235700"/>
              <a:ext cx="34975" cy="33700"/>
            </a:xfrm>
            <a:custGeom>
              <a:avLst/>
              <a:gdLst/>
              <a:ahLst/>
              <a:cxnLst/>
              <a:rect l="l" t="t" r="r" b="b"/>
              <a:pathLst>
                <a:path w="1399" h="1348" extrusionOk="0">
                  <a:moveTo>
                    <a:pt x="770" y="0"/>
                  </a:moveTo>
                  <a:cubicBezTo>
                    <a:pt x="737" y="0"/>
                    <a:pt x="703" y="3"/>
                    <a:pt x="669" y="8"/>
                  </a:cubicBezTo>
                  <a:cubicBezTo>
                    <a:pt x="305" y="8"/>
                    <a:pt x="1" y="312"/>
                    <a:pt x="1" y="707"/>
                  </a:cubicBezTo>
                  <a:cubicBezTo>
                    <a:pt x="1" y="1082"/>
                    <a:pt x="302" y="1348"/>
                    <a:pt x="670" y="1348"/>
                  </a:cubicBezTo>
                  <a:cubicBezTo>
                    <a:pt x="690" y="1348"/>
                    <a:pt x="710" y="1347"/>
                    <a:pt x="730" y="1345"/>
                  </a:cubicBezTo>
                  <a:cubicBezTo>
                    <a:pt x="1125" y="1345"/>
                    <a:pt x="1399" y="1011"/>
                    <a:pt x="1399" y="646"/>
                  </a:cubicBezTo>
                  <a:cubicBezTo>
                    <a:pt x="1399" y="285"/>
                    <a:pt x="1120" y="0"/>
                    <a:pt x="7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7"/>
            <p:cNvSpPr/>
            <p:nvPr/>
          </p:nvSpPr>
          <p:spPr>
            <a:xfrm>
              <a:off x="2990450" y="2213100"/>
              <a:ext cx="72975" cy="18600"/>
            </a:xfrm>
            <a:custGeom>
              <a:avLst/>
              <a:gdLst/>
              <a:ahLst/>
              <a:cxnLst/>
              <a:rect l="l" t="t" r="r" b="b"/>
              <a:pathLst>
                <a:path w="2919" h="744" extrusionOk="0">
                  <a:moveTo>
                    <a:pt x="1520" y="0"/>
                  </a:moveTo>
                  <a:cubicBezTo>
                    <a:pt x="1125" y="0"/>
                    <a:pt x="699" y="122"/>
                    <a:pt x="365" y="334"/>
                  </a:cubicBezTo>
                  <a:cubicBezTo>
                    <a:pt x="122" y="517"/>
                    <a:pt x="0" y="638"/>
                    <a:pt x="91" y="730"/>
                  </a:cubicBezTo>
                  <a:cubicBezTo>
                    <a:pt x="98" y="739"/>
                    <a:pt x="110" y="743"/>
                    <a:pt x="127" y="743"/>
                  </a:cubicBezTo>
                  <a:cubicBezTo>
                    <a:pt x="274" y="743"/>
                    <a:pt x="808" y="426"/>
                    <a:pt x="1490" y="426"/>
                  </a:cubicBezTo>
                  <a:cubicBezTo>
                    <a:pt x="2171" y="426"/>
                    <a:pt x="2681" y="743"/>
                    <a:pt x="2845" y="743"/>
                  </a:cubicBezTo>
                  <a:cubicBezTo>
                    <a:pt x="2864" y="743"/>
                    <a:pt x="2878" y="739"/>
                    <a:pt x="2888" y="730"/>
                  </a:cubicBezTo>
                  <a:cubicBezTo>
                    <a:pt x="2918" y="699"/>
                    <a:pt x="2857" y="547"/>
                    <a:pt x="2614" y="365"/>
                  </a:cubicBezTo>
                  <a:cubicBezTo>
                    <a:pt x="2310" y="122"/>
                    <a:pt x="1915" y="0"/>
                    <a:pt x="15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7"/>
            <p:cNvSpPr/>
            <p:nvPr/>
          </p:nvSpPr>
          <p:spPr>
            <a:xfrm>
              <a:off x="2836175" y="2240400"/>
              <a:ext cx="35750" cy="34325"/>
            </a:xfrm>
            <a:custGeom>
              <a:avLst/>
              <a:gdLst/>
              <a:ahLst/>
              <a:cxnLst/>
              <a:rect l="l" t="t" r="r" b="b"/>
              <a:pathLst>
                <a:path w="1430" h="1373" extrusionOk="0">
                  <a:moveTo>
                    <a:pt x="750" y="0"/>
                  </a:moveTo>
                  <a:cubicBezTo>
                    <a:pt x="734" y="0"/>
                    <a:pt x="717" y="1"/>
                    <a:pt x="700" y="2"/>
                  </a:cubicBezTo>
                  <a:cubicBezTo>
                    <a:pt x="305" y="2"/>
                    <a:pt x="1" y="337"/>
                    <a:pt x="1" y="732"/>
                  </a:cubicBezTo>
                  <a:cubicBezTo>
                    <a:pt x="30" y="1080"/>
                    <a:pt x="335" y="1372"/>
                    <a:pt x="680" y="1372"/>
                  </a:cubicBezTo>
                  <a:cubicBezTo>
                    <a:pt x="697" y="1372"/>
                    <a:pt x="714" y="1372"/>
                    <a:pt x="730" y="1370"/>
                  </a:cubicBezTo>
                  <a:cubicBezTo>
                    <a:pt x="1126" y="1340"/>
                    <a:pt x="1430" y="1036"/>
                    <a:pt x="1430" y="641"/>
                  </a:cubicBezTo>
                  <a:cubicBezTo>
                    <a:pt x="1401" y="293"/>
                    <a:pt x="1095" y="0"/>
                    <a:pt x="7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7"/>
            <p:cNvSpPr/>
            <p:nvPr/>
          </p:nvSpPr>
          <p:spPr>
            <a:xfrm>
              <a:off x="2802750" y="2216900"/>
              <a:ext cx="72975" cy="18600"/>
            </a:xfrm>
            <a:custGeom>
              <a:avLst/>
              <a:gdLst/>
              <a:ahLst/>
              <a:cxnLst/>
              <a:rect l="l" t="t" r="r" b="b"/>
              <a:pathLst>
                <a:path w="2919" h="744" extrusionOk="0">
                  <a:moveTo>
                    <a:pt x="1520" y="0"/>
                  </a:moveTo>
                  <a:cubicBezTo>
                    <a:pt x="1125" y="0"/>
                    <a:pt x="730" y="122"/>
                    <a:pt x="396" y="334"/>
                  </a:cubicBezTo>
                  <a:cubicBezTo>
                    <a:pt x="152" y="517"/>
                    <a:pt x="1" y="638"/>
                    <a:pt x="92" y="730"/>
                  </a:cubicBezTo>
                  <a:cubicBezTo>
                    <a:pt x="99" y="734"/>
                    <a:pt x="108" y="736"/>
                    <a:pt x="121" y="736"/>
                  </a:cubicBezTo>
                  <a:cubicBezTo>
                    <a:pt x="268" y="736"/>
                    <a:pt x="788" y="426"/>
                    <a:pt x="1490" y="426"/>
                  </a:cubicBezTo>
                  <a:cubicBezTo>
                    <a:pt x="2171" y="426"/>
                    <a:pt x="2681" y="743"/>
                    <a:pt x="2845" y="743"/>
                  </a:cubicBezTo>
                  <a:cubicBezTo>
                    <a:pt x="2864" y="743"/>
                    <a:pt x="2879" y="739"/>
                    <a:pt x="2888" y="730"/>
                  </a:cubicBezTo>
                  <a:cubicBezTo>
                    <a:pt x="2918" y="699"/>
                    <a:pt x="2858" y="517"/>
                    <a:pt x="2645" y="365"/>
                  </a:cubicBezTo>
                  <a:cubicBezTo>
                    <a:pt x="2311" y="122"/>
                    <a:pt x="1915" y="0"/>
                    <a:pt x="15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7"/>
            <p:cNvSpPr/>
            <p:nvPr/>
          </p:nvSpPr>
          <p:spPr>
            <a:xfrm>
              <a:off x="2933450" y="2217650"/>
              <a:ext cx="60050" cy="159975"/>
            </a:xfrm>
            <a:custGeom>
              <a:avLst/>
              <a:gdLst/>
              <a:ahLst/>
              <a:cxnLst/>
              <a:rect l="l" t="t" r="r" b="b"/>
              <a:pathLst>
                <a:path w="2402" h="6399" extrusionOk="0">
                  <a:moveTo>
                    <a:pt x="94" y="0"/>
                  </a:moveTo>
                  <a:cubicBezTo>
                    <a:pt x="93" y="0"/>
                    <a:pt x="93" y="0"/>
                    <a:pt x="92" y="0"/>
                  </a:cubicBezTo>
                  <a:cubicBezTo>
                    <a:pt x="1" y="31"/>
                    <a:pt x="578" y="1763"/>
                    <a:pt x="1368" y="3891"/>
                  </a:cubicBezTo>
                  <a:lnTo>
                    <a:pt x="1946" y="5380"/>
                  </a:lnTo>
                  <a:cubicBezTo>
                    <a:pt x="2037" y="5532"/>
                    <a:pt x="2098" y="5745"/>
                    <a:pt x="2067" y="5958"/>
                  </a:cubicBezTo>
                  <a:cubicBezTo>
                    <a:pt x="2037" y="6080"/>
                    <a:pt x="1855" y="6110"/>
                    <a:pt x="1672" y="6140"/>
                  </a:cubicBezTo>
                  <a:cubicBezTo>
                    <a:pt x="1247" y="6140"/>
                    <a:pt x="821" y="6232"/>
                    <a:pt x="426" y="6353"/>
                  </a:cubicBezTo>
                  <a:cubicBezTo>
                    <a:pt x="639" y="6384"/>
                    <a:pt x="852" y="6399"/>
                    <a:pt x="1061" y="6399"/>
                  </a:cubicBezTo>
                  <a:cubicBezTo>
                    <a:pt x="1270" y="6399"/>
                    <a:pt x="1475" y="6384"/>
                    <a:pt x="1672" y="6353"/>
                  </a:cubicBezTo>
                  <a:cubicBezTo>
                    <a:pt x="1794" y="6353"/>
                    <a:pt x="1915" y="6323"/>
                    <a:pt x="2007" y="6292"/>
                  </a:cubicBezTo>
                  <a:cubicBezTo>
                    <a:pt x="2159" y="6262"/>
                    <a:pt x="2280" y="6171"/>
                    <a:pt x="2341" y="6019"/>
                  </a:cubicBezTo>
                  <a:cubicBezTo>
                    <a:pt x="2402" y="5776"/>
                    <a:pt x="2341" y="5502"/>
                    <a:pt x="2250" y="5259"/>
                  </a:cubicBezTo>
                  <a:cubicBezTo>
                    <a:pt x="2067" y="4773"/>
                    <a:pt x="1885" y="4286"/>
                    <a:pt x="1672" y="3769"/>
                  </a:cubicBezTo>
                  <a:cubicBezTo>
                    <a:pt x="889" y="1691"/>
                    <a:pt x="195" y="0"/>
                    <a:pt x="9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7"/>
            <p:cNvSpPr/>
            <p:nvPr/>
          </p:nvSpPr>
          <p:spPr>
            <a:xfrm>
              <a:off x="2772350" y="2552750"/>
              <a:ext cx="184675" cy="83300"/>
            </a:xfrm>
            <a:custGeom>
              <a:avLst/>
              <a:gdLst/>
              <a:ahLst/>
              <a:cxnLst/>
              <a:rect l="l" t="t" r="r" b="b"/>
              <a:pathLst>
                <a:path w="7387" h="3332" extrusionOk="0">
                  <a:moveTo>
                    <a:pt x="1" y="1"/>
                  </a:moveTo>
                  <a:cubicBezTo>
                    <a:pt x="1" y="1"/>
                    <a:pt x="1573" y="3332"/>
                    <a:pt x="6314" y="3332"/>
                  </a:cubicBezTo>
                  <a:cubicBezTo>
                    <a:pt x="6637" y="3332"/>
                    <a:pt x="6974" y="3317"/>
                    <a:pt x="7326" y="3284"/>
                  </a:cubicBezTo>
                  <a:lnTo>
                    <a:pt x="7387" y="1977"/>
                  </a:lnTo>
                  <a:lnTo>
                    <a:pt x="7387" y="1977"/>
                  </a:lnTo>
                  <a:cubicBezTo>
                    <a:pt x="7331" y="1977"/>
                    <a:pt x="7274" y="1978"/>
                    <a:pt x="7218" y="1978"/>
                  </a:cubicBezTo>
                  <a:cubicBezTo>
                    <a:pt x="4691" y="1978"/>
                    <a:pt x="2171" y="1309"/>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7"/>
            <p:cNvSpPr/>
            <p:nvPr/>
          </p:nvSpPr>
          <p:spPr>
            <a:xfrm>
              <a:off x="2877225" y="2409625"/>
              <a:ext cx="60800" cy="42225"/>
            </a:xfrm>
            <a:custGeom>
              <a:avLst/>
              <a:gdLst/>
              <a:ahLst/>
              <a:cxnLst/>
              <a:rect l="l" t="t" r="r" b="b"/>
              <a:pathLst>
                <a:path w="2432" h="1689" extrusionOk="0">
                  <a:moveTo>
                    <a:pt x="1277" y="0"/>
                  </a:moveTo>
                  <a:cubicBezTo>
                    <a:pt x="1217" y="0"/>
                    <a:pt x="1156" y="4"/>
                    <a:pt x="1095" y="12"/>
                  </a:cubicBezTo>
                  <a:cubicBezTo>
                    <a:pt x="760" y="42"/>
                    <a:pt x="456" y="194"/>
                    <a:pt x="243" y="467"/>
                  </a:cubicBezTo>
                  <a:cubicBezTo>
                    <a:pt x="31" y="741"/>
                    <a:pt x="0" y="1106"/>
                    <a:pt x="183" y="1379"/>
                  </a:cubicBezTo>
                  <a:cubicBezTo>
                    <a:pt x="353" y="1572"/>
                    <a:pt x="599" y="1689"/>
                    <a:pt x="857" y="1689"/>
                  </a:cubicBezTo>
                  <a:cubicBezTo>
                    <a:pt x="966" y="1689"/>
                    <a:pt x="1077" y="1668"/>
                    <a:pt x="1186" y="1622"/>
                  </a:cubicBezTo>
                  <a:cubicBezTo>
                    <a:pt x="1550" y="1501"/>
                    <a:pt x="1885" y="1319"/>
                    <a:pt x="2158" y="1045"/>
                  </a:cubicBezTo>
                  <a:cubicBezTo>
                    <a:pt x="2250" y="984"/>
                    <a:pt x="2310" y="923"/>
                    <a:pt x="2371" y="832"/>
                  </a:cubicBezTo>
                  <a:cubicBezTo>
                    <a:pt x="2432" y="741"/>
                    <a:pt x="2432" y="619"/>
                    <a:pt x="2371" y="528"/>
                  </a:cubicBezTo>
                  <a:lnTo>
                    <a:pt x="2341" y="528"/>
                  </a:lnTo>
                  <a:cubicBezTo>
                    <a:pt x="2075" y="183"/>
                    <a:pt x="1693" y="0"/>
                    <a:pt x="127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7"/>
            <p:cNvSpPr/>
            <p:nvPr/>
          </p:nvSpPr>
          <p:spPr>
            <a:xfrm>
              <a:off x="2884050" y="2389375"/>
              <a:ext cx="64625" cy="54750"/>
            </a:xfrm>
            <a:custGeom>
              <a:avLst/>
              <a:gdLst/>
              <a:ahLst/>
              <a:cxnLst/>
              <a:rect l="l" t="t" r="r" b="b"/>
              <a:pathLst>
                <a:path w="2585" h="2190" extrusionOk="0">
                  <a:moveTo>
                    <a:pt x="183" y="1"/>
                  </a:moveTo>
                  <a:cubicBezTo>
                    <a:pt x="92" y="1"/>
                    <a:pt x="1" y="214"/>
                    <a:pt x="62" y="548"/>
                  </a:cubicBezTo>
                  <a:cubicBezTo>
                    <a:pt x="92" y="1004"/>
                    <a:pt x="335" y="1429"/>
                    <a:pt x="700" y="1733"/>
                  </a:cubicBezTo>
                  <a:cubicBezTo>
                    <a:pt x="1065" y="2037"/>
                    <a:pt x="1551" y="2189"/>
                    <a:pt x="2037" y="2189"/>
                  </a:cubicBezTo>
                  <a:cubicBezTo>
                    <a:pt x="2402" y="2189"/>
                    <a:pt x="2584" y="2068"/>
                    <a:pt x="2584" y="2037"/>
                  </a:cubicBezTo>
                  <a:cubicBezTo>
                    <a:pt x="2584" y="1916"/>
                    <a:pt x="1703" y="1977"/>
                    <a:pt x="1004" y="1399"/>
                  </a:cubicBezTo>
                  <a:cubicBezTo>
                    <a:pt x="305" y="822"/>
                    <a:pt x="305" y="1"/>
                    <a:pt x="18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7"/>
            <p:cNvSpPr/>
            <p:nvPr/>
          </p:nvSpPr>
          <p:spPr>
            <a:xfrm>
              <a:off x="2795150" y="2187425"/>
              <a:ext cx="88925" cy="25800"/>
            </a:xfrm>
            <a:custGeom>
              <a:avLst/>
              <a:gdLst/>
              <a:ahLst/>
              <a:cxnLst/>
              <a:rect l="l" t="t" r="r" b="b"/>
              <a:pathLst>
                <a:path w="3557" h="1032" extrusionOk="0">
                  <a:moveTo>
                    <a:pt x="2086" y="1"/>
                  </a:moveTo>
                  <a:cubicBezTo>
                    <a:pt x="1969" y="1"/>
                    <a:pt x="1851" y="8"/>
                    <a:pt x="1733" y="24"/>
                  </a:cubicBezTo>
                  <a:cubicBezTo>
                    <a:pt x="1277" y="54"/>
                    <a:pt x="821" y="206"/>
                    <a:pt x="456" y="480"/>
                  </a:cubicBezTo>
                  <a:cubicBezTo>
                    <a:pt x="153" y="662"/>
                    <a:pt x="1" y="875"/>
                    <a:pt x="61" y="966"/>
                  </a:cubicBezTo>
                  <a:cubicBezTo>
                    <a:pt x="93" y="1013"/>
                    <a:pt x="164" y="1032"/>
                    <a:pt x="267" y="1032"/>
                  </a:cubicBezTo>
                  <a:cubicBezTo>
                    <a:pt x="567" y="1032"/>
                    <a:pt x="1139" y="874"/>
                    <a:pt x="1794" y="784"/>
                  </a:cubicBezTo>
                  <a:cubicBezTo>
                    <a:pt x="2706" y="693"/>
                    <a:pt x="3466" y="784"/>
                    <a:pt x="3526" y="571"/>
                  </a:cubicBezTo>
                  <a:cubicBezTo>
                    <a:pt x="3557" y="480"/>
                    <a:pt x="3405" y="328"/>
                    <a:pt x="3101" y="176"/>
                  </a:cubicBezTo>
                  <a:cubicBezTo>
                    <a:pt x="2763" y="63"/>
                    <a:pt x="2425" y="1"/>
                    <a:pt x="20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7"/>
            <p:cNvSpPr/>
            <p:nvPr/>
          </p:nvSpPr>
          <p:spPr>
            <a:xfrm>
              <a:off x="2989675" y="2156850"/>
              <a:ext cx="66900" cy="21475"/>
            </a:xfrm>
            <a:custGeom>
              <a:avLst/>
              <a:gdLst/>
              <a:ahLst/>
              <a:cxnLst/>
              <a:rect l="l" t="t" r="r" b="b"/>
              <a:pathLst>
                <a:path w="2676" h="859" extrusionOk="0">
                  <a:moveTo>
                    <a:pt x="1369" y="1"/>
                  </a:moveTo>
                  <a:cubicBezTo>
                    <a:pt x="1004" y="1"/>
                    <a:pt x="609" y="92"/>
                    <a:pt x="305" y="274"/>
                  </a:cubicBezTo>
                  <a:cubicBezTo>
                    <a:pt x="92" y="457"/>
                    <a:pt x="1" y="639"/>
                    <a:pt x="62" y="700"/>
                  </a:cubicBezTo>
                  <a:cubicBezTo>
                    <a:pt x="122" y="791"/>
                    <a:pt x="282" y="814"/>
                    <a:pt x="506" y="814"/>
                  </a:cubicBezTo>
                  <a:cubicBezTo>
                    <a:pt x="730" y="814"/>
                    <a:pt x="1019" y="791"/>
                    <a:pt x="1338" y="791"/>
                  </a:cubicBezTo>
                  <a:cubicBezTo>
                    <a:pt x="1764" y="791"/>
                    <a:pt x="2135" y="859"/>
                    <a:pt x="2381" y="859"/>
                  </a:cubicBezTo>
                  <a:cubicBezTo>
                    <a:pt x="2503" y="859"/>
                    <a:pt x="2595" y="842"/>
                    <a:pt x="2645" y="791"/>
                  </a:cubicBezTo>
                  <a:cubicBezTo>
                    <a:pt x="2676" y="700"/>
                    <a:pt x="2615" y="518"/>
                    <a:pt x="2402" y="335"/>
                  </a:cubicBezTo>
                  <a:cubicBezTo>
                    <a:pt x="2098" y="122"/>
                    <a:pt x="1733" y="1"/>
                    <a:pt x="13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7"/>
            <p:cNvSpPr/>
            <p:nvPr/>
          </p:nvSpPr>
          <p:spPr>
            <a:xfrm>
              <a:off x="2586175" y="1979900"/>
              <a:ext cx="527400" cy="469550"/>
            </a:xfrm>
            <a:custGeom>
              <a:avLst/>
              <a:gdLst/>
              <a:ahLst/>
              <a:cxnLst/>
              <a:rect l="l" t="t" r="r" b="b"/>
              <a:pathLst>
                <a:path w="21096" h="18782" extrusionOk="0">
                  <a:moveTo>
                    <a:pt x="10770" y="1"/>
                  </a:moveTo>
                  <a:cubicBezTo>
                    <a:pt x="9348" y="1"/>
                    <a:pt x="7910" y="169"/>
                    <a:pt x="6505" y="422"/>
                  </a:cubicBezTo>
                  <a:cubicBezTo>
                    <a:pt x="5290" y="635"/>
                    <a:pt x="4043" y="969"/>
                    <a:pt x="3071" y="1729"/>
                  </a:cubicBezTo>
                  <a:cubicBezTo>
                    <a:pt x="1703" y="2793"/>
                    <a:pt x="1125" y="4586"/>
                    <a:pt x="791" y="6288"/>
                  </a:cubicBezTo>
                  <a:cubicBezTo>
                    <a:pt x="1" y="10483"/>
                    <a:pt x="183" y="14951"/>
                    <a:pt x="2007" y="18781"/>
                  </a:cubicBezTo>
                  <a:cubicBezTo>
                    <a:pt x="3192" y="17656"/>
                    <a:pt x="4013" y="16197"/>
                    <a:pt x="4347" y="14556"/>
                  </a:cubicBezTo>
                  <a:cubicBezTo>
                    <a:pt x="4682" y="12976"/>
                    <a:pt x="4803" y="11334"/>
                    <a:pt x="4742" y="9693"/>
                  </a:cubicBezTo>
                  <a:cubicBezTo>
                    <a:pt x="4742" y="9115"/>
                    <a:pt x="4803" y="8447"/>
                    <a:pt x="5259" y="8082"/>
                  </a:cubicBezTo>
                  <a:cubicBezTo>
                    <a:pt x="5533" y="7930"/>
                    <a:pt x="5837" y="7839"/>
                    <a:pt x="6141" y="7808"/>
                  </a:cubicBezTo>
                  <a:cubicBezTo>
                    <a:pt x="9150" y="7322"/>
                    <a:pt x="14104" y="4799"/>
                    <a:pt x="16262" y="2641"/>
                  </a:cubicBezTo>
                  <a:cubicBezTo>
                    <a:pt x="17752" y="4890"/>
                    <a:pt x="19059" y="3006"/>
                    <a:pt x="20031" y="7717"/>
                  </a:cubicBezTo>
                  <a:lnTo>
                    <a:pt x="21095" y="6258"/>
                  </a:lnTo>
                  <a:cubicBezTo>
                    <a:pt x="20700" y="3219"/>
                    <a:pt x="18481" y="1881"/>
                    <a:pt x="15594" y="817"/>
                  </a:cubicBezTo>
                  <a:cubicBezTo>
                    <a:pt x="14057" y="229"/>
                    <a:pt x="12424" y="1"/>
                    <a:pt x="1077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7"/>
            <p:cNvSpPr/>
            <p:nvPr/>
          </p:nvSpPr>
          <p:spPr>
            <a:xfrm>
              <a:off x="2564900" y="2019225"/>
              <a:ext cx="414925" cy="104550"/>
            </a:xfrm>
            <a:custGeom>
              <a:avLst/>
              <a:gdLst/>
              <a:ahLst/>
              <a:cxnLst/>
              <a:rect l="l" t="t" r="r" b="b"/>
              <a:pathLst>
                <a:path w="16597" h="4182" extrusionOk="0">
                  <a:moveTo>
                    <a:pt x="16591" y="1"/>
                  </a:moveTo>
                  <a:cubicBezTo>
                    <a:pt x="16515" y="1"/>
                    <a:pt x="15846" y="734"/>
                    <a:pt x="14530" y="1524"/>
                  </a:cubicBezTo>
                  <a:lnTo>
                    <a:pt x="13983" y="1858"/>
                  </a:lnTo>
                  <a:lnTo>
                    <a:pt x="13375" y="2162"/>
                  </a:lnTo>
                  <a:cubicBezTo>
                    <a:pt x="12949" y="2405"/>
                    <a:pt x="12493" y="2557"/>
                    <a:pt x="12007" y="2770"/>
                  </a:cubicBezTo>
                  <a:cubicBezTo>
                    <a:pt x="10913" y="3165"/>
                    <a:pt x="9818" y="3439"/>
                    <a:pt x="8694" y="3652"/>
                  </a:cubicBezTo>
                  <a:cubicBezTo>
                    <a:pt x="7685" y="3811"/>
                    <a:pt x="6700" y="3901"/>
                    <a:pt x="5698" y="3901"/>
                  </a:cubicBezTo>
                  <a:cubicBezTo>
                    <a:pt x="5552" y="3901"/>
                    <a:pt x="5406" y="3899"/>
                    <a:pt x="5259" y="3895"/>
                  </a:cubicBezTo>
                  <a:cubicBezTo>
                    <a:pt x="4317" y="3864"/>
                    <a:pt x="3375" y="3773"/>
                    <a:pt x="2463" y="3591"/>
                  </a:cubicBezTo>
                  <a:cubicBezTo>
                    <a:pt x="1002" y="3276"/>
                    <a:pt x="135" y="2826"/>
                    <a:pt x="14" y="2826"/>
                  </a:cubicBezTo>
                  <a:cubicBezTo>
                    <a:pt x="7" y="2826"/>
                    <a:pt x="2" y="2827"/>
                    <a:pt x="1" y="2831"/>
                  </a:cubicBezTo>
                  <a:cubicBezTo>
                    <a:pt x="183" y="2983"/>
                    <a:pt x="396" y="3074"/>
                    <a:pt x="609" y="3165"/>
                  </a:cubicBezTo>
                  <a:cubicBezTo>
                    <a:pt x="852" y="3287"/>
                    <a:pt x="1095" y="3408"/>
                    <a:pt x="1368" y="3500"/>
                  </a:cubicBezTo>
                  <a:lnTo>
                    <a:pt x="1855" y="3652"/>
                  </a:lnTo>
                  <a:lnTo>
                    <a:pt x="2432" y="3804"/>
                  </a:lnTo>
                  <a:cubicBezTo>
                    <a:pt x="3344" y="4016"/>
                    <a:pt x="4286" y="4138"/>
                    <a:pt x="5259" y="4168"/>
                  </a:cubicBezTo>
                  <a:cubicBezTo>
                    <a:pt x="5477" y="4177"/>
                    <a:pt x="5695" y="4181"/>
                    <a:pt x="5913" y="4181"/>
                  </a:cubicBezTo>
                  <a:cubicBezTo>
                    <a:pt x="8009" y="4181"/>
                    <a:pt x="10116" y="3787"/>
                    <a:pt x="12098" y="3044"/>
                  </a:cubicBezTo>
                  <a:cubicBezTo>
                    <a:pt x="12584" y="2801"/>
                    <a:pt x="13071" y="2649"/>
                    <a:pt x="13496" y="2405"/>
                  </a:cubicBezTo>
                  <a:lnTo>
                    <a:pt x="14104" y="2071"/>
                  </a:lnTo>
                  <a:lnTo>
                    <a:pt x="14651" y="1737"/>
                  </a:lnTo>
                  <a:cubicBezTo>
                    <a:pt x="14955" y="1524"/>
                    <a:pt x="15229" y="1311"/>
                    <a:pt x="15533" y="1068"/>
                  </a:cubicBezTo>
                  <a:lnTo>
                    <a:pt x="15867" y="794"/>
                  </a:lnTo>
                  <a:lnTo>
                    <a:pt x="16141" y="521"/>
                  </a:lnTo>
                  <a:cubicBezTo>
                    <a:pt x="16323" y="369"/>
                    <a:pt x="16475" y="187"/>
                    <a:pt x="16597" y="4"/>
                  </a:cubicBezTo>
                  <a:cubicBezTo>
                    <a:pt x="16596" y="2"/>
                    <a:pt x="16594" y="1"/>
                    <a:pt x="165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7"/>
            <p:cNvSpPr/>
            <p:nvPr/>
          </p:nvSpPr>
          <p:spPr>
            <a:xfrm>
              <a:off x="2603650" y="1997275"/>
              <a:ext cx="376950" cy="53275"/>
            </a:xfrm>
            <a:custGeom>
              <a:avLst/>
              <a:gdLst/>
              <a:ahLst/>
              <a:cxnLst/>
              <a:rect l="l" t="t" r="r" b="b"/>
              <a:pathLst>
                <a:path w="15078" h="2131" extrusionOk="0">
                  <a:moveTo>
                    <a:pt x="1" y="1"/>
                  </a:moveTo>
                  <a:cubicBezTo>
                    <a:pt x="153" y="153"/>
                    <a:pt x="305" y="274"/>
                    <a:pt x="487" y="365"/>
                  </a:cubicBezTo>
                  <a:cubicBezTo>
                    <a:pt x="670" y="517"/>
                    <a:pt x="882" y="639"/>
                    <a:pt x="1095" y="761"/>
                  </a:cubicBezTo>
                  <a:lnTo>
                    <a:pt x="1490" y="973"/>
                  </a:lnTo>
                  <a:lnTo>
                    <a:pt x="1977" y="1156"/>
                  </a:lnTo>
                  <a:cubicBezTo>
                    <a:pt x="3608" y="1797"/>
                    <a:pt x="5378" y="2130"/>
                    <a:pt x="7155" y="2130"/>
                  </a:cubicBezTo>
                  <a:cubicBezTo>
                    <a:pt x="7232" y="2130"/>
                    <a:pt x="7310" y="2130"/>
                    <a:pt x="7387" y="2128"/>
                  </a:cubicBezTo>
                  <a:cubicBezTo>
                    <a:pt x="9241" y="2128"/>
                    <a:pt x="11065" y="1946"/>
                    <a:pt x="12889" y="1520"/>
                  </a:cubicBezTo>
                  <a:cubicBezTo>
                    <a:pt x="13557" y="1369"/>
                    <a:pt x="14104" y="1217"/>
                    <a:pt x="14500" y="1095"/>
                  </a:cubicBezTo>
                  <a:cubicBezTo>
                    <a:pt x="14682" y="1034"/>
                    <a:pt x="14895" y="973"/>
                    <a:pt x="15077" y="852"/>
                  </a:cubicBezTo>
                  <a:cubicBezTo>
                    <a:pt x="15077" y="850"/>
                    <a:pt x="15073" y="849"/>
                    <a:pt x="15066" y="849"/>
                  </a:cubicBezTo>
                  <a:cubicBezTo>
                    <a:pt x="14962" y="849"/>
                    <a:pt x="14108" y="1052"/>
                    <a:pt x="12828" y="1308"/>
                  </a:cubicBezTo>
                  <a:cubicBezTo>
                    <a:pt x="11034" y="1642"/>
                    <a:pt x="9211" y="1824"/>
                    <a:pt x="7387" y="1824"/>
                  </a:cubicBezTo>
                  <a:cubicBezTo>
                    <a:pt x="7304" y="1826"/>
                    <a:pt x="7221" y="1827"/>
                    <a:pt x="7137" y="1827"/>
                  </a:cubicBezTo>
                  <a:cubicBezTo>
                    <a:pt x="5400" y="1827"/>
                    <a:pt x="3691" y="1525"/>
                    <a:pt x="2037" y="973"/>
                  </a:cubicBezTo>
                  <a:cubicBezTo>
                    <a:pt x="1338" y="669"/>
                    <a:pt x="670" y="365"/>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7"/>
            <p:cNvSpPr/>
            <p:nvPr/>
          </p:nvSpPr>
          <p:spPr>
            <a:xfrm>
              <a:off x="2979800" y="1966000"/>
              <a:ext cx="49425" cy="56375"/>
            </a:xfrm>
            <a:custGeom>
              <a:avLst/>
              <a:gdLst/>
              <a:ahLst/>
              <a:cxnLst/>
              <a:rect l="l" t="t" r="r" b="b"/>
              <a:pathLst>
                <a:path w="1977" h="2255" extrusionOk="0">
                  <a:moveTo>
                    <a:pt x="1775" y="1"/>
                  </a:moveTo>
                  <a:cubicBezTo>
                    <a:pt x="1695" y="1"/>
                    <a:pt x="1588" y="10"/>
                    <a:pt x="1460" y="36"/>
                  </a:cubicBezTo>
                  <a:cubicBezTo>
                    <a:pt x="669" y="279"/>
                    <a:pt x="92" y="948"/>
                    <a:pt x="31" y="1768"/>
                  </a:cubicBezTo>
                  <a:cubicBezTo>
                    <a:pt x="1" y="2072"/>
                    <a:pt x="92" y="2255"/>
                    <a:pt x="122" y="2255"/>
                  </a:cubicBezTo>
                  <a:cubicBezTo>
                    <a:pt x="153" y="2255"/>
                    <a:pt x="183" y="1525"/>
                    <a:pt x="730" y="887"/>
                  </a:cubicBezTo>
                  <a:cubicBezTo>
                    <a:pt x="1277" y="249"/>
                    <a:pt x="1976" y="127"/>
                    <a:pt x="1946" y="36"/>
                  </a:cubicBezTo>
                  <a:cubicBezTo>
                    <a:pt x="1946" y="18"/>
                    <a:pt x="1885" y="1"/>
                    <a:pt x="177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7"/>
            <p:cNvSpPr/>
            <p:nvPr/>
          </p:nvSpPr>
          <p:spPr>
            <a:xfrm>
              <a:off x="2246500" y="1964600"/>
              <a:ext cx="330575" cy="224650"/>
            </a:xfrm>
            <a:custGeom>
              <a:avLst/>
              <a:gdLst/>
              <a:ahLst/>
              <a:cxnLst/>
              <a:rect l="l" t="t" r="r" b="b"/>
              <a:pathLst>
                <a:path w="13223" h="8986" extrusionOk="0">
                  <a:moveTo>
                    <a:pt x="8726" y="1"/>
                  </a:moveTo>
                  <a:cubicBezTo>
                    <a:pt x="8241" y="1"/>
                    <a:pt x="7762" y="82"/>
                    <a:pt x="7296" y="244"/>
                  </a:cubicBezTo>
                  <a:cubicBezTo>
                    <a:pt x="5685" y="821"/>
                    <a:pt x="4469" y="2189"/>
                    <a:pt x="4135" y="3861"/>
                  </a:cubicBezTo>
                  <a:cubicBezTo>
                    <a:pt x="3983" y="4773"/>
                    <a:pt x="4135" y="5624"/>
                    <a:pt x="4074" y="6414"/>
                  </a:cubicBezTo>
                  <a:cubicBezTo>
                    <a:pt x="4043" y="6779"/>
                    <a:pt x="3983" y="7144"/>
                    <a:pt x="3800" y="7508"/>
                  </a:cubicBezTo>
                  <a:cubicBezTo>
                    <a:pt x="3648" y="7843"/>
                    <a:pt x="3405" y="8116"/>
                    <a:pt x="3132" y="8329"/>
                  </a:cubicBezTo>
                  <a:cubicBezTo>
                    <a:pt x="2796" y="8571"/>
                    <a:pt x="2404" y="8699"/>
                    <a:pt x="2004" y="8699"/>
                  </a:cubicBezTo>
                  <a:cubicBezTo>
                    <a:pt x="1751" y="8699"/>
                    <a:pt x="1494" y="8648"/>
                    <a:pt x="1247" y="8542"/>
                  </a:cubicBezTo>
                  <a:cubicBezTo>
                    <a:pt x="730" y="8268"/>
                    <a:pt x="366" y="7782"/>
                    <a:pt x="305" y="7174"/>
                  </a:cubicBezTo>
                  <a:cubicBezTo>
                    <a:pt x="244" y="6718"/>
                    <a:pt x="457" y="6232"/>
                    <a:pt x="852" y="5958"/>
                  </a:cubicBezTo>
                  <a:cubicBezTo>
                    <a:pt x="1118" y="5772"/>
                    <a:pt x="1430" y="5679"/>
                    <a:pt x="1749" y="5679"/>
                  </a:cubicBezTo>
                  <a:cubicBezTo>
                    <a:pt x="1794" y="5679"/>
                    <a:pt x="1840" y="5681"/>
                    <a:pt x="1885" y="5685"/>
                  </a:cubicBezTo>
                  <a:cubicBezTo>
                    <a:pt x="2189" y="5715"/>
                    <a:pt x="2493" y="5837"/>
                    <a:pt x="2736" y="6049"/>
                  </a:cubicBezTo>
                  <a:cubicBezTo>
                    <a:pt x="2676" y="5989"/>
                    <a:pt x="2615" y="5897"/>
                    <a:pt x="2554" y="5867"/>
                  </a:cubicBezTo>
                  <a:cubicBezTo>
                    <a:pt x="2372" y="5685"/>
                    <a:pt x="2129" y="5593"/>
                    <a:pt x="1885" y="5563"/>
                  </a:cubicBezTo>
                  <a:cubicBezTo>
                    <a:pt x="1805" y="5551"/>
                    <a:pt x="1723" y="5545"/>
                    <a:pt x="1641" y="5545"/>
                  </a:cubicBezTo>
                  <a:cubicBezTo>
                    <a:pt x="1320" y="5545"/>
                    <a:pt x="996" y="5637"/>
                    <a:pt x="730" y="5806"/>
                  </a:cubicBezTo>
                  <a:cubicBezTo>
                    <a:pt x="274" y="6110"/>
                    <a:pt x="1" y="6657"/>
                    <a:pt x="62" y="7204"/>
                  </a:cubicBezTo>
                  <a:cubicBezTo>
                    <a:pt x="122" y="7873"/>
                    <a:pt x="518" y="8481"/>
                    <a:pt x="1125" y="8785"/>
                  </a:cubicBezTo>
                  <a:cubicBezTo>
                    <a:pt x="1408" y="8920"/>
                    <a:pt x="1711" y="8986"/>
                    <a:pt x="2014" y="8986"/>
                  </a:cubicBezTo>
                  <a:cubicBezTo>
                    <a:pt x="2459" y="8986"/>
                    <a:pt x="2903" y="8844"/>
                    <a:pt x="3284" y="8572"/>
                  </a:cubicBezTo>
                  <a:cubicBezTo>
                    <a:pt x="3618" y="8329"/>
                    <a:pt x="3891" y="8025"/>
                    <a:pt x="4074" y="7660"/>
                  </a:cubicBezTo>
                  <a:cubicBezTo>
                    <a:pt x="4256" y="7265"/>
                    <a:pt x="4347" y="6840"/>
                    <a:pt x="4347" y="6445"/>
                  </a:cubicBezTo>
                  <a:cubicBezTo>
                    <a:pt x="4408" y="5593"/>
                    <a:pt x="4256" y="4742"/>
                    <a:pt x="4408" y="3922"/>
                  </a:cubicBezTo>
                  <a:cubicBezTo>
                    <a:pt x="4743" y="2341"/>
                    <a:pt x="5867" y="1065"/>
                    <a:pt x="7387" y="517"/>
                  </a:cubicBezTo>
                  <a:cubicBezTo>
                    <a:pt x="7835" y="361"/>
                    <a:pt x="8304" y="282"/>
                    <a:pt x="8771" y="282"/>
                  </a:cubicBezTo>
                  <a:cubicBezTo>
                    <a:pt x="9574" y="282"/>
                    <a:pt x="10374" y="513"/>
                    <a:pt x="11065" y="973"/>
                  </a:cubicBezTo>
                  <a:cubicBezTo>
                    <a:pt x="11825" y="1429"/>
                    <a:pt x="12433" y="2098"/>
                    <a:pt x="12828" y="2888"/>
                  </a:cubicBezTo>
                  <a:cubicBezTo>
                    <a:pt x="13101" y="3466"/>
                    <a:pt x="13162" y="3800"/>
                    <a:pt x="13193" y="3800"/>
                  </a:cubicBezTo>
                  <a:cubicBezTo>
                    <a:pt x="13223" y="3709"/>
                    <a:pt x="13193" y="3618"/>
                    <a:pt x="13162" y="3557"/>
                  </a:cubicBezTo>
                  <a:cubicBezTo>
                    <a:pt x="13132" y="3314"/>
                    <a:pt x="13041" y="3071"/>
                    <a:pt x="12949" y="2827"/>
                  </a:cubicBezTo>
                  <a:cubicBezTo>
                    <a:pt x="12585" y="2007"/>
                    <a:pt x="11977" y="1277"/>
                    <a:pt x="11217" y="791"/>
                  </a:cubicBezTo>
                  <a:cubicBezTo>
                    <a:pt x="10670" y="426"/>
                    <a:pt x="10092" y="183"/>
                    <a:pt x="9454" y="61"/>
                  </a:cubicBezTo>
                  <a:cubicBezTo>
                    <a:pt x="9211" y="21"/>
                    <a:pt x="8968" y="1"/>
                    <a:pt x="872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7"/>
            <p:cNvSpPr/>
            <p:nvPr/>
          </p:nvSpPr>
          <p:spPr>
            <a:xfrm>
              <a:off x="2677375" y="2032225"/>
              <a:ext cx="308525" cy="147450"/>
            </a:xfrm>
            <a:custGeom>
              <a:avLst/>
              <a:gdLst/>
              <a:ahLst/>
              <a:cxnLst/>
              <a:rect l="l" t="t" r="r" b="b"/>
              <a:pathLst>
                <a:path w="12341" h="5898" extrusionOk="0">
                  <a:moveTo>
                    <a:pt x="12341" y="1"/>
                  </a:moveTo>
                  <a:lnTo>
                    <a:pt x="12341" y="1"/>
                  </a:lnTo>
                  <a:cubicBezTo>
                    <a:pt x="12037" y="639"/>
                    <a:pt x="11672" y="1247"/>
                    <a:pt x="11277" y="1825"/>
                  </a:cubicBezTo>
                  <a:cubicBezTo>
                    <a:pt x="10183" y="3132"/>
                    <a:pt x="8785" y="4135"/>
                    <a:pt x="7143" y="4712"/>
                  </a:cubicBezTo>
                  <a:cubicBezTo>
                    <a:pt x="5532" y="5259"/>
                    <a:pt x="3860" y="5563"/>
                    <a:pt x="2128" y="5685"/>
                  </a:cubicBezTo>
                  <a:cubicBezTo>
                    <a:pt x="1429" y="5685"/>
                    <a:pt x="699" y="5746"/>
                    <a:pt x="0" y="5837"/>
                  </a:cubicBezTo>
                  <a:cubicBezTo>
                    <a:pt x="183" y="5898"/>
                    <a:pt x="395" y="5898"/>
                    <a:pt x="578" y="5898"/>
                  </a:cubicBezTo>
                  <a:lnTo>
                    <a:pt x="2158" y="5898"/>
                  </a:lnTo>
                  <a:cubicBezTo>
                    <a:pt x="3891" y="5867"/>
                    <a:pt x="5623" y="5563"/>
                    <a:pt x="7265" y="5016"/>
                  </a:cubicBezTo>
                  <a:cubicBezTo>
                    <a:pt x="8937" y="4439"/>
                    <a:pt x="10396" y="3375"/>
                    <a:pt x="11429" y="1946"/>
                  </a:cubicBezTo>
                  <a:cubicBezTo>
                    <a:pt x="11763" y="1521"/>
                    <a:pt x="12007" y="1034"/>
                    <a:pt x="12189" y="548"/>
                  </a:cubicBezTo>
                  <a:cubicBezTo>
                    <a:pt x="12250" y="366"/>
                    <a:pt x="12310" y="183"/>
                    <a:pt x="1234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7"/>
            <p:cNvSpPr/>
            <p:nvPr/>
          </p:nvSpPr>
          <p:spPr>
            <a:xfrm>
              <a:off x="2481325" y="2439525"/>
              <a:ext cx="150475" cy="107175"/>
            </a:xfrm>
            <a:custGeom>
              <a:avLst/>
              <a:gdLst/>
              <a:ahLst/>
              <a:cxnLst/>
              <a:rect l="l" t="t" r="r" b="b"/>
              <a:pathLst>
                <a:path w="6019" h="4287" extrusionOk="0">
                  <a:moveTo>
                    <a:pt x="3390" y="988"/>
                  </a:moveTo>
                  <a:cubicBezTo>
                    <a:pt x="3506" y="988"/>
                    <a:pt x="3625" y="1012"/>
                    <a:pt x="3739" y="1065"/>
                  </a:cubicBezTo>
                  <a:cubicBezTo>
                    <a:pt x="4104" y="1278"/>
                    <a:pt x="4316" y="1703"/>
                    <a:pt x="4286" y="2129"/>
                  </a:cubicBezTo>
                  <a:cubicBezTo>
                    <a:pt x="4273" y="2221"/>
                    <a:pt x="4254" y="2312"/>
                    <a:pt x="4229" y="2401"/>
                  </a:cubicBezTo>
                  <a:lnTo>
                    <a:pt x="4229" y="2401"/>
                  </a:lnTo>
                  <a:cubicBezTo>
                    <a:pt x="4228" y="2401"/>
                    <a:pt x="4226" y="2402"/>
                    <a:pt x="4225" y="2402"/>
                  </a:cubicBezTo>
                  <a:cubicBezTo>
                    <a:pt x="4065" y="2455"/>
                    <a:pt x="3899" y="2480"/>
                    <a:pt x="3736" y="2480"/>
                  </a:cubicBezTo>
                  <a:cubicBezTo>
                    <a:pt x="3526" y="2480"/>
                    <a:pt x="3319" y="2440"/>
                    <a:pt x="3131" y="2372"/>
                  </a:cubicBezTo>
                  <a:cubicBezTo>
                    <a:pt x="2766" y="2189"/>
                    <a:pt x="2584" y="1794"/>
                    <a:pt x="2675" y="1399"/>
                  </a:cubicBezTo>
                  <a:cubicBezTo>
                    <a:pt x="2826" y="1139"/>
                    <a:pt x="3101" y="988"/>
                    <a:pt x="3390" y="988"/>
                  </a:cubicBezTo>
                  <a:close/>
                  <a:moveTo>
                    <a:pt x="5927" y="1"/>
                  </a:moveTo>
                  <a:cubicBezTo>
                    <a:pt x="5897" y="1"/>
                    <a:pt x="5927" y="214"/>
                    <a:pt x="5836" y="578"/>
                  </a:cubicBezTo>
                  <a:cubicBezTo>
                    <a:pt x="5745" y="1065"/>
                    <a:pt x="5471" y="1521"/>
                    <a:pt x="5107" y="1885"/>
                  </a:cubicBezTo>
                  <a:cubicBezTo>
                    <a:pt x="4952" y="2021"/>
                    <a:pt x="4773" y="2144"/>
                    <a:pt x="4577" y="2247"/>
                  </a:cubicBezTo>
                  <a:lnTo>
                    <a:pt x="4577" y="2247"/>
                  </a:lnTo>
                  <a:cubicBezTo>
                    <a:pt x="4582" y="2218"/>
                    <a:pt x="4586" y="2188"/>
                    <a:pt x="4590" y="2159"/>
                  </a:cubicBezTo>
                  <a:cubicBezTo>
                    <a:pt x="4651" y="1582"/>
                    <a:pt x="4377" y="1034"/>
                    <a:pt x="3860" y="761"/>
                  </a:cubicBezTo>
                  <a:cubicBezTo>
                    <a:pt x="3715" y="696"/>
                    <a:pt x="3564" y="666"/>
                    <a:pt x="3414" y="666"/>
                  </a:cubicBezTo>
                  <a:cubicBezTo>
                    <a:pt x="3000" y="666"/>
                    <a:pt x="2602" y="898"/>
                    <a:pt x="2401" y="1278"/>
                  </a:cubicBezTo>
                  <a:cubicBezTo>
                    <a:pt x="2310" y="1551"/>
                    <a:pt x="2310" y="1855"/>
                    <a:pt x="2462" y="2098"/>
                  </a:cubicBezTo>
                  <a:cubicBezTo>
                    <a:pt x="2584" y="2311"/>
                    <a:pt x="2766" y="2493"/>
                    <a:pt x="3009" y="2615"/>
                  </a:cubicBezTo>
                  <a:cubicBezTo>
                    <a:pt x="3232" y="2710"/>
                    <a:pt x="3463" y="2756"/>
                    <a:pt x="3693" y="2756"/>
                  </a:cubicBezTo>
                  <a:cubicBezTo>
                    <a:pt x="3834" y="2756"/>
                    <a:pt x="3975" y="2739"/>
                    <a:pt x="4113" y="2706"/>
                  </a:cubicBezTo>
                  <a:lnTo>
                    <a:pt x="4113" y="2706"/>
                  </a:lnTo>
                  <a:cubicBezTo>
                    <a:pt x="4017" y="2903"/>
                    <a:pt x="3884" y="3080"/>
                    <a:pt x="3708" y="3223"/>
                  </a:cubicBezTo>
                  <a:cubicBezTo>
                    <a:pt x="3161" y="3740"/>
                    <a:pt x="2462" y="4044"/>
                    <a:pt x="1702" y="4044"/>
                  </a:cubicBezTo>
                  <a:cubicBezTo>
                    <a:pt x="1186" y="4044"/>
                    <a:pt x="699" y="3861"/>
                    <a:pt x="365" y="3496"/>
                  </a:cubicBezTo>
                  <a:cubicBezTo>
                    <a:pt x="91" y="3253"/>
                    <a:pt x="31" y="3040"/>
                    <a:pt x="0" y="3040"/>
                  </a:cubicBezTo>
                  <a:cubicBezTo>
                    <a:pt x="0" y="3040"/>
                    <a:pt x="31" y="3284"/>
                    <a:pt x="274" y="3588"/>
                  </a:cubicBezTo>
                  <a:cubicBezTo>
                    <a:pt x="638" y="3983"/>
                    <a:pt x="1155" y="4256"/>
                    <a:pt x="1702" y="4287"/>
                  </a:cubicBezTo>
                  <a:cubicBezTo>
                    <a:pt x="2523" y="4287"/>
                    <a:pt x="3313" y="3983"/>
                    <a:pt x="3921" y="3436"/>
                  </a:cubicBezTo>
                  <a:cubicBezTo>
                    <a:pt x="4178" y="3200"/>
                    <a:pt x="4375" y="2904"/>
                    <a:pt x="4490" y="2580"/>
                  </a:cubicBezTo>
                  <a:lnTo>
                    <a:pt x="4490" y="2580"/>
                  </a:lnTo>
                  <a:cubicBezTo>
                    <a:pt x="4786" y="2454"/>
                    <a:pt x="5055" y="2267"/>
                    <a:pt x="5259" y="2037"/>
                  </a:cubicBezTo>
                  <a:cubicBezTo>
                    <a:pt x="5654" y="1642"/>
                    <a:pt x="5897" y="1126"/>
                    <a:pt x="5958" y="609"/>
                  </a:cubicBezTo>
                  <a:cubicBezTo>
                    <a:pt x="6018" y="396"/>
                    <a:pt x="5988" y="214"/>
                    <a:pt x="592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7"/>
            <p:cNvSpPr/>
            <p:nvPr/>
          </p:nvSpPr>
          <p:spPr>
            <a:xfrm>
              <a:off x="1733575" y="4194125"/>
              <a:ext cx="1540325" cy="4575"/>
            </a:xfrm>
            <a:custGeom>
              <a:avLst/>
              <a:gdLst/>
              <a:ahLst/>
              <a:cxnLst/>
              <a:rect l="l" t="t" r="r" b="b"/>
              <a:pathLst>
                <a:path w="61613" h="183" extrusionOk="0">
                  <a:moveTo>
                    <a:pt x="30822" y="0"/>
                  </a:moveTo>
                  <a:cubicBezTo>
                    <a:pt x="13800" y="0"/>
                    <a:pt x="1" y="31"/>
                    <a:pt x="1" y="92"/>
                  </a:cubicBezTo>
                  <a:cubicBezTo>
                    <a:pt x="1" y="152"/>
                    <a:pt x="13800" y="183"/>
                    <a:pt x="30822" y="183"/>
                  </a:cubicBezTo>
                  <a:cubicBezTo>
                    <a:pt x="47813" y="183"/>
                    <a:pt x="61613" y="152"/>
                    <a:pt x="61613" y="92"/>
                  </a:cubicBezTo>
                  <a:cubicBezTo>
                    <a:pt x="61613" y="31"/>
                    <a:pt x="47813" y="0"/>
                    <a:pt x="3082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7"/>
            <p:cNvSpPr/>
            <p:nvPr/>
          </p:nvSpPr>
          <p:spPr>
            <a:xfrm>
              <a:off x="1200125" y="3645475"/>
              <a:ext cx="185450" cy="340450"/>
            </a:xfrm>
            <a:custGeom>
              <a:avLst/>
              <a:gdLst/>
              <a:ahLst/>
              <a:cxnLst/>
              <a:rect l="l" t="t" r="r" b="b"/>
              <a:pathLst>
                <a:path w="7418" h="13618" extrusionOk="0">
                  <a:moveTo>
                    <a:pt x="2250" y="1"/>
                  </a:moveTo>
                  <a:cubicBezTo>
                    <a:pt x="1" y="213"/>
                    <a:pt x="214" y="5320"/>
                    <a:pt x="1186" y="7812"/>
                  </a:cubicBezTo>
                  <a:cubicBezTo>
                    <a:pt x="1794" y="9423"/>
                    <a:pt x="3193" y="12402"/>
                    <a:pt x="5807" y="13618"/>
                  </a:cubicBezTo>
                  <a:cubicBezTo>
                    <a:pt x="6718" y="11217"/>
                    <a:pt x="7418" y="8329"/>
                    <a:pt x="6992" y="5776"/>
                  </a:cubicBezTo>
                  <a:cubicBezTo>
                    <a:pt x="6779" y="4438"/>
                    <a:pt x="6293" y="3192"/>
                    <a:pt x="5563" y="2068"/>
                  </a:cubicBezTo>
                  <a:cubicBezTo>
                    <a:pt x="4773" y="943"/>
                    <a:pt x="3588" y="213"/>
                    <a:pt x="225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7"/>
            <p:cNvSpPr/>
            <p:nvPr/>
          </p:nvSpPr>
          <p:spPr>
            <a:xfrm>
              <a:off x="1417475" y="3901900"/>
              <a:ext cx="180100" cy="169150"/>
            </a:xfrm>
            <a:custGeom>
              <a:avLst/>
              <a:gdLst/>
              <a:ahLst/>
              <a:cxnLst/>
              <a:rect l="l" t="t" r="r" b="b"/>
              <a:pathLst>
                <a:path w="7204" h="6766" extrusionOk="0">
                  <a:moveTo>
                    <a:pt x="5293" y="1"/>
                  </a:moveTo>
                  <a:cubicBezTo>
                    <a:pt x="5036" y="1"/>
                    <a:pt x="4777" y="33"/>
                    <a:pt x="4529" y="78"/>
                  </a:cubicBezTo>
                  <a:cubicBezTo>
                    <a:pt x="3040" y="382"/>
                    <a:pt x="1733" y="1233"/>
                    <a:pt x="882" y="2510"/>
                  </a:cubicBezTo>
                  <a:cubicBezTo>
                    <a:pt x="61" y="3786"/>
                    <a:pt x="0" y="5397"/>
                    <a:pt x="699" y="6765"/>
                  </a:cubicBezTo>
                  <a:cubicBezTo>
                    <a:pt x="2918" y="6765"/>
                    <a:pt x="4620" y="5428"/>
                    <a:pt x="6110" y="3786"/>
                  </a:cubicBezTo>
                  <a:cubicBezTo>
                    <a:pt x="6566" y="3331"/>
                    <a:pt x="6870" y="2753"/>
                    <a:pt x="7052" y="2145"/>
                  </a:cubicBezTo>
                  <a:cubicBezTo>
                    <a:pt x="7204" y="1476"/>
                    <a:pt x="6991" y="808"/>
                    <a:pt x="6505" y="382"/>
                  </a:cubicBezTo>
                  <a:cubicBezTo>
                    <a:pt x="6160" y="95"/>
                    <a:pt x="5731" y="1"/>
                    <a:pt x="529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7"/>
            <p:cNvSpPr/>
            <p:nvPr/>
          </p:nvSpPr>
          <p:spPr>
            <a:xfrm>
              <a:off x="1412150" y="3973750"/>
              <a:ext cx="102600" cy="304750"/>
            </a:xfrm>
            <a:custGeom>
              <a:avLst/>
              <a:gdLst/>
              <a:ahLst/>
              <a:cxnLst/>
              <a:rect l="l" t="t" r="r" b="b"/>
              <a:pathLst>
                <a:path w="4104" h="12190" extrusionOk="0">
                  <a:moveTo>
                    <a:pt x="4104" y="1"/>
                  </a:moveTo>
                  <a:cubicBezTo>
                    <a:pt x="4073" y="1"/>
                    <a:pt x="4043" y="31"/>
                    <a:pt x="3982" y="61"/>
                  </a:cubicBezTo>
                  <a:cubicBezTo>
                    <a:pt x="3861" y="122"/>
                    <a:pt x="3769" y="183"/>
                    <a:pt x="3648" y="244"/>
                  </a:cubicBezTo>
                  <a:cubicBezTo>
                    <a:pt x="3253" y="517"/>
                    <a:pt x="2858" y="821"/>
                    <a:pt x="2523" y="1186"/>
                  </a:cubicBezTo>
                  <a:cubicBezTo>
                    <a:pt x="1459" y="2402"/>
                    <a:pt x="699" y="3861"/>
                    <a:pt x="365" y="5441"/>
                  </a:cubicBezTo>
                  <a:cubicBezTo>
                    <a:pt x="61" y="7022"/>
                    <a:pt x="0" y="8633"/>
                    <a:pt x="213" y="10214"/>
                  </a:cubicBezTo>
                  <a:cubicBezTo>
                    <a:pt x="274" y="10791"/>
                    <a:pt x="335" y="11277"/>
                    <a:pt x="365" y="11673"/>
                  </a:cubicBezTo>
                  <a:cubicBezTo>
                    <a:pt x="365" y="11824"/>
                    <a:pt x="396" y="12007"/>
                    <a:pt x="426" y="12189"/>
                  </a:cubicBezTo>
                  <a:cubicBezTo>
                    <a:pt x="456" y="12007"/>
                    <a:pt x="456" y="11824"/>
                    <a:pt x="426" y="11642"/>
                  </a:cubicBezTo>
                  <a:cubicBezTo>
                    <a:pt x="426" y="11308"/>
                    <a:pt x="396" y="10791"/>
                    <a:pt x="335" y="10183"/>
                  </a:cubicBezTo>
                  <a:cubicBezTo>
                    <a:pt x="274" y="8967"/>
                    <a:pt x="122" y="7265"/>
                    <a:pt x="547" y="5472"/>
                  </a:cubicBezTo>
                  <a:cubicBezTo>
                    <a:pt x="882" y="3922"/>
                    <a:pt x="1581" y="2463"/>
                    <a:pt x="2645" y="1277"/>
                  </a:cubicBezTo>
                  <a:cubicBezTo>
                    <a:pt x="3070" y="791"/>
                    <a:pt x="3587" y="365"/>
                    <a:pt x="410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7"/>
            <p:cNvSpPr/>
            <p:nvPr/>
          </p:nvSpPr>
          <p:spPr>
            <a:xfrm>
              <a:off x="1269275" y="3741975"/>
              <a:ext cx="155825" cy="546400"/>
            </a:xfrm>
            <a:custGeom>
              <a:avLst/>
              <a:gdLst/>
              <a:ahLst/>
              <a:cxnLst/>
              <a:rect l="l" t="t" r="r" b="b"/>
              <a:pathLst>
                <a:path w="6233" h="21856" extrusionOk="0">
                  <a:moveTo>
                    <a:pt x="1" y="1"/>
                  </a:moveTo>
                  <a:cubicBezTo>
                    <a:pt x="31" y="62"/>
                    <a:pt x="31" y="123"/>
                    <a:pt x="62" y="214"/>
                  </a:cubicBezTo>
                  <a:cubicBezTo>
                    <a:pt x="123" y="366"/>
                    <a:pt x="183" y="578"/>
                    <a:pt x="244" y="852"/>
                  </a:cubicBezTo>
                  <a:cubicBezTo>
                    <a:pt x="427" y="1430"/>
                    <a:pt x="670" y="2220"/>
                    <a:pt x="974" y="3162"/>
                  </a:cubicBezTo>
                  <a:cubicBezTo>
                    <a:pt x="1551" y="5138"/>
                    <a:pt x="2372" y="7843"/>
                    <a:pt x="3253" y="10883"/>
                  </a:cubicBezTo>
                  <a:cubicBezTo>
                    <a:pt x="4104" y="13892"/>
                    <a:pt x="4834" y="16627"/>
                    <a:pt x="5351" y="18633"/>
                  </a:cubicBezTo>
                  <a:cubicBezTo>
                    <a:pt x="5594" y="19606"/>
                    <a:pt x="5837" y="20396"/>
                    <a:pt x="5989" y="20974"/>
                  </a:cubicBezTo>
                  <a:lnTo>
                    <a:pt x="6171" y="21612"/>
                  </a:lnTo>
                  <a:cubicBezTo>
                    <a:pt x="6171" y="21703"/>
                    <a:pt x="6202" y="21764"/>
                    <a:pt x="6232" y="21855"/>
                  </a:cubicBezTo>
                  <a:cubicBezTo>
                    <a:pt x="6232" y="21764"/>
                    <a:pt x="6202" y="21673"/>
                    <a:pt x="6202" y="21612"/>
                  </a:cubicBezTo>
                  <a:cubicBezTo>
                    <a:pt x="6171" y="21430"/>
                    <a:pt x="6111" y="21217"/>
                    <a:pt x="6050" y="20974"/>
                  </a:cubicBezTo>
                  <a:cubicBezTo>
                    <a:pt x="5928" y="20396"/>
                    <a:pt x="5746" y="19606"/>
                    <a:pt x="5503" y="18603"/>
                  </a:cubicBezTo>
                  <a:cubicBezTo>
                    <a:pt x="4986" y="16597"/>
                    <a:pt x="4287" y="13861"/>
                    <a:pt x="3436" y="10822"/>
                  </a:cubicBezTo>
                  <a:cubicBezTo>
                    <a:pt x="2554" y="7813"/>
                    <a:pt x="1734" y="5077"/>
                    <a:pt x="1095" y="3132"/>
                  </a:cubicBezTo>
                  <a:cubicBezTo>
                    <a:pt x="791" y="2159"/>
                    <a:pt x="518" y="1369"/>
                    <a:pt x="335" y="822"/>
                  </a:cubicBezTo>
                  <a:cubicBezTo>
                    <a:pt x="244" y="578"/>
                    <a:pt x="153" y="366"/>
                    <a:pt x="92" y="214"/>
                  </a:cubicBezTo>
                  <a:cubicBezTo>
                    <a:pt x="62" y="123"/>
                    <a:pt x="62" y="62"/>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7"/>
            <p:cNvSpPr/>
            <p:nvPr/>
          </p:nvSpPr>
          <p:spPr>
            <a:xfrm>
              <a:off x="1110475" y="3995175"/>
              <a:ext cx="246225" cy="152050"/>
            </a:xfrm>
            <a:custGeom>
              <a:avLst/>
              <a:gdLst/>
              <a:ahLst/>
              <a:cxnLst/>
              <a:rect l="l" t="t" r="r" b="b"/>
              <a:pathLst>
                <a:path w="9849" h="6082" extrusionOk="0">
                  <a:moveTo>
                    <a:pt x="1916" y="0"/>
                  </a:moveTo>
                  <a:cubicBezTo>
                    <a:pt x="1317" y="0"/>
                    <a:pt x="735" y="155"/>
                    <a:pt x="426" y="663"/>
                  </a:cubicBezTo>
                  <a:cubicBezTo>
                    <a:pt x="0" y="1332"/>
                    <a:pt x="395" y="2244"/>
                    <a:pt x="882" y="2882"/>
                  </a:cubicBezTo>
                  <a:cubicBezTo>
                    <a:pt x="2520" y="4941"/>
                    <a:pt x="4986" y="6082"/>
                    <a:pt x="7546" y="6082"/>
                  </a:cubicBezTo>
                  <a:cubicBezTo>
                    <a:pt x="8312" y="6082"/>
                    <a:pt x="9086" y="5980"/>
                    <a:pt x="9848" y="5770"/>
                  </a:cubicBezTo>
                  <a:lnTo>
                    <a:pt x="9818" y="5557"/>
                  </a:lnTo>
                  <a:cubicBezTo>
                    <a:pt x="8420" y="2669"/>
                    <a:pt x="5745" y="633"/>
                    <a:pt x="2584" y="55"/>
                  </a:cubicBezTo>
                  <a:cubicBezTo>
                    <a:pt x="2368" y="22"/>
                    <a:pt x="2141" y="0"/>
                    <a:pt x="191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7"/>
            <p:cNvSpPr/>
            <p:nvPr/>
          </p:nvSpPr>
          <p:spPr>
            <a:xfrm>
              <a:off x="1200125" y="4052775"/>
              <a:ext cx="218125" cy="204450"/>
            </a:xfrm>
            <a:custGeom>
              <a:avLst/>
              <a:gdLst/>
              <a:ahLst/>
              <a:cxnLst/>
              <a:rect l="l" t="t" r="r" b="b"/>
              <a:pathLst>
                <a:path w="8725" h="8178" extrusionOk="0">
                  <a:moveTo>
                    <a:pt x="31" y="1"/>
                  </a:moveTo>
                  <a:cubicBezTo>
                    <a:pt x="1" y="31"/>
                    <a:pt x="730" y="153"/>
                    <a:pt x="1794" y="517"/>
                  </a:cubicBezTo>
                  <a:cubicBezTo>
                    <a:pt x="2068" y="609"/>
                    <a:pt x="2372" y="730"/>
                    <a:pt x="2645" y="882"/>
                  </a:cubicBezTo>
                  <a:cubicBezTo>
                    <a:pt x="2980" y="1034"/>
                    <a:pt x="3314" y="1186"/>
                    <a:pt x="3618" y="1369"/>
                  </a:cubicBezTo>
                  <a:cubicBezTo>
                    <a:pt x="5047" y="2159"/>
                    <a:pt x="6262" y="3314"/>
                    <a:pt x="7174" y="4651"/>
                  </a:cubicBezTo>
                  <a:cubicBezTo>
                    <a:pt x="7357" y="4955"/>
                    <a:pt x="7539" y="5259"/>
                    <a:pt x="7691" y="5594"/>
                  </a:cubicBezTo>
                  <a:cubicBezTo>
                    <a:pt x="7843" y="5867"/>
                    <a:pt x="7995" y="6141"/>
                    <a:pt x="8117" y="6445"/>
                  </a:cubicBezTo>
                  <a:cubicBezTo>
                    <a:pt x="8542" y="7478"/>
                    <a:pt x="8664" y="8177"/>
                    <a:pt x="8725" y="8177"/>
                  </a:cubicBezTo>
                  <a:cubicBezTo>
                    <a:pt x="8694" y="8025"/>
                    <a:pt x="8664" y="7843"/>
                    <a:pt x="8633" y="7691"/>
                  </a:cubicBezTo>
                  <a:cubicBezTo>
                    <a:pt x="8603" y="7478"/>
                    <a:pt x="8542" y="7296"/>
                    <a:pt x="8481" y="7113"/>
                  </a:cubicBezTo>
                  <a:cubicBezTo>
                    <a:pt x="8421" y="6870"/>
                    <a:pt x="8329" y="6627"/>
                    <a:pt x="8238" y="6384"/>
                  </a:cubicBezTo>
                  <a:cubicBezTo>
                    <a:pt x="8117" y="6080"/>
                    <a:pt x="7995" y="5806"/>
                    <a:pt x="7843" y="5533"/>
                  </a:cubicBezTo>
                  <a:cubicBezTo>
                    <a:pt x="7691" y="5198"/>
                    <a:pt x="7509" y="4864"/>
                    <a:pt x="7326" y="4560"/>
                  </a:cubicBezTo>
                  <a:cubicBezTo>
                    <a:pt x="6840" y="3891"/>
                    <a:pt x="6323" y="3253"/>
                    <a:pt x="5715" y="2676"/>
                  </a:cubicBezTo>
                  <a:cubicBezTo>
                    <a:pt x="5107" y="2098"/>
                    <a:pt x="4439" y="1612"/>
                    <a:pt x="3709" y="1217"/>
                  </a:cubicBezTo>
                  <a:cubicBezTo>
                    <a:pt x="3375" y="1034"/>
                    <a:pt x="3071" y="882"/>
                    <a:pt x="2737" y="730"/>
                  </a:cubicBezTo>
                  <a:cubicBezTo>
                    <a:pt x="2433" y="609"/>
                    <a:pt x="2159" y="487"/>
                    <a:pt x="1855" y="396"/>
                  </a:cubicBezTo>
                  <a:cubicBezTo>
                    <a:pt x="1551" y="305"/>
                    <a:pt x="1308" y="244"/>
                    <a:pt x="1095" y="183"/>
                  </a:cubicBezTo>
                  <a:cubicBezTo>
                    <a:pt x="882" y="122"/>
                    <a:pt x="700" y="92"/>
                    <a:pt x="518" y="62"/>
                  </a:cubicBezTo>
                  <a:cubicBezTo>
                    <a:pt x="335" y="31"/>
                    <a:pt x="183" y="1"/>
                    <a:pt x="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AF79EAA1-7D36-19D9-1D65-C0D080EEB37D}"/>
              </a:ext>
            </a:extLst>
          </p:cNvPr>
          <p:cNvSpPr txBox="1"/>
          <p:nvPr/>
        </p:nvSpPr>
        <p:spPr>
          <a:xfrm>
            <a:off x="4162926" y="2847492"/>
            <a:ext cx="1106906" cy="307777"/>
          </a:xfrm>
          <a:prstGeom prst="rect">
            <a:avLst/>
          </a:prstGeom>
          <a:noFill/>
        </p:spPr>
        <p:txBody>
          <a:bodyPr wrap="square" rtlCol="0">
            <a:spAutoFit/>
          </a:bodyPr>
          <a:lstStyle/>
          <a:p>
            <a:r>
              <a:rPr lang="en-US">
                <a:solidFill>
                  <a:schemeClr val="dk1"/>
                </a:solidFill>
                <a:latin typeface="Vazir" panose="020B0603030804020204" pitchFamily="34" charset="-78"/>
                <a:cs typeface="Mitra" panose="00000400000000000000" pitchFamily="2" charset="-78"/>
                <a:sym typeface="Raleway"/>
              </a:rPr>
              <a:t>DecideAct</a:t>
            </a:r>
          </a:p>
        </p:txBody>
      </p:sp>
      <p:sp>
        <p:nvSpPr>
          <p:cNvPr id="3" name="Google Shape;925;p47">
            <a:extLst>
              <a:ext uri="{FF2B5EF4-FFF2-40B4-BE49-F238E27FC236}">
                <a16:creationId xmlns:a16="http://schemas.microsoft.com/office/drawing/2014/main" id="{3985923E-799A-C5CB-AB67-3B89E2C32823}"/>
              </a:ext>
            </a:extLst>
          </p:cNvPr>
          <p:cNvSpPr txBox="1">
            <a:spLocks noGrp="1"/>
          </p:cNvSpPr>
          <p:nvPr/>
        </p:nvSpPr>
        <p:spPr>
          <a:xfrm>
            <a:off x="1202850" y="588420"/>
            <a:ext cx="6738300" cy="1359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2"/>
              </a:buClr>
              <a:buSzPts val="1800"/>
              <a:buFont typeface="Raleway"/>
              <a:buNone/>
              <a:defRPr sz="2600" b="0" i="0" u="none" strike="noStrike" cap="none">
                <a:solidFill>
                  <a:schemeClr val="accent3"/>
                </a:solidFill>
                <a:latin typeface="Fredoka One"/>
                <a:ea typeface="Fredoka One"/>
                <a:cs typeface="Fredoka One"/>
                <a:sym typeface="Fredoka One"/>
              </a:defRPr>
            </a:lvl1pPr>
            <a:lvl2pPr marL="914400" marR="0" lvl="1"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2pPr>
            <a:lvl3pPr marL="1371600" marR="0" lvl="2"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3pPr>
            <a:lvl4pPr marL="1828800" marR="0" lvl="3"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4pPr>
            <a:lvl5pPr marL="2286000" marR="0" lvl="4"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5pPr>
            <a:lvl6pPr marL="2743200" marR="0" lvl="5"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6pPr>
            <a:lvl7pPr marL="3200400" marR="0" lvl="6"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7pPr>
            <a:lvl8pPr marL="3657600" marR="0" lvl="7"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8pPr>
            <a:lvl9pPr marL="4114800" marR="0" lvl="8"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9pPr>
          </a:lstStyle>
          <a:p>
            <a:pPr marL="0" lvl="0" indent="0" algn="ctr" rtl="0">
              <a:spcBef>
                <a:spcPts val="0"/>
              </a:spcBef>
              <a:spcAft>
                <a:spcPts val="0"/>
              </a:spcAft>
              <a:buClr>
                <a:schemeClr val="dk1"/>
              </a:buClr>
              <a:buSzPts val="1100"/>
              <a:buFont typeface="Arial"/>
              <a:buNone/>
            </a:pPr>
            <a:r>
              <a:rPr lang="en" sz="2400"/>
              <a:t>“</a:t>
            </a:r>
            <a:r>
              <a:rPr lang="en-US" sz="2400"/>
              <a:t>Data is the oil of the 21st century, and  data analytics is the combustion engine.”</a:t>
            </a:r>
            <a:endParaRPr sz="2400"/>
          </a:p>
          <a:p>
            <a:pPr marL="0" lvl="0" indent="0" algn="ctr" rtl="0">
              <a:spcBef>
                <a:spcPts val="0"/>
              </a:spcBef>
              <a:spcAft>
                <a:spcPts val="0"/>
              </a:spcAft>
              <a:buNone/>
            </a:pPr>
            <a:endParaRPr sz="2400"/>
          </a:p>
        </p:txBody>
      </p:sp>
      <p:cxnSp>
        <p:nvCxnSpPr>
          <p:cNvPr id="5" name="Straight Connector 4">
            <a:extLst>
              <a:ext uri="{FF2B5EF4-FFF2-40B4-BE49-F238E27FC236}">
                <a16:creationId xmlns:a16="http://schemas.microsoft.com/office/drawing/2014/main" id="{CBEC584B-BA65-718B-9321-D1AB1A1FDEFD}"/>
              </a:ext>
            </a:extLst>
          </p:cNvPr>
          <p:cNvCxnSpPr/>
          <p:nvPr/>
        </p:nvCxnSpPr>
        <p:spPr>
          <a:xfrm>
            <a:off x="1973178" y="1615669"/>
            <a:ext cx="5067014"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1FBC8"/>
        </a:solidFill>
        <a:effectLst/>
      </p:bgPr>
    </p:bg>
    <p:spTree>
      <p:nvGrpSpPr>
        <p:cNvPr id="1" name="Shape 1222">
          <a:extLst>
            <a:ext uri="{FF2B5EF4-FFF2-40B4-BE49-F238E27FC236}">
              <a16:creationId xmlns:a16="http://schemas.microsoft.com/office/drawing/2014/main" id="{C8D26F13-5898-43A8-16F3-D033D80E9F96}"/>
            </a:ext>
          </a:extLst>
        </p:cNvPr>
        <p:cNvGrpSpPr/>
        <p:nvPr/>
      </p:nvGrpSpPr>
      <p:grpSpPr>
        <a:xfrm>
          <a:off x="0" y="0"/>
          <a:ext cx="0" cy="0"/>
          <a:chOff x="0" y="0"/>
          <a:chExt cx="0" cy="0"/>
        </a:xfrm>
      </p:grpSpPr>
      <p:sp>
        <p:nvSpPr>
          <p:cNvPr id="1223" name="Google Shape;1223;p51">
            <a:extLst>
              <a:ext uri="{FF2B5EF4-FFF2-40B4-BE49-F238E27FC236}">
                <a16:creationId xmlns:a16="http://schemas.microsoft.com/office/drawing/2014/main" id="{4709CE8E-FB28-A8AA-8469-8F9D6F9D7929}"/>
              </a:ext>
            </a:extLst>
          </p:cNvPr>
          <p:cNvSpPr txBox="1">
            <a:spLocks noGrp="1"/>
          </p:cNvSpPr>
          <p:nvPr>
            <p:ph type="title"/>
          </p:nvPr>
        </p:nvSpPr>
        <p:spPr>
          <a:xfrm>
            <a:off x="5452499" y="229000"/>
            <a:ext cx="2644727" cy="424141"/>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a-IR" sz="1900" b="1">
                <a:latin typeface="Vazir" panose="020B0603030804020204" pitchFamily="34" charset="-78"/>
                <a:cs typeface="Vazir" panose="020B0603030804020204" pitchFamily="34" charset="-78"/>
              </a:rPr>
              <a:t>علم‌داده چیست؟</a:t>
            </a:r>
            <a:endParaRPr sz="1900" b="1">
              <a:latin typeface="Vazir" panose="020B0603030804020204" pitchFamily="34" charset="-78"/>
              <a:cs typeface="Vazir" panose="020B0603030804020204" pitchFamily="34" charset="-78"/>
            </a:endParaRPr>
          </a:p>
        </p:txBody>
      </p:sp>
      <p:sp>
        <p:nvSpPr>
          <p:cNvPr id="4" name="TextBox 3">
            <a:extLst>
              <a:ext uri="{FF2B5EF4-FFF2-40B4-BE49-F238E27FC236}">
                <a16:creationId xmlns:a16="http://schemas.microsoft.com/office/drawing/2014/main" id="{9D255AAE-06F1-D13A-1598-237522066101}"/>
              </a:ext>
            </a:extLst>
          </p:cNvPr>
          <p:cNvSpPr txBox="1"/>
          <p:nvPr/>
        </p:nvSpPr>
        <p:spPr>
          <a:xfrm>
            <a:off x="749396" y="611466"/>
            <a:ext cx="7347830" cy="1046440"/>
          </a:xfrm>
          <a:prstGeom prst="rect">
            <a:avLst/>
          </a:prstGeom>
          <a:noFill/>
        </p:spPr>
        <p:txBody>
          <a:bodyPr wrap="square" rtlCol="0">
            <a:spAutoFit/>
          </a:bodyPr>
          <a:lstStyle/>
          <a:p>
            <a:pPr algn="r"/>
            <a:r>
              <a:rPr lang="fa-IR" sz="1600">
                <a:cs typeface="Mitra" panose="00000400000000000000" pitchFamily="2" charset="-78"/>
              </a:rPr>
              <a:t>علم داده رشته‌ای از علوم کامپیوتراست که با به‌کارگیری </a:t>
            </a:r>
            <a:r>
              <a:rPr lang="fa-IR" sz="1300" b="1">
                <a:cs typeface="Mitra" panose="00000400000000000000" pitchFamily="2" charset="-78"/>
              </a:rPr>
              <a:t>روش‌های آماری و ریاضی </a:t>
            </a:r>
            <a:r>
              <a:rPr lang="fa-IR" sz="1600">
                <a:cs typeface="Mitra" panose="00000400000000000000" pitchFamily="2" charset="-78"/>
              </a:rPr>
              <a:t>و </a:t>
            </a:r>
            <a:r>
              <a:rPr lang="fa-IR" sz="1300" b="1">
                <a:cs typeface="Mitra" panose="00000400000000000000" pitchFamily="2" charset="-78"/>
              </a:rPr>
              <a:t>الگوریتم‌های کامپیوتری </a:t>
            </a:r>
            <a:r>
              <a:rPr lang="fa-IR" sz="1600">
                <a:cs typeface="Mitra" panose="00000400000000000000" pitchFamily="2" charset="-78"/>
              </a:rPr>
              <a:t>به تحلیل حجم زیادی از داده‌ها می‌پردازد.</a:t>
            </a:r>
            <a:endParaRPr lang="en-US" sz="1600">
              <a:cs typeface="Mitra" panose="00000400000000000000" pitchFamily="2" charset="-78"/>
            </a:endParaRPr>
          </a:p>
          <a:p>
            <a:pPr algn="r"/>
            <a:r>
              <a:rPr lang="fa-IR" sz="1600">
                <a:cs typeface="Mitra" panose="00000400000000000000" pitchFamily="2" charset="-78"/>
              </a:rPr>
              <a:t>در این رشته با ترکیب ریاضیات، آمار و علوم کامپیوتر، داده‌های بسیاری پردازش می‌شوند تا </a:t>
            </a:r>
            <a:r>
              <a:rPr lang="fa-IR" sz="1300" b="1">
                <a:cs typeface="Mitra" panose="00000400000000000000" pitchFamily="2" charset="-78"/>
              </a:rPr>
              <a:t>الگوها و اطلاعات مفیدی از آن‌ها استخراج شود. </a:t>
            </a:r>
            <a:r>
              <a:rPr lang="fa-IR" sz="1400">
                <a:cs typeface="Mitra" panose="00000400000000000000" pitchFamily="2" charset="-78"/>
              </a:rPr>
              <a:t>این علم در تلاش است تا داده‌های خام را به دانشی قابل استفاده برای حل مسائل واقعی تبدیل کند.</a:t>
            </a:r>
            <a:endParaRPr lang="en-US" sz="1300" b="1">
              <a:cs typeface="Mitra" panose="00000400000000000000" pitchFamily="2" charset="-78"/>
            </a:endParaRPr>
          </a:p>
        </p:txBody>
      </p:sp>
      <p:sp>
        <p:nvSpPr>
          <p:cNvPr id="8" name="Google Shape;1223;p51">
            <a:extLst>
              <a:ext uri="{FF2B5EF4-FFF2-40B4-BE49-F238E27FC236}">
                <a16:creationId xmlns:a16="http://schemas.microsoft.com/office/drawing/2014/main" id="{34618EB1-6ECC-6D86-082D-937E23F907CD}"/>
              </a:ext>
            </a:extLst>
          </p:cNvPr>
          <p:cNvSpPr txBox="1">
            <a:spLocks/>
          </p:cNvSpPr>
          <p:nvPr/>
        </p:nvSpPr>
        <p:spPr>
          <a:xfrm>
            <a:off x="5521251" y="1779383"/>
            <a:ext cx="2644727" cy="424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3"/>
              </a:buClr>
              <a:buSzPts val="4200"/>
              <a:buFont typeface="Fredoka One"/>
              <a:buNone/>
              <a:defRPr sz="2800" b="0" i="0" u="none" strike="noStrike" cap="none">
                <a:solidFill>
                  <a:schemeClr val="accent3"/>
                </a:solidFill>
                <a:latin typeface="Fredoka One"/>
                <a:ea typeface="Fredoka One"/>
                <a:cs typeface="Fredoka One"/>
                <a:sym typeface="Fredoka One"/>
              </a:defRPr>
            </a:lvl1pPr>
            <a:lvl2pPr marR="0" lvl="1" algn="ctr" rtl="0">
              <a:lnSpc>
                <a:spcPct val="100000"/>
              </a:lnSpc>
              <a:spcBef>
                <a:spcPts val="0"/>
              </a:spcBef>
              <a:spcAft>
                <a:spcPts val="0"/>
              </a:spcAft>
              <a:buClr>
                <a:schemeClr val="accent3"/>
              </a:buClr>
              <a:buSzPts val="4200"/>
              <a:buFont typeface="Fredoka One"/>
              <a:buNone/>
              <a:defRPr sz="4200" b="0" i="0" u="none" strike="noStrike" cap="none">
                <a:solidFill>
                  <a:schemeClr val="accent3"/>
                </a:solidFill>
                <a:latin typeface="Fredoka One"/>
                <a:ea typeface="Fredoka One"/>
                <a:cs typeface="Fredoka One"/>
                <a:sym typeface="Fredoka One"/>
              </a:defRPr>
            </a:lvl2pPr>
            <a:lvl3pPr marR="0" lvl="2" algn="ctr" rtl="0">
              <a:lnSpc>
                <a:spcPct val="100000"/>
              </a:lnSpc>
              <a:spcBef>
                <a:spcPts val="0"/>
              </a:spcBef>
              <a:spcAft>
                <a:spcPts val="0"/>
              </a:spcAft>
              <a:buClr>
                <a:schemeClr val="accent3"/>
              </a:buClr>
              <a:buSzPts val="4200"/>
              <a:buFont typeface="Fredoka One"/>
              <a:buNone/>
              <a:defRPr sz="4200" b="0" i="0" u="none" strike="noStrike" cap="none">
                <a:solidFill>
                  <a:schemeClr val="accent3"/>
                </a:solidFill>
                <a:latin typeface="Fredoka One"/>
                <a:ea typeface="Fredoka One"/>
                <a:cs typeface="Fredoka One"/>
                <a:sym typeface="Fredoka One"/>
              </a:defRPr>
            </a:lvl3pPr>
            <a:lvl4pPr marR="0" lvl="3" algn="ctr" rtl="0">
              <a:lnSpc>
                <a:spcPct val="100000"/>
              </a:lnSpc>
              <a:spcBef>
                <a:spcPts val="0"/>
              </a:spcBef>
              <a:spcAft>
                <a:spcPts val="0"/>
              </a:spcAft>
              <a:buClr>
                <a:schemeClr val="accent3"/>
              </a:buClr>
              <a:buSzPts val="4200"/>
              <a:buFont typeface="Fredoka One"/>
              <a:buNone/>
              <a:defRPr sz="4200" b="0" i="0" u="none" strike="noStrike" cap="none">
                <a:solidFill>
                  <a:schemeClr val="accent3"/>
                </a:solidFill>
                <a:latin typeface="Fredoka One"/>
                <a:ea typeface="Fredoka One"/>
                <a:cs typeface="Fredoka One"/>
                <a:sym typeface="Fredoka One"/>
              </a:defRPr>
            </a:lvl4pPr>
            <a:lvl5pPr marR="0" lvl="4" algn="ctr" rtl="0">
              <a:lnSpc>
                <a:spcPct val="100000"/>
              </a:lnSpc>
              <a:spcBef>
                <a:spcPts val="0"/>
              </a:spcBef>
              <a:spcAft>
                <a:spcPts val="0"/>
              </a:spcAft>
              <a:buClr>
                <a:schemeClr val="accent3"/>
              </a:buClr>
              <a:buSzPts val="4200"/>
              <a:buFont typeface="Fredoka One"/>
              <a:buNone/>
              <a:defRPr sz="4200" b="0" i="0" u="none" strike="noStrike" cap="none">
                <a:solidFill>
                  <a:schemeClr val="accent3"/>
                </a:solidFill>
                <a:latin typeface="Fredoka One"/>
                <a:ea typeface="Fredoka One"/>
                <a:cs typeface="Fredoka One"/>
                <a:sym typeface="Fredoka One"/>
              </a:defRPr>
            </a:lvl5pPr>
            <a:lvl6pPr marR="0" lvl="5" algn="ctr" rtl="0">
              <a:lnSpc>
                <a:spcPct val="100000"/>
              </a:lnSpc>
              <a:spcBef>
                <a:spcPts val="0"/>
              </a:spcBef>
              <a:spcAft>
                <a:spcPts val="0"/>
              </a:spcAft>
              <a:buClr>
                <a:schemeClr val="accent3"/>
              </a:buClr>
              <a:buSzPts val="4200"/>
              <a:buFont typeface="Fredoka One"/>
              <a:buNone/>
              <a:defRPr sz="4200" b="0" i="0" u="none" strike="noStrike" cap="none">
                <a:solidFill>
                  <a:schemeClr val="accent3"/>
                </a:solidFill>
                <a:latin typeface="Fredoka One"/>
                <a:ea typeface="Fredoka One"/>
                <a:cs typeface="Fredoka One"/>
                <a:sym typeface="Fredoka One"/>
              </a:defRPr>
            </a:lvl6pPr>
            <a:lvl7pPr marR="0" lvl="6" algn="ctr" rtl="0">
              <a:lnSpc>
                <a:spcPct val="100000"/>
              </a:lnSpc>
              <a:spcBef>
                <a:spcPts val="0"/>
              </a:spcBef>
              <a:spcAft>
                <a:spcPts val="0"/>
              </a:spcAft>
              <a:buClr>
                <a:schemeClr val="accent3"/>
              </a:buClr>
              <a:buSzPts val="4200"/>
              <a:buFont typeface="Fredoka One"/>
              <a:buNone/>
              <a:defRPr sz="4200" b="0" i="0" u="none" strike="noStrike" cap="none">
                <a:solidFill>
                  <a:schemeClr val="accent3"/>
                </a:solidFill>
                <a:latin typeface="Fredoka One"/>
                <a:ea typeface="Fredoka One"/>
                <a:cs typeface="Fredoka One"/>
                <a:sym typeface="Fredoka One"/>
              </a:defRPr>
            </a:lvl7pPr>
            <a:lvl8pPr marR="0" lvl="7" algn="ctr" rtl="0">
              <a:lnSpc>
                <a:spcPct val="100000"/>
              </a:lnSpc>
              <a:spcBef>
                <a:spcPts val="0"/>
              </a:spcBef>
              <a:spcAft>
                <a:spcPts val="0"/>
              </a:spcAft>
              <a:buClr>
                <a:schemeClr val="accent3"/>
              </a:buClr>
              <a:buSzPts val="4200"/>
              <a:buFont typeface="Fredoka One"/>
              <a:buNone/>
              <a:defRPr sz="4200" b="0" i="0" u="none" strike="noStrike" cap="none">
                <a:solidFill>
                  <a:schemeClr val="accent3"/>
                </a:solidFill>
                <a:latin typeface="Fredoka One"/>
                <a:ea typeface="Fredoka One"/>
                <a:cs typeface="Fredoka One"/>
                <a:sym typeface="Fredoka One"/>
              </a:defRPr>
            </a:lvl8pPr>
            <a:lvl9pPr marR="0" lvl="8" algn="ctr" rtl="0">
              <a:lnSpc>
                <a:spcPct val="100000"/>
              </a:lnSpc>
              <a:spcBef>
                <a:spcPts val="0"/>
              </a:spcBef>
              <a:spcAft>
                <a:spcPts val="0"/>
              </a:spcAft>
              <a:buClr>
                <a:schemeClr val="accent3"/>
              </a:buClr>
              <a:buSzPts val="4200"/>
              <a:buFont typeface="Fredoka One"/>
              <a:buNone/>
              <a:defRPr sz="4200" b="0" i="0" u="none" strike="noStrike" cap="none">
                <a:solidFill>
                  <a:schemeClr val="accent3"/>
                </a:solidFill>
                <a:latin typeface="Fredoka One"/>
                <a:ea typeface="Fredoka One"/>
                <a:cs typeface="Fredoka One"/>
                <a:sym typeface="Fredoka One"/>
              </a:defRPr>
            </a:lvl9pPr>
          </a:lstStyle>
          <a:p>
            <a:pPr algn="r"/>
            <a:r>
              <a:rPr lang="fa-IR" sz="1800" b="1">
                <a:latin typeface="Vazir" panose="020B0603030804020204" pitchFamily="34" charset="-78"/>
                <a:cs typeface="Vazir" panose="020B0603030804020204" pitchFamily="34" charset="-78"/>
              </a:rPr>
              <a:t>هدف از علم‌داده:</a:t>
            </a:r>
          </a:p>
        </p:txBody>
      </p:sp>
      <p:sp>
        <p:nvSpPr>
          <p:cNvPr id="9" name="TextBox 8">
            <a:extLst>
              <a:ext uri="{FF2B5EF4-FFF2-40B4-BE49-F238E27FC236}">
                <a16:creationId xmlns:a16="http://schemas.microsoft.com/office/drawing/2014/main" id="{0F77B2DC-7AB6-CB79-95F4-226716899617}"/>
              </a:ext>
            </a:extLst>
          </p:cNvPr>
          <p:cNvSpPr txBox="1"/>
          <p:nvPr/>
        </p:nvSpPr>
        <p:spPr>
          <a:xfrm>
            <a:off x="818148" y="2123722"/>
            <a:ext cx="7347830" cy="830997"/>
          </a:xfrm>
          <a:prstGeom prst="rect">
            <a:avLst/>
          </a:prstGeom>
          <a:noFill/>
        </p:spPr>
        <p:txBody>
          <a:bodyPr wrap="square" rtlCol="0">
            <a:spAutoFit/>
          </a:bodyPr>
          <a:lstStyle/>
          <a:p>
            <a:pPr algn="r"/>
            <a:r>
              <a:rPr lang="fa-IR" sz="1600">
                <a:cs typeface="Mitra" panose="00000400000000000000" pitchFamily="2" charset="-78"/>
              </a:rPr>
              <a:t>هدف از علم داده، </a:t>
            </a:r>
            <a:r>
              <a:rPr lang="fa-IR" sz="1300" b="1">
                <a:cs typeface="Mitra" panose="00000400000000000000" pitchFamily="2" charset="-78"/>
              </a:rPr>
              <a:t>استخراج اطلاعات و الگوهای ارزشمند </a:t>
            </a:r>
            <a:r>
              <a:rPr lang="fa-IR" sz="1600">
                <a:cs typeface="Mitra" panose="00000400000000000000" pitchFamily="2" charset="-78"/>
              </a:rPr>
              <a:t>و بینش یافتن از حجم زیادی از داده‌ها است.</a:t>
            </a:r>
            <a:br>
              <a:rPr lang="fa-IR" sz="1600">
                <a:cs typeface="Mitra" panose="00000400000000000000" pitchFamily="2" charset="-78"/>
              </a:rPr>
            </a:br>
            <a:r>
              <a:rPr lang="fa-IR" sz="1600">
                <a:cs typeface="Mitra" panose="00000400000000000000" pitchFamily="2" charset="-78"/>
              </a:rPr>
              <a:t>با تحلیل داده‌ها، علم داده کمک </a:t>
            </a:r>
            <a:r>
              <a:rPr lang="fa-IR" sz="1300" b="1">
                <a:cs typeface="Mitra" panose="00000400000000000000" pitchFamily="2" charset="-78"/>
              </a:rPr>
              <a:t>می‌کند الگوهای پنهان شناسایی شوند</a:t>
            </a:r>
            <a:r>
              <a:rPr lang="fa-IR" sz="1600">
                <a:cs typeface="Mitra" panose="00000400000000000000" pitchFamily="2" charset="-78"/>
              </a:rPr>
              <a:t>، تصمیم‌گیری‌ها بهتر شوند و پیش‌بینی‌های دقیق‌تری درباره آینده انجام گیرد. </a:t>
            </a:r>
            <a:endParaRPr lang="en-US" sz="1600">
              <a:cs typeface="Mitra" panose="00000400000000000000" pitchFamily="2" charset="-78"/>
            </a:endParaRPr>
          </a:p>
        </p:txBody>
      </p:sp>
      <p:sp>
        <p:nvSpPr>
          <p:cNvPr id="11" name="Google Shape;1223;p51">
            <a:extLst>
              <a:ext uri="{FF2B5EF4-FFF2-40B4-BE49-F238E27FC236}">
                <a16:creationId xmlns:a16="http://schemas.microsoft.com/office/drawing/2014/main" id="{ACB2CB74-79DC-AA8A-3354-62CD30251AD5}"/>
              </a:ext>
            </a:extLst>
          </p:cNvPr>
          <p:cNvSpPr txBox="1">
            <a:spLocks/>
          </p:cNvSpPr>
          <p:nvPr/>
        </p:nvSpPr>
        <p:spPr>
          <a:xfrm>
            <a:off x="5522399" y="3100568"/>
            <a:ext cx="2644727" cy="424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3"/>
              </a:buClr>
              <a:buSzPts val="4200"/>
              <a:buFont typeface="Fredoka One"/>
              <a:buNone/>
              <a:defRPr sz="2800" b="0" i="0" u="none" strike="noStrike" cap="none">
                <a:solidFill>
                  <a:schemeClr val="accent3"/>
                </a:solidFill>
                <a:latin typeface="Fredoka One"/>
                <a:ea typeface="Fredoka One"/>
                <a:cs typeface="Fredoka One"/>
                <a:sym typeface="Fredoka One"/>
              </a:defRPr>
            </a:lvl1pPr>
            <a:lvl2pPr marR="0" lvl="1" algn="ctr" rtl="0">
              <a:lnSpc>
                <a:spcPct val="100000"/>
              </a:lnSpc>
              <a:spcBef>
                <a:spcPts val="0"/>
              </a:spcBef>
              <a:spcAft>
                <a:spcPts val="0"/>
              </a:spcAft>
              <a:buClr>
                <a:schemeClr val="accent3"/>
              </a:buClr>
              <a:buSzPts val="4200"/>
              <a:buFont typeface="Fredoka One"/>
              <a:buNone/>
              <a:defRPr sz="4200" b="0" i="0" u="none" strike="noStrike" cap="none">
                <a:solidFill>
                  <a:schemeClr val="accent3"/>
                </a:solidFill>
                <a:latin typeface="Fredoka One"/>
                <a:ea typeface="Fredoka One"/>
                <a:cs typeface="Fredoka One"/>
                <a:sym typeface="Fredoka One"/>
              </a:defRPr>
            </a:lvl2pPr>
            <a:lvl3pPr marR="0" lvl="2" algn="ctr" rtl="0">
              <a:lnSpc>
                <a:spcPct val="100000"/>
              </a:lnSpc>
              <a:spcBef>
                <a:spcPts val="0"/>
              </a:spcBef>
              <a:spcAft>
                <a:spcPts val="0"/>
              </a:spcAft>
              <a:buClr>
                <a:schemeClr val="accent3"/>
              </a:buClr>
              <a:buSzPts val="4200"/>
              <a:buFont typeface="Fredoka One"/>
              <a:buNone/>
              <a:defRPr sz="4200" b="0" i="0" u="none" strike="noStrike" cap="none">
                <a:solidFill>
                  <a:schemeClr val="accent3"/>
                </a:solidFill>
                <a:latin typeface="Fredoka One"/>
                <a:ea typeface="Fredoka One"/>
                <a:cs typeface="Fredoka One"/>
                <a:sym typeface="Fredoka One"/>
              </a:defRPr>
            </a:lvl3pPr>
            <a:lvl4pPr marR="0" lvl="3" algn="ctr" rtl="0">
              <a:lnSpc>
                <a:spcPct val="100000"/>
              </a:lnSpc>
              <a:spcBef>
                <a:spcPts val="0"/>
              </a:spcBef>
              <a:spcAft>
                <a:spcPts val="0"/>
              </a:spcAft>
              <a:buClr>
                <a:schemeClr val="accent3"/>
              </a:buClr>
              <a:buSzPts val="4200"/>
              <a:buFont typeface="Fredoka One"/>
              <a:buNone/>
              <a:defRPr sz="4200" b="0" i="0" u="none" strike="noStrike" cap="none">
                <a:solidFill>
                  <a:schemeClr val="accent3"/>
                </a:solidFill>
                <a:latin typeface="Fredoka One"/>
                <a:ea typeface="Fredoka One"/>
                <a:cs typeface="Fredoka One"/>
                <a:sym typeface="Fredoka One"/>
              </a:defRPr>
            </a:lvl4pPr>
            <a:lvl5pPr marR="0" lvl="4" algn="ctr" rtl="0">
              <a:lnSpc>
                <a:spcPct val="100000"/>
              </a:lnSpc>
              <a:spcBef>
                <a:spcPts val="0"/>
              </a:spcBef>
              <a:spcAft>
                <a:spcPts val="0"/>
              </a:spcAft>
              <a:buClr>
                <a:schemeClr val="accent3"/>
              </a:buClr>
              <a:buSzPts val="4200"/>
              <a:buFont typeface="Fredoka One"/>
              <a:buNone/>
              <a:defRPr sz="4200" b="0" i="0" u="none" strike="noStrike" cap="none">
                <a:solidFill>
                  <a:schemeClr val="accent3"/>
                </a:solidFill>
                <a:latin typeface="Fredoka One"/>
                <a:ea typeface="Fredoka One"/>
                <a:cs typeface="Fredoka One"/>
                <a:sym typeface="Fredoka One"/>
              </a:defRPr>
            </a:lvl5pPr>
            <a:lvl6pPr marR="0" lvl="5" algn="ctr" rtl="0">
              <a:lnSpc>
                <a:spcPct val="100000"/>
              </a:lnSpc>
              <a:spcBef>
                <a:spcPts val="0"/>
              </a:spcBef>
              <a:spcAft>
                <a:spcPts val="0"/>
              </a:spcAft>
              <a:buClr>
                <a:schemeClr val="accent3"/>
              </a:buClr>
              <a:buSzPts val="4200"/>
              <a:buFont typeface="Fredoka One"/>
              <a:buNone/>
              <a:defRPr sz="4200" b="0" i="0" u="none" strike="noStrike" cap="none">
                <a:solidFill>
                  <a:schemeClr val="accent3"/>
                </a:solidFill>
                <a:latin typeface="Fredoka One"/>
                <a:ea typeface="Fredoka One"/>
                <a:cs typeface="Fredoka One"/>
                <a:sym typeface="Fredoka One"/>
              </a:defRPr>
            </a:lvl6pPr>
            <a:lvl7pPr marR="0" lvl="6" algn="ctr" rtl="0">
              <a:lnSpc>
                <a:spcPct val="100000"/>
              </a:lnSpc>
              <a:spcBef>
                <a:spcPts val="0"/>
              </a:spcBef>
              <a:spcAft>
                <a:spcPts val="0"/>
              </a:spcAft>
              <a:buClr>
                <a:schemeClr val="accent3"/>
              </a:buClr>
              <a:buSzPts val="4200"/>
              <a:buFont typeface="Fredoka One"/>
              <a:buNone/>
              <a:defRPr sz="4200" b="0" i="0" u="none" strike="noStrike" cap="none">
                <a:solidFill>
                  <a:schemeClr val="accent3"/>
                </a:solidFill>
                <a:latin typeface="Fredoka One"/>
                <a:ea typeface="Fredoka One"/>
                <a:cs typeface="Fredoka One"/>
                <a:sym typeface="Fredoka One"/>
              </a:defRPr>
            </a:lvl7pPr>
            <a:lvl8pPr marR="0" lvl="7" algn="ctr" rtl="0">
              <a:lnSpc>
                <a:spcPct val="100000"/>
              </a:lnSpc>
              <a:spcBef>
                <a:spcPts val="0"/>
              </a:spcBef>
              <a:spcAft>
                <a:spcPts val="0"/>
              </a:spcAft>
              <a:buClr>
                <a:schemeClr val="accent3"/>
              </a:buClr>
              <a:buSzPts val="4200"/>
              <a:buFont typeface="Fredoka One"/>
              <a:buNone/>
              <a:defRPr sz="4200" b="0" i="0" u="none" strike="noStrike" cap="none">
                <a:solidFill>
                  <a:schemeClr val="accent3"/>
                </a:solidFill>
                <a:latin typeface="Fredoka One"/>
                <a:ea typeface="Fredoka One"/>
                <a:cs typeface="Fredoka One"/>
                <a:sym typeface="Fredoka One"/>
              </a:defRPr>
            </a:lvl8pPr>
            <a:lvl9pPr marR="0" lvl="8" algn="ctr" rtl="0">
              <a:lnSpc>
                <a:spcPct val="100000"/>
              </a:lnSpc>
              <a:spcBef>
                <a:spcPts val="0"/>
              </a:spcBef>
              <a:spcAft>
                <a:spcPts val="0"/>
              </a:spcAft>
              <a:buClr>
                <a:schemeClr val="accent3"/>
              </a:buClr>
              <a:buSzPts val="4200"/>
              <a:buFont typeface="Fredoka One"/>
              <a:buNone/>
              <a:defRPr sz="4200" b="0" i="0" u="none" strike="noStrike" cap="none">
                <a:solidFill>
                  <a:schemeClr val="accent3"/>
                </a:solidFill>
                <a:latin typeface="Fredoka One"/>
                <a:ea typeface="Fredoka One"/>
                <a:cs typeface="Fredoka One"/>
                <a:sym typeface="Fredoka One"/>
              </a:defRPr>
            </a:lvl9pPr>
          </a:lstStyle>
          <a:p>
            <a:pPr algn="r"/>
            <a:r>
              <a:rPr lang="fa-IR" sz="1800" b="1">
                <a:latin typeface="Vazir" panose="020B0603030804020204" pitchFamily="34" charset="-78"/>
                <a:cs typeface="Vazir" panose="020B0603030804020204" pitchFamily="34" charset="-78"/>
              </a:rPr>
              <a:t>کاربرد علم‌داده:</a:t>
            </a:r>
          </a:p>
        </p:txBody>
      </p:sp>
      <p:sp>
        <p:nvSpPr>
          <p:cNvPr id="12" name="TextBox 11">
            <a:extLst>
              <a:ext uri="{FF2B5EF4-FFF2-40B4-BE49-F238E27FC236}">
                <a16:creationId xmlns:a16="http://schemas.microsoft.com/office/drawing/2014/main" id="{09662623-7E80-5D77-4267-F7508A4C2812}"/>
              </a:ext>
            </a:extLst>
          </p:cNvPr>
          <p:cNvSpPr txBox="1"/>
          <p:nvPr/>
        </p:nvSpPr>
        <p:spPr>
          <a:xfrm>
            <a:off x="898085" y="3484389"/>
            <a:ext cx="7347830" cy="830997"/>
          </a:xfrm>
          <a:prstGeom prst="rect">
            <a:avLst/>
          </a:prstGeom>
          <a:noFill/>
        </p:spPr>
        <p:txBody>
          <a:bodyPr wrap="square" rtlCol="0">
            <a:spAutoFit/>
          </a:bodyPr>
          <a:lstStyle/>
          <a:p>
            <a:pPr algn="r"/>
            <a:r>
              <a:rPr lang="fa-IR" sz="1600">
                <a:cs typeface="Mitra" panose="00000400000000000000" pitchFamily="2" charset="-78"/>
              </a:rPr>
              <a:t>در کسب‌وکارها برای پیش‌بینی رفتار مشتریان، در اقتصاد برای یافتن الگو های اقتصادی و پیش بینی آماری، در صنعت برای بهینه‌سازی تولید ، در پزشکی برای تشخیص بیماری‌ها و در فناوری برای توسعه هوش مصنوعی به کار می‌رود.</a:t>
            </a:r>
          </a:p>
          <a:p>
            <a:pPr algn="r"/>
            <a:r>
              <a:rPr lang="fa-IR" sz="1600">
                <a:cs typeface="Mitra" panose="00000400000000000000" pitchFamily="2" charset="-78"/>
              </a:rPr>
              <a:t> به طور کلی، علم داده با تحلیل داده‌ها به بهبود تصمیم‌گیری و افزایش کارایی در بسیاری از زمینه‌ها کمک می‌کند.</a:t>
            </a:r>
            <a:endParaRPr lang="en-US" sz="1600">
              <a:cs typeface="Mitra" panose="00000400000000000000" pitchFamily="2" charset="-78"/>
            </a:endParaRPr>
          </a:p>
        </p:txBody>
      </p:sp>
      <p:cxnSp>
        <p:nvCxnSpPr>
          <p:cNvPr id="2" name="Straight Connector 1">
            <a:extLst>
              <a:ext uri="{FF2B5EF4-FFF2-40B4-BE49-F238E27FC236}">
                <a16:creationId xmlns:a16="http://schemas.microsoft.com/office/drawing/2014/main" id="{996EB937-543A-DD1E-9382-6B2249018707}"/>
              </a:ext>
            </a:extLst>
          </p:cNvPr>
          <p:cNvCxnSpPr>
            <a:cxnSpLocks/>
          </p:cNvCxnSpPr>
          <p:nvPr/>
        </p:nvCxnSpPr>
        <p:spPr>
          <a:xfrm>
            <a:off x="5823439" y="643224"/>
            <a:ext cx="2210575"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85C2FB11-D51C-0AC9-4CC1-CCE4F0876ABF}"/>
              </a:ext>
            </a:extLst>
          </p:cNvPr>
          <p:cNvCxnSpPr>
            <a:cxnSpLocks/>
          </p:cNvCxnSpPr>
          <p:nvPr/>
        </p:nvCxnSpPr>
        <p:spPr>
          <a:xfrm>
            <a:off x="5837507" y="2158385"/>
            <a:ext cx="2210575"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A127572-6A75-209A-440B-642B9B038F8D}"/>
              </a:ext>
            </a:extLst>
          </p:cNvPr>
          <p:cNvCxnSpPr>
            <a:cxnSpLocks/>
          </p:cNvCxnSpPr>
          <p:nvPr/>
        </p:nvCxnSpPr>
        <p:spPr>
          <a:xfrm>
            <a:off x="5905501" y="3492474"/>
            <a:ext cx="2210575"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4560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1FBC8"/>
        </a:solidFill>
        <a:effectLst/>
      </p:bgPr>
    </p:bg>
    <p:spTree>
      <p:nvGrpSpPr>
        <p:cNvPr id="1" name="Shape 1611">
          <a:extLst>
            <a:ext uri="{FF2B5EF4-FFF2-40B4-BE49-F238E27FC236}">
              <a16:creationId xmlns:a16="http://schemas.microsoft.com/office/drawing/2014/main" id="{A9391181-5937-B981-C83E-A2E5B871A90A}"/>
            </a:ext>
          </a:extLst>
        </p:cNvPr>
        <p:cNvGrpSpPr/>
        <p:nvPr/>
      </p:nvGrpSpPr>
      <p:grpSpPr>
        <a:xfrm>
          <a:off x="0" y="0"/>
          <a:ext cx="0" cy="0"/>
          <a:chOff x="0" y="0"/>
          <a:chExt cx="0" cy="0"/>
        </a:xfrm>
      </p:grpSpPr>
      <p:grpSp>
        <p:nvGrpSpPr>
          <p:cNvPr id="1612" name="Google Shape;1612;p57">
            <a:extLst>
              <a:ext uri="{FF2B5EF4-FFF2-40B4-BE49-F238E27FC236}">
                <a16:creationId xmlns:a16="http://schemas.microsoft.com/office/drawing/2014/main" id="{C7693269-E687-F600-75C6-833086538B5A}"/>
              </a:ext>
            </a:extLst>
          </p:cNvPr>
          <p:cNvGrpSpPr/>
          <p:nvPr/>
        </p:nvGrpSpPr>
        <p:grpSpPr>
          <a:xfrm>
            <a:off x="3185260" y="1893127"/>
            <a:ext cx="5904808" cy="1444634"/>
            <a:chOff x="2552214" y="1910966"/>
            <a:chExt cx="5904808" cy="1444634"/>
          </a:xfrm>
        </p:grpSpPr>
        <p:sp>
          <p:nvSpPr>
            <p:cNvPr id="1613" name="Google Shape;1613;p57">
              <a:extLst>
                <a:ext uri="{FF2B5EF4-FFF2-40B4-BE49-F238E27FC236}">
                  <a16:creationId xmlns:a16="http://schemas.microsoft.com/office/drawing/2014/main" id="{9A8F6A75-C5D8-E5D2-CB68-79C6FC361C27}"/>
                </a:ext>
              </a:extLst>
            </p:cNvPr>
            <p:cNvSpPr/>
            <p:nvPr/>
          </p:nvSpPr>
          <p:spPr>
            <a:xfrm>
              <a:off x="7128405" y="2073396"/>
              <a:ext cx="1109700" cy="11097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7">
              <a:extLst>
                <a:ext uri="{FF2B5EF4-FFF2-40B4-BE49-F238E27FC236}">
                  <a16:creationId xmlns:a16="http://schemas.microsoft.com/office/drawing/2014/main" id="{4297032C-E289-C5C6-E182-916C45FF1701}"/>
                </a:ext>
              </a:extLst>
            </p:cNvPr>
            <p:cNvSpPr/>
            <p:nvPr/>
          </p:nvSpPr>
          <p:spPr>
            <a:xfrm>
              <a:off x="5676029" y="2073396"/>
              <a:ext cx="1138570" cy="11097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7">
              <a:extLst>
                <a:ext uri="{FF2B5EF4-FFF2-40B4-BE49-F238E27FC236}">
                  <a16:creationId xmlns:a16="http://schemas.microsoft.com/office/drawing/2014/main" id="{4E8F8727-25FE-2FBE-E811-A29A4F37B5E6}"/>
                </a:ext>
              </a:extLst>
            </p:cNvPr>
            <p:cNvSpPr/>
            <p:nvPr/>
          </p:nvSpPr>
          <p:spPr>
            <a:xfrm>
              <a:off x="4215904" y="2073396"/>
              <a:ext cx="1109700" cy="11097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7">
              <a:extLst>
                <a:ext uri="{FF2B5EF4-FFF2-40B4-BE49-F238E27FC236}">
                  <a16:creationId xmlns:a16="http://schemas.microsoft.com/office/drawing/2014/main" id="{907268AA-8DE9-2CF6-2B0F-6F820C885C01}"/>
                </a:ext>
              </a:extLst>
            </p:cNvPr>
            <p:cNvSpPr/>
            <p:nvPr/>
          </p:nvSpPr>
          <p:spPr>
            <a:xfrm>
              <a:off x="2752846" y="2073396"/>
              <a:ext cx="1109700" cy="1109700"/>
            </a:xfrm>
            <a:prstGeom prst="ellipse">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64F7A"/>
                </a:solidFill>
              </a:endParaRPr>
            </a:p>
          </p:txBody>
        </p:sp>
        <p:sp>
          <p:nvSpPr>
            <p:cNvPr id="1617" name="Google Shape;1617;p57">
              <a:extLst>
                <a:ext uri="{FF2B5EF4-FFF2-40B4-BE49-F238E27FC236}">
                  <a16:creationId xmlns:a16="http://schemas.microsoft.com/office/drawing/2014/main" id="{BCD803F3-2B30-ABE7-BD32-FD7B793A5991}"/>
                </a:ext>
              </a:extLst>
            </p:cNvPr>
            <p:cNvSpPr/>
            <p:nvPr/>
          </p:nvSpPr>
          <p:spPr>
            <a:xfrm rot="10800000">
              <a:off x="6946558" y="2632746"/>
              <a:ext cx="1444814" cy="722854"/>
            </a:xfrm>
            <a:custGeom>
              <a:avLst/>
              <a:gdLst/>
              <a:ahLst/>
              <a:cxnLst/>
              <a:rect l="l" t="t" r="r" b="b"/>
              <a:pathLst>
                <a:path w="44066" h="22050" fill="none" extrusionOk="0">
                  <a:moveTo>
                    <a:pt x="1" y="22050"/>
                  </a:moveTo>
                  <a:cubicBezTo>
                    <a:pt x="1" y="9874"/>
                    <a:pt x="9874" y="1"/>
                    <a:pt x="22050" y="1"/>
                  </a:cubicBezTo>
                  <a:cubicBezTo>
                    <a:pt x="34192" y="1"/>
                    <a:pt x="44065" y="9874"/>
                    <a:pt x="44065" y="22050"/>
                  </a:cubicBezTo>
                </a:path>
              </a:pathLst>
            </a:custGeom>
            <a:solidFill>
              <a:schemeClr val="lt1"/>
            </a:solidFill>
            <a:ln w="19050" cap="rnd"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7">
              <a:extLst>
                <a:ext uri="{FF2B5EF4-FFF2-40B4-BE49-F238E27FC236}">
                  <a16:creationId xmlns:a16="http://schemas.microsoft.com/office/drawing/2014/main" id="{8B10D52B-CBB0-DE1E-D0D6-1E95B11E67BB}"/>
                </a:ext>
              </a:extLst>
            </p:cNvPr>
            <p:cNvSpPr/>
            <p:nvPr/>
          </p:nvSpPr>
          <p:spPr>
            <a:xfrm rot="10800000">
              <a:off x="5501810" y="1910966"/>
              <a:ext cx="1444814" cy="721772"/>
            </a:xfrm>
            <a:custGeom>
              <a:avLst/>
              <a:gdLst/>
              <a:ahLst/>
              <a:cxnLst/>
              <a:rect l="l" t="t" r="r" b="b"/>
              <a:pathLst>
                <a:path w="44066" h="22017" fill="none" extrusionOk="0">
                  <a:moveTo>
                    <a:pt x="44065" y="1"/>
                  </a:moveTo>
                  <a:cubicBezTo>
                    <a:pt x="44065" y="12176"/>
                    <a:pt x="34191" y="22016"/>
                    <a:pt x="22049" y="22016"/>
                  </a:cubicBezTo>
                  <a:cubicBezTo>
                    <a:pt x="9874" y="22016"/>
                    <a:pt x="0" y="12176"/>
                    <a:pt x="0" y="1"/>
                  </a:cubicBezTo>
                </a:path>
              </a:pathLst>
            </a:custGeom>
            <a:solidFill>
              <a:schemeClr val="accent5"/>
            </a:solidFill>
            <a:ln w="19050" cap="rnd" cmpd="sng">
              <a:solidFill>
                <a:schemeClr val="accent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7">
              <a:extLst>
                <a:ext uri="{FF2B5EF4-FFF2-40B4-BE49-F238E27FC236}">
                  <a16:creationId xmlns:a16="http://schemas.microsoft.com/office/drawing/2014/main" id="{895F9A21-4C46-381A-5987-E19B017F990C}"/>
                </a:ext>
              </a:extLst>
            </p:cNvPr>
            <p:cNvSpPr/>
            <p:nvPr/>
          </p:nvSpPr>
          <p:spPr>
            <a:xfrm rot="10800000">
              <a:off x="4057095" y="2632746"/>
              <a:ext cx="1444781" cy="722854"/>
            </a:xfrm>
            <a:custGeom>
              <a:avLst/>
              <a:gdLst/>
              <a:ahLst/>
              <a:cxnLst/>
              <a:rect l="l" t="t" r="r" b="b"/>
              <a:pathLst>
                <a:path w="44065" h="22050" fill="none" extrusionOk="0">
                  <a:moveTo>
                    <a:pt x="0" y="22050"/>
                  </a:moveTo>
                  <a:cubicBezTo>
                    <a:pt x="0" y="9874"/>
                    <a:pt x="9874" y="1"/>
                    <a:pt x="22049" y="1"/>
                  </a:cubicBezTo>
                  <a:cubicBezTo>
                    <a:pt x="34191" y="1"/>
                    <a:pt x="44065" y="9874"/>
                    <a:pt x="44065" y="22050"/>
                  </a:cubicBezTo>
                </a:path>
              </a:pathLst>
            </a:custGeom>
            <a:solidFill>
              <a:schemeClr val="lt1"/>
            </a:solidFill>
            <a:ln w="19050" cap="rnd"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7">
              <a:extLst>
                <a:ext uri="{FF2B5EF4-FFF2-40B4-BE49-F238E27FC236}">
                  <a16:creationId xmlns:a16="http://schemas.microsoft.com/office/drawing/2014/main" id="{7DA23051-865D-5D1B-E23E-D0CE375391D1}"/>
                </a:ext>
              </a:extLst>
            </p:cNvPr>
            <p:cNvSpPr/>
            <p:nvPr/>
          </p:nvSpPr>
          <p:spPr>
            <a:xfrm rot="10800000">
              <a:off x="2612347" y="1910966"/>
              <a:ext cx="1444814" cy="721772"/>
            </a:xfrm>
            <a:custGeom>
              <a:avLst/>
              <a:gdLst/>
              <a:ahLst/>
              <a:cxnLst/>
              <a:rect l="l" t="t" r="r" b="b"/>
              <a:pathLst>
                <a:path w="44066" h="22017" fill="none" extrusionOk="0">
                  <a:moveTo>
                    <a:pt x="44066" y="1"/>
                  </a:moveTo>
                  <a:cubicBezTo>
                    <a:pt x="44066" y="12176"/>
                    <a:pt x="34192" y="22016"/>
                    <a:pt x="22017" y="22016"/>
                  </a:cubicBezTo>
                  <a:cubicBezTo>
                    <a:pt x="9875" y="22016"/>
                    <a:pt x="1" y="12176"/>
                    <a:pt x="1" y="1"/>
                  </a:cubicBezTo>
                </a:path>
              </a:pathLst>
            </a:custGeom>
            <a:solidFill>
              <a:schemeClr val="accent5"/>
            </a:solidFill>
            <a:ln w="19050" cap="rnd" cmpd="sng">
              <a:solidFill>
                <a:schemeClr val="accent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7">
              <a:extLst>
                <a:ext uri="{FF2B5EF4-FFF2-40B4-BE49-F238E27FC236}">
                  <a16:creationId xmlns:a16="http://schemas.microsoft.com/office/drawing/2014/main" id="{DF05EE80-40A8-4E1D-09CA-F31C1A2B117F}"/>
                </a:ext>
              </a:extLst>
            </p:cNvPr>
            <p:cNvSpPr/>
            <p:nvPr/>
          </p:nvSpPr>
          <p:spPr>
            <a:xfrm rot="10800000">
              <a:off x="5441710" y="2568074"/>
              <a:ext cx="120330" cy="120345"/>
            </a:xfrm>
            <a:custGeom>
              <a:avLst/>
              <a:gdLst/>
              <a:ahLst/>
              <a:cxnLst/>
              <a:rect l="l" t="t" r="r" b="b"/>
              <a:pathLst>
                <a:path w="3670" h="3671" extrusionOk="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7">
              <a:extLst>
                <a:ext uri="{FF2B5EF4-FFF2-40B4-BE49-F238E27FC236}">
                  <a16:creationId xmlns:a16="http://schemas.microsoft.com/office/drawing/2014/main" id="{46138786-7B24-5CBB-F971-0CC7C56FB766}"/>
                </a:ext>
              </a:extLst>
            </p:cNvPr>
            <p:cNvSpPr/>
            <p:nvPr/>
          </p:nvSpPr>
          <p:spPr>
            <a:xfrm rot="10800000">
              <a:off x="3996962" y="2568074"/>
              <a:ext cx="120330" cy="12034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7">
              <a:extLst>
                <a:ext uri="{FF2B5EF4-FFF2-40B4-BE49-F238E27FC236}">
                  <a16:creationId xmlns:a16="http://schemas.microsoft.com/office/drawing/2014/main" id="{C7DDEE58-F213-4157-6B38-0EEF36F06E39}"/>
                </a:ext>
              </a:extLst>
            </p:cNvPr>
            <p:cNvSpPr/>
            <p:nvPr/>
          </p:nvSpPr>
          <p:spPr>
            <a:xfrm rot="10800000">
              <a:off x="2552214" y="2568074"/>
              <a:ext cx="120330" cy="12034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7">
              <a:extLst>
                <a:ext uri="{FF2B5EF4-FFF2-40B4-BE49-F238E27FC236}">
                  <a16:creationId xmlns:a16="http://schemas.microsoft.com/office/drawing/2014/main" id="{9F3EDC0F-5D3F-8F76-DF51-56DBB22376E0}"/>
                </a:ext>
              </a:extLst>
            </p:cNvPr>
            <p:cNvSpPr/>
            <p:nvPr/>
          </p:nvSpPr>
          <p:spPr>
            <a:xfrm rot="10800000">
              <a:off x="6886425" y="2568074"/>
              <a:ext cx="120363" cy="120345"/>
            </a:xfrm>
            <a:custGeom>
              <a:avLst/>
              <a:gdLst/>
              <a:ahLst/>
              <a:cxnLst/>
              <a:rect l="l" t="t" r="r" b="b"/>
              <a:pathLst>
                <a:path w="3671" h="3671" extrusionOk="0">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7">
              <a:extLst>
                <a:ext uri="{FF2B5EF4-FFF2-40B4-BE49-F238E27FC236}">
                  <a16:creationId xmlns:a16="http://schemas.microsoft.com/office/drawing/2014/main" id="{D7C056A2-7A15-B028-2A86-D9B95B9FE3D8}"/>
                </a:ext>
              </a:extLst>
            </p:cNvPr>
            <p:cNvSpPr/>
            <p:nvPr/>
          </p:nvSpPr>
          <p:spPr>
            <a:xfrm rot="10800000">
              <a:off x="8336692" y="2568074"/>
              <a:ext cx="120330" cy="120345"/>
            </a:xfrm>
            <a:custGeom>
              <a:avLst/>
              <a:gdLst/>
              <a:ahLst/>
              <a:cxnLst/>
              <a:rect l="l" t="t" r="r" b="b"/>
              <a:pathLst>
                <a:path w="3670" h="3671" extrusionOk="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26" name="Google Shape;1626;p57">
            <a:extLst>
              <a:ext uri="{FF2B5EF4-FFF2-40B4-BE49-F238E27FC236}">
                <a16:creationId xmlns:a16="http://schemas.microsoft.com/office/drawing/2014/main" id="{D1443C5C-3B89-B064-A4F8-D5953C545752}"/>
              </a:ext>
            </a:extLst>
          </p:cNvPr>
          <p:cNvSpPr txBox="1">
            <a:spLocks noGrp="1"/>
          </p:cNvSpPr>
          <p:nvPr>
            <p:ph type="title"/>
          </p:nvPr>
        </p:nvSpPr>
        <p:spPr>
          <a:xfrm>
            <a:off x="301869" y="404825"/>
            <a:ext cx="231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a-IR" b="1">
                <a:latin typeface="Vazir" panose="020B0603030804020204" pitchFamily="34" charset="-78"/>
                <a:cs typeface="Vazir" panose="020B0603030804020204" pitchFamily="34" charset="-78"/>
              </a:rPr>
              <a:t>اجزای علم داده</a:t>
            </a:r>
            <a:endParaRPr b="1">
              <a:latin typeface="Vazir" panose="020B0603030804020204" pitchFamily="34" charset="-78"/>
              <a:cs typeface="Vazir" panose="020B0603030804020204" pitchFamily="34" charset="-78"/>
            </a:endParaRPr>
          </a:p>
        </p:txBody>
      </p:sp>
      <p:sp>
        <p:nvSpPr>
          <p:cNvPr id="1630" name="Google Shape;1630;p57">
            <a:extLst>
              <a:ext uri="{FF2B5EF4-FFF2-40B4-BE49-F238E27FC236}">
                <a16:creationId xmlns:a16="http://schemas.microsoft.com/office/drawing/2014/main" id="{936AF378-FF5E-F25C-709A-8EF126716326}"/>
              </a:ext>
            </a:extLst>
          </p:cNvPr>
          <p:cNvSpPr txBox="1">
            <a:spLocks noGrp="1"/>
          </p:cNvSpPr>
          <p:nvPr>
            <p:ph type="subTitle" idx="4294967295"/>
          </p:nvPr>
        </p:nvSpPr>
        <p:spPr>
          <a:xfrm>
            <a:off x="5972754" y="674343"/>
            <a:ext cx="1661823" cy="137199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a-IR" sz="1400">
                <a:solidFill>
                  <a:schemeClr val="bg1"/>
                </a:solidFill>
                <a:cs typeface="Mitra" panose="00000400000000000000" pitchFamily="2" charset="-78"/>
              </a:rPr>
              <a:t>مرتب‌سازی، حذف خطاها، جایگزینی داده‌های ناقص و پیکر بندی داده های اشتباه آماده‌سازی داده‌ها برای تحلیل دقیق و معتبر</a:t>
            </a:r>
            <a:endParaRPr sz="1400">
              <a:solidFill>
                <a:schemeClr val="bg1"/>
              </a:solidFill>
              <a:cs typeface="Mitra" panose="00000400000000000000" pitchFamily="2" charset="-78"/>
            </a:endParaRPr>
          </a:p>
        </p:txBody>
      </p:sp>
      <p:sp>
        <p:nvSpPr>
          <p:cNvPr id="1631" name="Google Shape;1631;p57">
            <a:extLst>
              <a:ext uri="{FF2B5EF4-FFF2-40B4-BE49-F238E27FC236}">
                <a16:creationId xmlns:a16="http://schemas.microsoft.com/office/drawing/2014/main" id="{33A514B3-31E1-1111-7F9F-AD47CC14F091}"/>
              </a:ext>
            </a:extLst>
          </p:cNvPr>
          <p:cNvSpPr txBox="1">
            <a:spLocks noGrp="1"/>
          </p:cNvSpPr>
          <p:nvPr>
            <p:ph type="subTitle" idx="4294967295"/>
          </p:nvPr>
        </p:nvSpPr>
        <p:spPr>
          <a:xfrm>
            <a:off x="6233664" y="2369871"/>
            <a:ext cx="1281309" cy="586020"/>
          </a:xfrm>
          <a:prstGeom prst="rect">
            <a:avLst/>
          </a:prstGeom>
        </p:spPr>
        <p:txBody>
          <a:bodyPr spcFirstLastPara="1" wrap="square" lIns="91425" tIns="91425" rIns="91425" bIns="91425" anchor="t" anchorCtr="0">
            <a:noAutofit/>
          </a:bodyPr>
          <a:lstStyle/>
          <a:p>
            <a:pPr marL="0" indent="0" algn="ctr">
              <a:buNone/>
            </a:pPr>
            <a:r>
              <a:rPr lang="fa-IR" sz="1500" b="1">
                <a:solidFill>
                  <a:schemeClr val="accent3"/>
                </a:solidFill>
                <a:cs typeface="Mitra" panose="00000400000000000000" pitchFamily="2" charset="-78"/>
              </a:rPr>
              <a:t>پاک‌سازی و آماده‌سازی داده</a:t>
            </a:r>
            <a:endParaRPr lang="fa-IR" sz="1500" b="1">
              <a:solidFill>
                <a:schemeClr val="accent3"/>
              </a:solidFill>
              <a:cs typeface="Mitra" panose="00000400000000000000" pitchFamily="2" charset="-78"/>
              <a:sym typeface="Fredoka One"/>
            </a:endParaRPr>
          </a:p>
        </p:txBody>
      </p:sp>
      <p:sp>
        <p:nvSpPr>
          <p:cNvPr id="1632" name="Google Shape;1632;p57">
            <a:extLst>
              <a:ext uri="{FF2B5EF4-FFF2-40B4-BE49-F238E27FC236}">
                <a16:creationId xmlns:a16="http://schemas.microsoft.com/office/drawing/2014/main" id="{89BE1DDF-DB12-472F-A75D-65E4C9446AC9}"/>
              </a:ext>
            </a:extLst>
          </p:cNvPr>
          <p:cNvSpPr txBox="1">
            <a:spLocks noGrp="1"/>
          </p:cNvSpPr>
          <p:nvPr>
            <p:ph type="subTitle" idx="4294967295"/>
          </p:nvPr>
        </p:nvSpPr>
        <p:spPr>
          <a:xfrm>
            <a:off x="4912243" y="2451831"/>
            <a:ext cx="943406" cy="422100"/>
          </a:xfrm>
          <a:prstGeom prst="rect">
            <a:avLst/>
          </a:prstGeom>
        </p:spPr>
        <p:txBody>
          <a:bodyPr spcFirstLastPara="1" wrap="square" lIns="91425" tIns="91425" rIns="91425" bIns="91425" anchor="t" anchorCtr="0">
            <a:noAutofit/>
          </a:bodyPr>
          <a:lstStyle/>
          <a:p>
            <a:pPr marL="0" indent="0" algn="ctr">
              <a:buNone/>
            </a:pPr>
            <a:r>
              <a:rPr lang="fa-IR" sz="1600" b="1">
                <a:solidFill>
                  <a:schemeClr val="accent3"/>
                </a:solidFill>
                <a:cs typeface="Mitra" panose="00000400000000000000" pitchFamily="2" charset="-78"/>
              </a:rPr>
              <a:t>تحلیل داده</a:t>
            </a:r>
            <a:endParaRPr sz="1600" b="1">
              <a:solidFill>
                <a:schemeClr val="accent3"/>
              </a:solidFill>
              <a:cs typeface="Mitra" panose="00000400000000000000" pitchFamily="2" charset="-78"/>
              <a:sym typeface="Fredoka One"/>
            </a:endParaRPr>
          </a:p>
        </p:txBody>
      </p:sp>
      <p:sp>
        <p:nvSpPr>
          <p:cNvPr id="1633" name="Google Shape;1633;p57">
            <a:extLst>
              <a:ext uri="{FF2B5EF4-FFF2-40B4-BE49-F238E27FC236}">
                <a16:creationId xmlns:a16="http://schemas.microsoft.com/office/drawing/2014/main" id="{0660016D-C6FE-A4D3-9C3E-6C176858F1D0}"/>
              </a:ext>
            </a:extLst>
          </p:cNvPr>
          <p:cNvSpPr txBox="1">
            <a:spLocks noGrp="1"/>
          </p:cNvSpPr>
          <p:nvPr>
            <p:ph type="subTitle" idx="4294967295"/>
          </p:nvPr>
        </p:nvSpPr>
        <p:spPr>
          <a:xfrm>
            <a:off x="7713232" y="2438593"/>
            <a:ext cx="1206128" cy="42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a-IR" sz="1600" b="1">
                <a:solidFill>
                  <a:schemeClr val="accent3"/>
                </a:solidFill>
                <a:cs typeface="Mitra" panose="00000400000000000000" pitchFamily="2" charset="-78"/>
              </a:rPr>
              <a:t>جمع‌آوری داده</a:t>
            </a:r>
            <a:endParaRPr sz="1600" b="1">
              <a:solidFill>
                <a:schemeClr val="accent3"/>
              </a:solidFill>
              <a:latin typeface="Fredoka One"/>
              <a:ea typeface="Fredoka One"/>
              <a:cs typeface="Mitra" panose="00000400000000000000" pitchFamily="2" charset="-78"/>
              <a:sym typeface="Fredoka One"/>
            </a:endParaRPr>
          </a:p>
        </p:txBody>
      </p:sp>
      <p:sp>
        <p:nvSpPr>
          <p:cNvPr id="1634" name="Google Shape;1634;p57">
            <a:extLst>
              <a:ext uri="{FF2B5EF4-FFF2-40B4-BE49-F238E27FC236}">
                <a16:creationId xmlns:a16="http://schemas.microsoft.com/office/drawing/2014/main" id="{4670DE79-3B39-7536-65F0-E28154D46C73}"/>
              </a:ext>
            </a:extLst>
          </p:cNvPr>
          <p:cNvSpPr txBox="1">
            <a:spLocks noGrp="1"/>
          </p:cNvSpPr>
          <p:nvPr>
            <p:ph type="subTitle" idx="4294967295"/>
          </p:nvPr>
        </p:nvSpPr>
        <p:spPr>
          <a:xfrm>
            <a:off x="3418445" y="2454660"/>
            <a:ext cx="1047452" cy="47974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a-IR" sz="1600" b="1">
                <a:solidFill>
                  <a:schemeClr val="accent3"/>
                </a:solidFill>
                <a:cs typeface="Mitra" panose="00000400000000000000" pitchFamily="2" charset="-78"/>
              </a:rPr>
              <a:t>مدل‌سازی</a:t>
            </a:r>
            <a:endParaRPr sz="1600" b="1">
              <a:solidFill>
                <a:schemeClr val="accent3"/>
              </a:solidFill>
              <a:cs typeface="Mitra" panose="00000400000000000000" pitchFamily="2" charset="-78"/>
              <a:sym typeface="Fredoka One"/>
            </a:endParaRPr>
          </a:p>
        </p:txBody>
      </p:sp>
      <p:sp>
        <p:nvSpPr>
          <p:cNvPr id="1770" name="Google Shape;1770;p57">
            <a:extLst>
              <a:ext uri="{FF2B5EF4-FFF2-40B4-BE49-F238E27FC236}">
                <a16:creationId xmlns:a16="http://schemas.microsoft.com/office/drawing/2014/main" id="{00126F19-7174-7FEF-B8E3-15EDCF4E7264}"/>
              </a:ext>
            </a:extLst>
          </p:cNvPr>
          <p:cNvSpPr/>
          <p:nvPr/>
        </p:nvSpPr>
        <p:spPr>
          <a:xfrm>
            <a:off x="779833" y="5014017"/>
            <a:ext cx="104218" cy="94231"/>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TextBox 1793">
            <a:extLst>
              <a:ext uri="{FF2B5EF4-FFF2-40B4-BE49-F238E27FC236}">
                <a16:creationId xmlns:a16="http://schemas.microsoft.com/office/drawing/2014/main" id="{434EB23E-C057-2743-BBF3-C557EBEFDA26}"/>
              </a:ext>
            </a:extLst>
          </p:cNvPr>
          <p:cNvSpPr txBox="1"/>
          <p:nvPr/>
        </p:nvSpPr>
        <p:spPr>
          <a:xfrm>
            <a:off x="275534" y="1054899"/>
            <a:ext cx="2250389" cy="646331"/>
          </a:xfrm>
          <a:prstGeom prst="rect">
            <a:avLst/>
          </a:prstGeom>
          <a:noFill/>
        </p:spPr>
        <p:txBody>
          <a:bodyPr wrap="square" rtlCol="0">
            <a:spAutoFit/>
          </a:bodyPr>
          <a:lstStyle/>
          <a:p>
            <a:pPr algn="ctr"/>
            <a:r>
              <a:rPr lang="fa-IR" sz="1200" b="1">
                <a:solidFill>
                  <a:schemeClr val="bg1"/>
                </a:solidFill>
                <a:cs typeface="Mitra" panose="00000400000000000000" pitchFamily="2" charset="-78"/>
              </a:rPr>
              <a:t>مراحل کاری یک دانشمند داده را به اجزای کوچک تری که ارتباطشان به هم گره خورده تقسیم کرده‌ایم</a:t>
            </a:r>
            <a:endParaRPr lang="en-US" sz="1200" b="1">
              <a:solidFill>
                <a:schemeClr val="bg1"/>
              </a:solidFill>
              <a:cs typeface="Mitra" panose="00000400000000000000" pitchFamily="2" charset="-78"/>
            </a:endParaRPr>
          </a:p>
        </p:txBody>
      </p:sp>
      <p:cxnSp>
        <p:nvCxnSpPr>
          <p:cNvPr id="1796" name="Straight Connector 1795">
            <a:extLst>
              <a:ext uri="{FF2B5EF4-FFF2-40B4-BE49-F238E27FC236}">
                <a16:creationId xmlns:a16="http://schemas.microsoft.com/office/drawing/2014/main" id="{A50EC27F-518E-42EF-934B-F4D83EBF6E80}"/>
              </a:ext>
            </a:extLst>
          </p:cNvPr>
          <p:cNvCxnSpPr>
            <a:cxnSpLocks/>
          </p:cNvCxnSpPr>
          <p:nvPr/>
        </p:nvCxnSpPr>
        <p:spPr>
          <a:xfrm>
            <a:off x="455544" y="1026763"/>
            <a:ext cx="1982331" cy="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1798" name="Straight Connector 1797">
            <a:extLst>
              <a:ext uri="{FF2B5EF4-FFF2-40B4-BE49-F238E27FC236}">
                <a16:creationId xmlns:a16="http://schemas.microsoft.com/office/drawing/2014/main" id="{795981A9-67B3-BDC4-2776-28AF939A0410}"/>
              </a:ext>
            </a:extLst>
          </p:cNvPr>
          <p:cNvCxnSpPr>
            <a:cxnSpLocks/>
          </p:cNvCxnSpPr>
          <p:nvPr/>
        </p:nvCxnSpPr>
        <p:spPr>
          <a:xfrm>
            <a:off x="308903" y="1009991"/>
            <a:ext cx="2210575"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01" name="Google Shape;1615;p57">
            <a:extLst>
              <a:ext uri="{FF2B5EF4-FFF2-40B4-BE49-F238E27FC236}">
                <a16:creationId xmlns:a16="http://schemas.microsoft.com/office/drawing/2014/main" id="{6C12178D-57FB-FC67-993E-DA2BC71B1BAA}"/>
              </a:ext>
            </a:extLst>
          </p:cNvPr>
          <p:cNvSpPr/>
          <p:nvPr/>
        </p:nvSpPr>
        <p:spPr>
          <a:xfrm>
            <a:off x="2002586" y="2066181"/>
            <a:ext cx="1109700" cy="11097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619;p57">
            <a:extLst>
              <a:ext uri="{FF2B5EF4-FFF2-40B4-BE49-F238E27FC236}">
                <a16:creationId xmlns:a16="http://schemas.microsoft.com/office/drawing/2014/main" id="{D7341F6A-30D5-342F-D800-D3879AB18994}"/>
              </a:ext>
            </a:extLst>
          </p:cNvPr>
          <p:cNvSpPr/>
          <p:nvPr/>
        </p:nvSpPr>
        <p:spPr>
          <a:xfrm rot="10800000">
            <a:off x="1803532" y="2643829"/>
            <a:ext cx="1444781" cy="722854"/>
          </a:xfrm>
          <a:custGeom>
            <a:avLst/>
            <a:gdLst/>
            <a:ahLst/>
            <a:cxnLst/>
            <a:rect l="l" t="t" r="r" b="b"/>
            <a:pathLst>
              <a:path w="44065" h="22050" fill="none" extrusionOk="0">
                <a:moveTo>
                  <a:pt x="0" y="22050"/>
                </a:moveTo>
                <a:cubicBezTo>
                  <a:pt x="0" y="9874"/>
                  <a:pt x="9874" y="1"/>
                  <a:pt x="22049" y="1"/>
                </a:cubicBezTo>
                <a:cubicBezTo>
                  <a:pt x="34191" y="1"/>
                  <a:pt x="44065" y="9874"/>
                  <a:pt x="44065" y="22050"/>
                </a:cubicBezTo>
              </a:path>
            </a:pathLst>
          </a:custGeom>
          <a:solidFill>
            <a:schemeClr val="lt1"/>
          </a:solidFill>
          <a:ln w="19050" cap="rnd"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Isosceles Triangle 1803">
            <a:extLst>
              <a:ext uri="{FF2B5EF4-FFF2-40B4-BE49-F238E27FC236}">
                <a16:creationId xmlns:a16="http://schemas.microsoft.com/office/drawing/2014/main" id="{BA2700FA-FE11-BD16-288D-14B2057EFF9B}"/>
              </a:ext>
            </a:extLst>
          </p:cNvPr>
          <p:cNvSpPr/>
          <p:nvPr/>
        </p:nvSpPr>
        <p:spPr>
          <a:xfrm>
            <a:off x="1727270" y="2548581"/>
            <a:ext cx="152522" cy="11430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5" name="Google Shape;1769;p57">
            <a:extLst>
              <a:ext uri="{FF2B5EF4-FFF2-40B4-BE49-F238E27FC236}">
                <a16:creationId xmlns:a16="http://schemas.microsoft.com/office/drawing/2014/main" id="{6115BD1C-B1FA-0CCD-71FA-6E7BB2C557DE}"/>
              </a:ext>
            </a:extLst>
          </p:cNvPr>
          <p:cNvSpPr/>
          <p:nvPr/>
        </p:nvSpPr>
        <p:spPr>
          <a:xfrm>
            <a:off x="8165387" y="2120276"/>
            <a:ext cx="302751" cy="304141"/>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a-IR" b="1">
                <a:solidFill>
                  <a:schemeClr val="bg1"/>
                </a:solidFill>
              </a:rPr>
              <a:t>1</a:t>
            </a:r>
            <a:endParaRPr b="1">
              <a:solidFill>
                <a:schemeClr val="bg1"/>
              </a:solidFill>
            </a:endParaRPr>
          </a:p>
        </p:txBody>
      </p:sp>
      <p:sp>
        <p:nvSpPr>
          <p:cNvPr id="1806" name="Google Shape;1769;p57">
            <a:extLst>
              <a:ext uri="{FF2B5EF4-FFF2-40B4-BE49-F238E27FC236}">
                <a16:creationId xmlns:a16="http://schemas.microsoft.com/office/drawing/2014/main" id="{F4047F88-EBD7-F9BF-D9C7-6B8501863809}"/>
              </a:ext>
            </a:extLst>
          </p:cNvPr>
          <p:cNvSpPr/>
          <p:nvPr/>
        </p:nvSpPr>
        <p:spPr>
          <a:xfrm>
            <a:off x="6702346" y="2134452"/>
            <a:ext cx="302751" cy="304141"/>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a-IR" b="1">
                <a:solidFill>
                  <a:schemeClr val="bg1"/>
                </a:solidFill>
              </a:rPr>
              <a:t>2</a:t>
            </a:r>
            <a:endParaRPr b="1">
              <a:solidFill>
                <a:schemeClr val="bg1"/>
              </a:solidFill>
            </a:endParaRPr>
          </a:p>
        </p:txBody>
      </p:sp>
      <p:sp>
        <p:nvSpPr>
          <p:cNvPr id="1807" name="Google Shape;1769;p57">
            <a:extLst>
              <a:ext uri="{FF2B5EF4-FFF2-40B4-BE49-F238E27FC236}">
                <a16:creationId xmlns:a16="http://schemas.microsoft.com/office/drawing/2014/main" id="{AA8A7269-8420-9EF8-DF74-671FA665654A}"/>
              </a:ext>
            </a:extLst>
          </p:cNvPr>
          <p:cNvSpPr/>
          <p:nvPr/>
        </p:nvSpPr>
        <p:spPr>
          <a:xfrm>
            <a:off x="5234498" y="2125770"/>
            <a:ext cx="302751" cy="304141"/>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a-IR" b="1">
                <a:solidFill>
                  <a:schemeClr val="bg1"/>
                </a:solidFill>
              </a:rPr>
              <a:t>3</a:t>
            </a:r>
            <a:endParaRPr b="1">
              <a:solidFill>
                <a:schemeClr val="bg1"/>
              </a:solidFill>
            </a:endParaRPr>
          </a:p>
        </p:txBody>
      </p:sp>
      <p:sp>
        <p:nvSpPr>
          <p:cNvPr id="1808" name="Google Shape;1769;p57">
            <a:extLst>
              <a:ext uri="{FF2B5EF4-FFF2-40B4-BE49-F238E27FC236}">
                <a16:creationId xmlns:a16="http://schemas.microsoft.com/office/drawing/2014/main" id="{A0F942B7-F487-8D08-8BDB-90417EF809C4}"/>
              </a:ext>
            </a:extLst>
          </p:cNvPr>
          <p:cNvSpPr/>
          <p:nvPr/>
        </p:nvSpPr>
        <p:spPr>
          <a:xfrm>
            <a:off x="3779410" y="2126500"/>
            <a:ext cx="302751" cy="304141"/>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a-IR" b="1">
                <a:solidFill>
                  <a:schemeClr val="bg1"/>
                </a:solidFill>
              </a:rPr>
              <a:t>4</a:t>
            </a:r>
            <a:endParaRPr b="1">
              <a:solidFill>
                <a:schemeClr val="bg1"/>
              </a:solidFill>
            </a:endParaRPr>
          </a:p>
        </p:txBody>
      </p:sp>
      <p:sp>
        <p:nvSpPr>
          <p:cNvPr id="1809" name="Google Shape;1769;p57">
            <a:extLst>
              <a:ext uri="{FF2B5EF4-FFF2-40B4-BE49-F238E27FC236}">
                <a16:creationId xmlns:a16="http://schemas.microsoft.com/office/drawing/2014/main" id="{9A4CFDC3-FA9F-B8CC-5B34-E75C8C0DFF5E}"/>
              </a:ext>
            </a:extLst>
          </p:cNvPr>
          <p:cNvSpPr/>
          <p:nvPr/>
        </p:nvSpPr>
        <p:spPr>
          <a:xfrm>
            <a:off x="2373034" y="2136178"/>
            <a:ext cx="302751" cy="304141"/>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a-IR" b="1">
                <a:solidFill>
                  <a:schemeClr val="bg1"/>
                </a:solidFill>
              </a:rPr>
              <a:t>5</a:t>
            </a:r>
            <a:endParaRPr b="1">
              <a:solidFill>
                <a:schemeClr val="bg1"/>
              </a:solidFill>
            </a:endParaRPr>
          </a:p>
        </p:txBody>
      </p:sp>
      <p:sp>
        <p:nvSpPr>
          <p:cNvPr id="1810" name="Google Shape;1631;p57">
            <a:extLst>
              <a:ext uri="{FF2B5EF4-FFF2-40B4-BE49-F238E27FC236}">
                <a16:creationId xmlns:a16="http://schemas.microsoft.com/office/drawing/2014/main" id="{E08F4830-CFE2-EE4D-FA53-03B11F781163}"/>
              </a:ext>
            </a:extLst>
          </p:cNvPr>
          <p:cNvSpPr txBox="1">
            <a:spLocks/>
          </p:cNvSpPr>
          <p:nvPr/>
        </p:nvSpPr>
        <p:spPr>
          <a:xfrm>
            <a:off x="1889891" y="2404100"/>
            <a:ext cx="1281309" cy="5860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Raleway"/>
              <a:buChar char="●"/>
              <a:defRPr sz="1800" b="0" i="0" u="none" strike="noStrike" cap="none">
                <a:solidFill>
                  <a:schemeClr val="dk2"/>
                </a:solidFill>
                <a:latin typeface="Raleway"/>
                <a:ea typeface="Raleway"/>
                <a:cs typeface="Raleway"/>
                <a:sym typeface="Raleway"/>
              </a:defRPr>
            </a:lvl1pPr>
            <a:lvl2pPr marL="914400" marR="0" lvl="1"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2pPr>
            <a:lvl3pPr marL="1371600" marR="0" lvl="2"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3pPr>
            <a:lvl4pPr marL="1828800" marR="0" lvl="3"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4pPr>
            <a:lvl5pPr marL="2286000" marR="0" lvl="4"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5pPr>
            <a:lvl6pPr marL="2743200" marR="0" lvl="5"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6pPr>
            <a:lvl7pPr marL="3200400" marR="0" lvl="6"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7pPr>
            <a:lvl8pPr marL="3657600" marR="0" lvl="7"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8pPr>
            <a:lvl9pPr marL="4114800" marR="0" lvl="8"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9pPr>
          </a:lstStyle>
          <a:p>
            <a:pPr marL="0" indent="0" algn="ctr">
              <a:buFont typeface="Raleway"/>
              <a:buNone/>
            </a:pPr>
            <a:r>
              <a:rPr lang="fa-IR" sz="1500" b="1">
                <a:solidFill>
                  <a:schemeClr val="accent3"/>
                </a:solidFill>
                <a:cs typeface="Mitra" panose="00000400000000000000" pitchFamily="2" charset="-78"/>
              </a:rPr>
              <a:t>تفسیر و         ارائه نتایج</a:t>
            </a:r>
            <a:endParaRPr lang="fa-IR" sz="1500" b="1">
              <a:solidFill>
                <a:schemeClr val="accent3"/>
              </a:solidFill>
              <a:cs typeface="Mitra" panose="00000400000000000000" pitchFamily="2" charset="-78"/>
              <a:sym typeface="Fredoka One"/>
            </a:endParaRPr>
          </a:p>
        </p:txBody>
      </p:sp>
      <p:sp>
        <p:nvSpPr>
          <p:cNvPr id="1812" name="Google Shape;1630;p57">
            <a:extLst>
              <a:ext uri="{FF2B5EF4-FFF2-40B4-BE49-F238E27FC236}">
                <a16:creationId xmlns:a16="http://schemas.microsoft.com/office/drawing/2014/main" id="{3941EE22-4EE3-DDE9-4561-56D67C60C200}"/>
              </a:ext>
            </a:extLst>
          </p:cNvPr>
          <p:cNvSpPr txBox="1">
            <a:spLocks/>
          </p:cNvSpPr>
          <p:nvPr/>
        </p:nvSpPr>
        <p:spPr>
          <a:xfrm>
            <a:off x="7475552" y="3305904"/>
            <a:ext cx="1661823" cy="137199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Raleway"/>
              <a:buChar char="●"/>
              <a:defRPr sz="1800" b="0" i="0" u="none" strike="noStrike" cap="none">
                <a:solidFill>
                  <a:schemeClr val="dk2"/>
                </a:solidFill>
                <a:latin typeface="Raleway"/>
                <a:ea typeface="Raleway"/>
                <a:cs typeface="Raleway"/>
                <a:sym typeface="Raleway"/>
              </a:defRPr>
            </a:lvl1pPr>
            <a:lvl2pPr marL="914400" marR="0" lvl="1"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2pPr>
            <a:lvl3pPr marL="1371600" marR="0" lvl="2"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3pPr>
            <a:lvl4pPr marL="1828800" marR="0" lvl="3"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4pPr>
            <a:lvl5pPr marL="2286000" marR="0" lvl="4"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5pPr>
            <a:lvl6pPr marL="2743200" marR="0" lvl="5"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6pPr>
            <a:lvl7pPr marL="3200400" marR="0" lvl="6"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7pPr>
            <a:lvl8pPr marL="3657600" marR="0" lvl="7"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8pPr>
            <a:lvl9pPr marL="4114800" marR="0" lvl="8"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9pPr>
          </a:lstStyle>
          <a:p>
            <a:pPr marL="0" indent="0" algn="ctr">
              <a:buFont typeface="Raleway"/>
              <a:buNone/>
            </a:pPr>
            <a:r>
              <a:rPr lang="fa-IR" sz="1400">
                <a:solidFill>
                  <a:schemeClr val="bg1"/>
                </a:solidFill>
                <a:cs typeface="Mitra" panose="00000400000000000000" pitchFamily="2" charset="-78"/>
              </a:rPr>
              <a:t>فرآیند به‌دست‌آوردن داده‌های خام از منابع مختلف مانند پایگاه‌های داده، اینترنت، شبکه های اجتماعی یا فایل‌های ثبت شده در سازمان</a:t>
            </a:r>
          </a:p>
        </p:txBody>
      </p:sp>
      <p:sp>
        <p:nvSpPr>
          <p:cNvPr id="1813" name="Google Shape;1630;p57">
            <a:extLst>
              <a:ext uri="{FF2B5EF4-FFF2-40B4-BE49-F238E27FC236}">
                <a16:creationId xmlns:a16="http://schemas.microsoft.com/office/drawing/2014/main" id="{712FCBEF-CF20-F5D3-855E-6425B7332187}"/>
              </a:ext>
            </a:extLst>
          </p:cNvPr>
          <p:cNvSpPr txBox="1">
            <a:spLocks/>
          </p:cNvSpPr>
          <p:nvPr/>
        </p:nvSpPr>
        <p:spPr>
          <a:xfrm>
            <a:off x="4614045" y="3345315"/>
            <a:ext cx="1661823" cy="137199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Raleway"/>
              <a:buChar char="●"/>
              <a:defRPr sz="1800" b="0" i="0" u="none" strike="noStrike" cap="none">
                <a:solidFill>
                  <a:schemeClr val="dk2"/>
                </a:solidFill>
                <a:latin typeface="Raleway"/>
                <a:ea typeface="Raleway"/>
                <a:cs typeface="Raleway"/>
                <a:sym typeface="Raleway"/>
              </a:defRPr>
            </a:lvl1pPr>
            <a:lvl2pPr marL="914400" marR="0" lvl="1"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2pPr>
            <a:lvl3pPr marL="1371600" marR="0" lvl="2"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3pPr>
            <a:lvl4pPr marL="1828800" marR="0" lvl="3"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4pPr>
            <a:lvl5pPr marL="2286000" marR="0" lvl="4"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5pPr>
            <a:lvl6pPr marL="2743200" marR="0" lvl="5"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6pPr>
            <a:lvl7pPr marL="3200400" marR="0" lvl="6"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7pPr>
            <a:lvl8pPr marL="3657600" marR="0" lvl="7"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8pPr>
            <a:lvl9pPr marL="4114800" marR="0" lvl="8"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9pPr>
          </a:lstStyle>
          <a:p>
            <a:pPr marL="0" indent="0" algn="ctr">
              <a:buFont typeface="Raleway"/>
              <a:buNone/>
            </a:pPr>
            <a:r>
              <a:rPr lang="fa-IR" sz="1400">
                <a:solidFill>
                  <a:schemeClr val="bg1"/>
                </a:solidFill>
                <a:cs typeface="Mitra" panose="00000400000000000000" pitchFamily="2" charset="-78"/>
              </a:rPr>
              <a:t>بررسی داده‌ها برای کشف الگوها، روندها و روابط مهم، معمولاً با استفاده از روش‌های آماری و الگوریتمی</a:t>
            </a:r>
          </a:p>
        </p:txBody>
      </p:sp>
      <p:sp>
        <p:nvSpPr>
          <p:cNvPr id="1814" name="Google Shape;1630;p57">
            <a:extLst>
              <a:ext uri="{FF2B5EF4-FFF2-40B4-BE49-F238E27FC236}">
                <a16:creationId xmlns:a16="http://schemas.microsoft.com/office/drawing/2014/main" id="{93392E1F-6204-CAA8-2D5D-00F0631C8A84}"/>
              </a:ext>
            </a:extLst>
          </p:cNvPr>
          <p:cNvSpPr txBox="1">
            <a:spLocks/>
          </p:cNvSpPr>
          <p:nvPr/>
        </p:nvSpPr>
        <p:spPr>
          <a:xfrm>
            <a:off x="3238744" y="846977"/>
            <a:ext cx="1548444" cy="137199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Raleway"/>
              <a:buChar char="●"/>
              <a:defRPr sz="1800" b="0" i="0" u="none" strike="noStrike" cap="none">
                <a:solidFill>
                  <a:schemeClr val="dk2"/>
                </a:solidFill>
                <a:latin typeface="Raleway"/>
                <a:ea typeface="Raleway"/>
                <a:cs typeface="Raleway"/>
                <a:sym typeface="Raleway"/>
              </a:defRPr>
            </a:lvl1pPr>
            <a:lvl2pPr marL="914400" marR="0" lvl="1"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2pPr>
            <a:lvl3pPr marL="1371600" marR="0" lvl="2"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3pPr>
            <a:lvl4pPr marL="1828800" marR="0" lvl="3"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4pPr>
            <a:lvl5pPr marL="2286000" marR="0" lvl="4"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5pPr>
            <a:lvl6pPr marL="2743200" marR="0" lvl="5"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6pPr>
            <a:lvl7pPr marL="3200400" marR="0" lvl="6"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7pPr>
            <a:lvl8pPr marL="3657600" marR="0" lvl="7"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8pPr>
            <a:lvl9pPr marL="4114800" marR="0" lvl="8"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9pPr>
          </a:lstStyle>
          <a:p>
            <a:pPr marL="0" indent="0" algn="ctr">
              <a:buFont typeface="Raleway"/>
              <a:buNone/>
            </a:pPr>
            <a:r>
              <a:rPr lang="fa-IR" sz="1400">
                <a:solidFill>
                  <a:schemeClr val="bg1"/>
                </a:solidFill>
                <a:cs typeface="Mitra" panose="00000400000000000000" pitchFamily="2" charset="-78"/>
              </a:rPr>
              <a:t>ساخت مدل‌های پیش‌بینی یا طبقه‌بندی با استفاده از تکنیک‌های یادگیری ماشین یا الگوریتم‌های آماری</a:t>
            </a:r>
            <a:r>
              <a:rPr lang="fa-IR" sz="1400"/>
              <a:t>.</a:t>
            </a:r>
            <a:endParaRPr lang="fa-IR" sz="1400">
              <a:solidFill>
                <a:schemeClr val="bg1"/>
              </a:solidFill>
              <a:cs typeface="Mitra" panose="00000400000000000000" pitchFamily="2" charset="-78"/>
            </a:endParaRPr>
          </a:p>
        </p:txBody>
      </p:sp>
      <p:sp>
        <p:nvSpPr>
          <p:cNvPr id="1816" name="Google Shape;1630;p57">
            <a:extLst>
              <a:ext uri="{FF2B5EF4-FFF2-40B4-BE49-F238E27FC236}">
                <a16:creationId xmlns:a16="http://schemas.microsoft.com/office/drawing/2014/main" id="{672D2993-2996-B97E-1BE0-1A7C8CFE48B7}"/>
              </a:ext>
            </a:extLst>
          </p:cNvPr>
          <p:cNvSpPr txBox="1">
            <a:spLocks/>
          </p:cNvSpPr>
          <p:nvPr/>
        </p:nvSpPr>
        <p:spPr>
          <a:xfrm>
            <a:off x="1681371" y="3355538"/>
            <a:ext cx="1739348" cy="137199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Raleway"/>
              <a:buChar char="●"/>
              <a:defRPr sz="1800" b="0" i="0" u="none" strike="noStrike" cap="none">
                <a:solidFill>
                  <a:schemeClr val="dk2"/>
                </a:solidFill>
                <a:latin typeface="Raleway"/>
                <a:ea typeface="Raleway"/>
                <a:cs typeface="Raleway"/>
                <a:sym typeface="Raleway"/>
              </a:defRPr>
            </a:lvl1pPr>
            <a:lvl2pPr marL="914400" marR="0" lvl="1"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2pPr>
            <a:lvl3pPr marL="1371600" marR="0" lvl="2"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3pPr>
            <a:lvl4pPr marL="1828800" marR="0" lvl="3"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4pPr>
            <a:lvl5pPr marL="2286000" marR="0" lvl="4"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5pPr>
            <a:lvl6pPr marL="2743200" marR="0" lvl="5"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6pPr>
            <a:lvl7pPr marL="3200400" marR="0" lvl="6"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7pPr>
            <a:lvl8pPr marL="3657600" marR="0" lvl="7"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8pPr>
            <a:lvl9pPr marL="4114800" marR="0" lvl="8"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9pPr>
          </a:lstStyle>
          <a:p>
            <a:pPr marL="0" indent="0" algn="ctr">
              <a:buFont typeface="Raleway"/>
              <a:buNone/>
            </a:pPr>
            <a:r>
              <a:rPr lang="fa-IR" sz="1400">
                <a:solidFill>
                  <a:schemeClr val="bg1"/>
                </a:solidFill>
                <a:cs typeface="Mitra" panose="00000400000000000000" pitchFamily="2" charset="-78"/>
              </a:rPr>
              <a:t>تبدیل یافته‌های فنی به اطلاعات قابل فهم برای مدیران، تصمیم‌گیرندگان یا مخاطبان غیر فنی، معمولاً با استفاده از نمودارها و طرح قضایا</a:t>
            </a:r>
          </a:p>
        </p:txBody>
      </p:sp>
      <p:sp>
        <p:nvSpPr>
          <p:cNvPr id="2" name="Google Shape;1770;p57">
            <a:extLst>
              <a:ext uri="{FF2B5EF4-FFF2-40B4-BE49-F238E27FC236}">
                <a16:creationId xmlns:a16="http://schemas.microsoft.com/office/drawing/2014/main" id="{C8C0C828-54D0-EE0B-2C4D-82753499AD16}"/>
              </a:ext>
            </a:extLst>
          </p:cNvPr>
          <p:cNvSpPr/>
          <p:nvPr/>
        </p:nvSpPr>
        <p:spPr>
          <a:xfrm>
            <a:off x="737772" y="4875014"/>
            <a:ext cx="104218" cy="94231"/>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1770;p57">
            <a:extLst>
              <a:ext uri="{FF2B5EF4-FFF2-40B4-BE49-F238E27FC236}">
                <a16:creationId xmlns:a16="http://schemas.microsoft.com/office/drawing/2014/main" id="{68CBC158-CBB3-7468-421F-E791C4FB37A3}"/>
              </a:ext>
            </a:extLst>
          </p:cNvPr>
          <p:cNvSpPr/>
          <p:nvPr/>
        </p:nvSpPr>
        <p:spPr>
          <a:xfrm>
            <a:off x="717676" y="4736011"/>
            <a:ext cx="104218" cy="94231"/>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770;p57">
            <a:extLst>
              <a:ext uri="{FF2B5EF4-FFF2-40B4-BE49-F238E27FC236}">
                <a16:creationId xmlns:a16="http://schemas.microsoft.com/office/drawing/2014/main" id="{A7873BD0-7AAB-5CC5-E5B1-988DE262C270}"/>
              </a:ext>
            </a:extLst>
          </p:cNvPr>
          <p:cNvSpPr/>
          <p:nvPr/>
        </p:nvSpPr>
        <p:spPr>
          <a:xfrm>
            <a:off x="700735" y="4597008"/>
            <a:ext cx="104218" cy="94231"/>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017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9">
          <a:extLst>
            <a:ext uri="{FF2B5EF4-FFF2-40B4-BE49-F238E27FC236}">
              <a16:creationId xmlns:a16="http://schemas.microsoft.com/office/drawing/2014/main" id="{AED55E91-7E2B-2788-A65E-5D2C23B9CBB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A8CFFB5-487C-5858-CB3C-6E5B7A41A6ED}"/>
              </a:ext>
            </a:extLst>
          </p:cNvPr>
          <p:cNvPicPr>
            <a:picLocks noChangeAspect="1"/>
          </p:cNvPicPr>
          <p:nvPr/>
        </p:nvPicPr>
        <p:blipFill>
          <a:blip r:embed="rId3"/>
          <a:stretch>
            <a:fillRect/>
          </a:stretch>
        </p:blipFill>
        <p:spPr>
          <a:xfrm>
            <a:off x="0" y="0"/>
            <a:ext cx="9144000" cy="5143500"/>
          </a:xfrm>
          <a:prstGeom prst="rect">
            <a:avLst/>
          </a:prstGeom>
        </p:spPr>
      </p:pic>
      <p:sp>
        <p:nvSpPr>
          <p:cNvPr id="1161" name="Google Shape;1161;p50">
            <a:extLst>
              <a:ext uri="{FF2B5EF4-FFF2-40B4-BE49-F238E27FC236}">
                <a16:creationId xmlns:a16="http://schemas.microsoft.com/office/drawing/2014/main" id="{243FAEDA-764D-BC3B-A65F-58EA0652539B}"/>
              </a:ext>
            </a:extLst>
          </p:cNvPr>
          <p:cNvSpPr/>
          <p:nvPr/>
        </p:nvSpPr>
        <p:spPr>
          <a:xfrm>
            <a:off x="383699" y="1082018"/>
            <a:ext cx="4083376" cy="3892153"/>
          </a:xfrm>
          <a:prstGeom prst="ellipse">
            <a:avLst/>
          </a:prstGeom>
          <a:solidFill>
            <a:schemeClr val="accent1"/>
          </a:solidFill>
          <a:ln w="38100">
            <a:solidFill>
              <a:srgbClr val="01FBC8"/>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50">
            <a:extLst>
              <a:ext uri="{FF2B5EF4-FFF2-40B4-BE49-F238E27FC236}">
                <a16:creationId xmlns:a16="http://schemas.microsoft.com/office/drawing/2014/main" id="{6ADD5F82-9E7B-6300-B6D2-2C641D5C2F07}"/>
              </a:ext>
            </a:extLst>
          </p:cNvPr>
          <p:cNvSpPr txBox="1">
            <a:spLocks noGrp="1"/>
          </p:cNvSpPr>
          <p:nvPr>
            <p:ph type="subTitle" idx="1"/>
          </p:nvPr>
        </p:nvSpPr>
        <p:spPr>
          <a:xfrm>
            <a:off x="701440" y="2058585"/>
            <a:ext cx="3442860" cy="1300965"/>
          </a:xfrm>
          <a:prstGeom prst="rect">
            <a:avLst/>
          </a:prstGeom>
        </p:spPr>
        <p:txBody>
          <a:bodyPr spcFirstLastPara="1" wrap="square" lIns="91425" tIns="91425" rIns="91425" bIns="91425" anchor="t" anchorCtr="0">
            <a:noAutofit/>
          </a:bodyPr>
          <a:lstStyle/>
          <a:p>
            <a:pPr marL="0" lvl="0" indent="0" algn="ctr" rtl="0">
              <a:spcBef>
                <a:spcPts val="0"/>
              </a:spcBef>
              <a:spcAft>
                <a:spcPts val="600"/>
              </a:spcAft>
              <a:buClr>
                <a:schemeClr val="dk1"/>
              </a:buClr>
              <a:buSzPts val="1100"/>
              <a:buFont typeface="Arial"/>
              <a:buNone/>
            </a:pPr>
            <a:r>
              <a:rPr lang="fa-IR">
                <a:cs typeface="Mitra" panose="00000400000000000000" pitchFamily="2" charset="-78"/>
              </a:rPr>
              <a:t>نقطه شروع علم داده و هوش مصنوعی هر دو از استخراج و پردازش داده می‌گذرد.</a:t>
            </a:r>
            <a:br>
              <a:rPr lang="fa-IR">
                <a:cs typeface="Mitra" panose="00000400000000000000" pitchFamily="2" charset="-78"/>
              </a:rPr>
            </a:br>
            <a:r>
              <a:rPr lang="fa-IR">
                <a:cs typeface="Mitra" panose="00000400000000000000" pitchFamily="2" charset="-78"/>
              </a:rPr>
              <a:t>علم داده بر تحلیل، درک و استخراج الگو از داده‌ها تمرکز دارد، در حالی که هوش مصنوعی به ساخت سیستم‌هایی می‌پردازد که بتوانند بر اساس این داده‌ها «تصمیم‌گیری» یا «یادگیری» کنند.    </a:t>
            </a:r>
            <a:br>
              <a:rPr lang="fa-IR">
                <a:cs typeface="Mitra" panose="00000400000000000000" pitchFamily="2" charset="-78"/>
              </a:rPr>
            </a:br>
            <a:endParaRPr>
              <a:cs typeface="Mitra" panose="00000400000000000000" pitchFamily="2" charset="-78"/>
            </a:endParaRPr>
          </a:p>
        </p:txBody>
      </p:sp>
      <p:sp>
        <p:nvSpPr>
          <p:cNvPr id="1164" name="Google Shape;1164;p50">
            <a:extLst>
              <a:ext uri="{FF2B5EF4-FFF2-40B4-BE49-F238E27FC236}">
                <a16:creationId xmlns:a16="http://schemas.microsoft.com/office/drawing/2014/main" id="{4040DEEA-3C55-7903-BC98-2EF917ADA77E}"/>
              </a:ext>
            </a:extLst>
          </p:cNvPr>
          <p:cNvSpPr txBox="1">
            <a:spLocks noGrp="1"/>
          </p:cNvSpPr>
          <p:nvPr>
            <p:ph type="subTitle" idx="3"/>
          </p:nvPr>
        </p:nvSpPr>
        <p:spPr>
          <a:xfrm>
            <a:off x="1482632" y="1545374"/>
            <a:ext cx="2279100" cy="473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a-IR" sz="1600" b="1">
                <a:cs typeface="Mitra" panose="00000400000000000000" pitchFamily="2" charset="-78"/>
              </a:rPr>
              <a:t>ارتباط با هوش مصنوعی</a:t>
            </a:r>
            <a:endParaRPr sz="1600" b="1">
              <a:cs typeface="Mitra" panose="00000400000000000000" pitchFamily="2" charset="-78"/>
            </a:endParaRPr>
          </a:p>
        </p:txBody>
      </p:sp>
      <p:sp>
        <p:nvSpPr>
          <p:cNvPr id="6" name="Rectangle: Rounded Corners 5">
            <a:extLst>
              <a:ext uri="{FF2B5EF4-FFF2-40B4-BE49-F238E27FC236}">
                <a16:creationId xmlns:a16="http://schemas.microsoft.com/office/drawing/2014/main" id="{F093168E-5004-967D-C18B-169BEC1A8D24}"/>
              </a:ext>
            </a:extLst>
          </p:cNvPr>
          <p:cNvSpPr/>
          <p:nvPr/>
        </p:nvSpPr>
        <p:spPr>
          <a:xfrm>
            <a:off x="949095" y="169329"/>
            <a:ext cx="7047068" cy="736789"/>
          </a:xfrm>
          <a:prstGeom prst="roundRect">
            <a:avLst/>
          </a:prstGeom>
          <a:ln w="38100">
            <a:solidFill>
              <a:srgbClr val="01FB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000" b="1">
                <a:solidFill>
                  <a:schemeClr val="accent3"/>
                </a:solidFill>
                <a:latin typeface="Vazir" panose="020B0603030804020204" pitchFamily="34" charset="-78"/>
                <a:cs typeface="Vazir" panose="020B0603030804020204" pitchFamily="34" charset="-78"/>
              </a:rPr>
              <a:t>ارتباط علم‌داده با هوش مصنوعی و آمار</a:t>
            </a:r>
            <a:endParaRPr lang="en-US" sz="2000" b="1">
              <a:solidFill>
                <a:schemeClr val="accent3"/>
              </a:solidFill>
              <a:latin typeface="Vazir" panose="020B0603030804020204" pitchFamily="34" charset="-78"/>
              <a:cs typeface="Vazir" panose="020B0603030804020204" pitchFamily="34" charset="-78"/>
            </a:endParaRPr>
          </a:p>
        </p:txBody>
      </p:sp>
      <p:grpSp>
        <p:nvGrpSpPr>
          <p:cNvPr id="10" name="Google Shape;10367;p92">
            <a:extLst>
              <a:ext uri="{FF2B5EF4-FFF2-40B4-BE49-F238E27FC236}">
                <a16:creationId xmlns:a16="http://schemas.microsoft.com/office/drawing/2014/main" id="{714C7848-7E6A-8A33-B7A8-360A4B93B0C8}"/>
              </a:ext>
            </a:extLst>
          </p:cNvPr>
          <p:cNvGrpSpPr/>
          <p:nvPr/>
        </p:nvGrpSpPr>
        <p:grpSpPr>
          <a:xfrm>
            <a:off x="1416384" y="1570252"/>
            <a:ext cx="290001" cy="355258"/>
            <a:chOff x="-45277900" y="3938500"/>
            <a:chExt cx="244975" cy="300100"/>
          </a:xfrm>
          <a:solidFill>
            <a:srgbClr val="01FBC8"/>
          </a:solidFill>
        </p:grpSpPr>
        <p:sp>
          <p:nvSpPr>
            <p:cNvPr id="11" name="Google Shape;10368;p92">
              <a:extLst>
                <a:ext uri="{FF2B5EF4-FFF2-40B4-BE49-F238E27FC236}">
                  <a16:creationId xmlns:a16="http://schemas.microsoft.com/office/drawing/2014/main" id="{8E8959F5-CD8E-5AAC-B418-0EE5AFF2F288}"/>
                </a:ext>
              </a:extLst>
            </p:cNvPr>
            <p:cNvSpPr/>
            <p:nvPr/>
          </p:nvSpPr>
          <p:spPr>
            <a:xfrm>
              <a:off x="-45210950" y="4107825"/>
              <a:ext cx="23650" cy="24450"/>
            </a:xfrm>
            <a:custGeom>
              <a:avLst/>
              <a:gdLst/>
              <a:ahLst/>
              <a:cxnLst/>
              <a:rect l="l" t="t" r="r" b="b"/>
              <a:pathLst>
                <a:path w="946" h="978" extrusionOk="0">
                  <a:moveTo>
                    <a:pt x="473" y="1"/>
                  </a:moveTo>
                  <a:lnTo>
                    <a:pt x="1" y="978"/>
                  </a:lnTo>
                  <a:lnTo>
                    <a:pt x="946" y="978"/>
                  </a:lnTo>
                  <a:lnTo>
                    <a:pt x="47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369;p92">
              <a:extLst>
                <a:ext uri="{FF2B5EF4-FFF2-40B4-BE49-F238E27FC236}">
                  <a16:creationId xmlns:a16="http://schemas.microsoft.com/office/drawing/2014/main" id="{F1C60F73-F776-8B75-CD7A-921C23E5D81E}"/>
                </a:ext>
              </a:extLst>
            </p:cNvPr>
            <p:cNvSpPr/>
            <p:nvPr/>
          </p:nvSpPr>
          <p:spPr>
            <a:xfrm>
              <a:off x="-45084925" y="3943225"/>
              <a:ext cx="47275" cy="47275"/>
            </a:xfrm>
            <a:custGeom>
              <a:avLst/>
              <a:gdLst/>
              <a:ahLst/>
              <a:cxnLst/>
              <a:rect l="l" t="t" r="r" b="b"/>
              <a:pathLst>
                <a:path w="1891" h="1891" extrusionOk="0">
                  <a:moveTo>
                    <a:pt x="1" y="0"/>
                  </a:moveTo>
                  <a:lnTo>
                    <a:pt x="1" y="1891"/>
                  </a:lnTo>
                  <a:lnTo>
                    <a:pt x="1891" y="1891"/>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370;p92">
              <a:extLst>
                <a:ext uri="{FF2B5EF4-FFF2-40B4-BE49-F238E27FC236}">
                  <a16:creationId xmlns:a16="http://schemas.microsoft.com/office/drawing/2014/main" id="{BD978992-CC4B-0422-1E9D-1B6AD87D956A}"/>
                </a:ext>
              </a:extLst>
            </p:cNvPr>
            <p:cNvSpPr/>
            <p:nvPr/>
          </p:nvSpPr>
          <p:spPr>
            <a:xfrm>
              <a:off x="-45260575" y="3938500"/>
              <a:ext cx="227650" cy="300100"/>
            </a:xfrm>
            <a:custGeom>
              <a:avLst/>
              <a:gdLst/>
              <a:ahLst/>
              <a:cxnLst/>
              <a:rect l="l" t="t" r="r" b="b"/>
              <a:pathLst>
                <a:path w="9106" h="12004" extrusionOk="0">
                  <a:moveTo>
                    <a:pt x="348" y="0"/>
                  </a:moveTo>
                  <a:cubicBezTo>
                    <a:pt x="158" y="0"/>
                    <a:pt x="1" y="158"/>
                    <a:pt x="1" y="347"/>
                  </a:cubicBezTo>
                  <a:lnTo>
                    <a:pt x="1" y="4222"/>
                  </a:lnTo>
                  <a:lnTo>
                    <a:pt x="7342" y="4222"/>
                  </a:lnTo>
                  <a:cubicBezTo>
                    <a:pt x="7562" y="4222"/>
                    <a:pt x="7720" y="4380"/>
                    <a:pt x="7720" y="4600"/>
                  </a:cubicBezTo>
                  <a:lnTo>
                    <a:pt x="7720" y="10208"/>
                  </a:lnTo>
                  <a:cubicBezTo>
                    <a:pt x="7720" y="10428"/>
                    <a:pt x="7562" y="10586"/>
                    <a:pt x="7342" y="10586"/>
                  </a:cubicBezTo>
                  <a:lnTo>
                    <a:pt x="1" y="10586"/>
                  </a:lnTo>
                  <a:lnTo>
                    <a:pt x="1" y="11626"/>
                  </a:lnTo>
                  <a:cubicBezTo>
                    <a:pt x="1" y="11846"/>
                    <a:pt x="158" y="12004"/>
                    <a:pt x="348" y="12004"/>
                  </a:cubicBezTo>
                  <a:lnTo>
                    <a:pt x="8759" y="12004"/>
                  </a:lnTo>
                  <a:cubicBezTo>
                    <a:pt x="8980" y="12004"/>
                    <a:pt x="9106" y="11846"/>
                    <a:pt x="9106" y="11626"/>
                  </a:cubicBezTo>
                  <a:lnTo>
                    <a:pt x="9106" y="2804"/>
                  </a:lnTo>
                  <a:lnTo>
                    <a:pt x="6680" y="2804"/>
                  </a:lnTo>
                  <a:lnTo>
                    <a:pt x="6680" y="2773"/>
                  </a:lnTo>
                  <a:cubicBezTo>
                    <a:pt x="6491" y="2773"/>
                    <a:pt x="6333" y="2615"/>
                    <a:pt x="6333" y="2426"/>
                  </a:cubicBezTo>
                  <a:lnTo>
                    <a:pt x="633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371;p92">
              <a:extLst>
                <a:ext uri="{FF2B5EF4-FFF2-40B4-BE49-F238E27FC236}">
                  <a16:creationId xmlns:a16="http://schemas.microsoft.com/office/drawing/2014/main" id="{6B5CF81E-CD66-23ED-B76C-BD1C6DB2FDF0}"/>
                </a:ext>
              </a:extLst>
            </p:cNvPr>
            <p:cNvSpPr/>
            <p:nvPr/>
          </p:nvSpPr>
          <p:spPr>
            <a:xfrm>
              <a:off x="-45277900" y="4061375"/>
              <a:ext cx="193000" cy="122875"/>
            </a:xfrm>
            <a:custGeom>
              <a:avLst/>
              <a:gdLst/>
              <a:ahLst/>
              <a:cxnLst/>
              <a:rect l="l" t="t" r="r" b="b"/>
              <a:pathLst>
                <a:path w="7720" h="4915" extrusionOk="0">
                  <a:moveTo>
                    <a:pt x="5987" y="693"/>
                  </a:moveTo>
                  <a:cubicBezTo>
                    <a:pt x="6207" y="693"/>
                    <a:pt x="6333" y="851"/>
                    <a:pt x="6333" y="1071"/>
                  </a:cubicBezTo>
                  <a:cubicBezTo>
                    <a:pt x="6302" y="1260"/>
                    <a:pt x="6144" y="1418"/>
                    <a:pt x="5987" y="1418"/>
                  </a:cubicBezTo>
                  <a:cubicBezTo>
                    <a:pt x="5798" y="1418"/>
                    <a:pt x="5640" y="1260"/>
                    <a:pt x="5640" y="1071"/>
                  </a:cubicBezTo>
                  <a:cubicBezTo>
                    <a:pt x="5640" y="851"/>
                    <a:pt x="5798" y="693"/>
                    <a:pt x="5987" y="693"/>
                  </a:cubicBezTo>
                  <a:close/>
                  <a:moveTo>
                    <a:pt x="3246" y="701"/>
                  </a:moveTo>
                  <a:cubicBezTo>
                    <a:pt x="3372" y="701"/>
                    <a:pt x="3498" y="772"/>
                    <a:pt x="3561" y="914"/>
                  </a:cubicBezTo>
                  <a:lnTo>
                    <a:pt x="4979" y="3686"/>
                  </a:lnTo>
                  <a:cubicBezTo>
                    <a:pt x="4979" y="3907"/>
                    <a:pt x="4884" y="4096"/>
                    <a:pt x="4727" y="4159"/>
                  </a:cubicBezTo>
                  <a:cubicBezTo>
                    <a:pt x="4695" y="4222"/>
                    <a:pt x="4601" y="4222"/>
                    <a:pt x="4569" y="4222"/>
                  </a:cubicBezTo>
                  <a:cubicBezTo>
                    <a:pt x="4443" y="4222"/>
                    <a:pt x="4349" y="4127"/>
                    <a:pt x="4254" y="4001"/>
                  </a:cubicBezTo>
                  <a:lnTo>
                    <a:pt x="4033" y="3497"/>
                  </a:lnTo>
                  <a:lnTo>
                    <a:pt x="2364" y="3497"/>
                  </a:lnTo>
                  <a:lnTo>
                    <a:pt x="2143" y="4001"/>
                  </a:lnTo>
                  <a:cubicBezTo>
                    <a:pt x="2075" y="4115"/>
                    <a:pt x="1940" y="4196"/>
                    <a:pt x="1811" y="4196"/>
                  </a:cubicBezTo>
                  <a:cubicBezTo>
                    <a:pt x="1762" y="4196"/>
                    <a:pt x="1714" y="4185"/>
                    <a:pt x="1671" y="4159"/>
                  </a:cubicBezTo>
                  <a:cubicBezTo>
                    <a:pt x="1513" y="4096"/>
                    <a:pt x="1419" y="3844"/>
                    <a:pt x="1513" y="3686"/>
                  </a:cubicBezTo>
                  <a:lnTo>
                    <a:pt x="2931" y="914"/>
                  </a:lnTo>
                  <a:cubicBezTo>
                    <a:pt x="2994" y="772"/>
                    <a:pt x="3120" y="701"/>
                    <a:pt x="3246" y="701"/>
                  </a:cubicBezTo>
                  <a:close/>
                  <a:moveTo>
                    <a:pt x="5955" y="2079"/>
                  </a:moveTo>
                  <a:cubicBezTo>
                    <a:pt x="6144" y="2079"/>
                    <a:pt x="6302" y="2237"/>
                    <a:pt x="6302" y="2426"/>
                  </a:cubicBezTo>
                  <a:lnTo>
                    <a:pt x="6302" y="3844"/>
                  </a:lnTo>
                  <a:cubicBezTo>
                    <a:pt x="6302" y="4064"/>
                    <a:pt x="6144" y="4222"/>
                    <a:pt x="5955" y="4222"/>
                  </a:cubicBezTo>
                  <a:cubicBezTo>
                    <a:pt x="5766" y="4222"/>
                    <a:pt x="5609" y="4064"/>
                    <a:pt x="5609" y="3844"/>
                  </a:cubicBezTo>
                  <a:lnTo>
                    <a:pt x="5609" y="2426"/>
                  </a:lnTo>
                  <a:cubicBezTo>
                    <a:pt x="5609" y="2237"/>
                    <a:pt x="5766" y="2079"/>
                    <a:pt x="5955" y="2079"/>
                  </a:cubicBezTo>
                  <a:close/>
                  <a:moveTo>
                    <a:pt x="347" y="0"/>
                  </a:moveTo>
                  <a:cubicBezTo>
                    <a:pt x="158" y="0"/>
                    <a:pt x="1" y="158"/>
                    <a:pt x="1" y="347"/>
                  </a:cubicBezTo>
                  <a:lnTo>
                    <a:pt x="1" y="4568"/>
                  </a:lnTo>
                  <a:cubicBezTo>
                    <a:pt x="1" y="4757"/>
                    <a:pt x="158" y="4915"/>
                    <a:pt x="347" y="4915"/>
                  </a:cubicBezTo>
                  <a:lnTo>
                    <a:pt x="7720" y="4915"/>
                  </a:lnTo>
                  <a:lnTo>
                    <a:pt x="772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1163;p50">
            <a:extLst>
              <a:ext uri="{FF2B5EF4-FFF2-40B4-BE49-F238E27FC236}">
                <a16:creationId xmlns:a16="http://schemas.microsoft.com/office/drawing/2014/main" id="{D05DC5D6-5305-070C-3067-04980B95F303}"/>
              </a:ext>
            </a:extLst>
          </p:cNvPr>
          <p:cNvSpPr txBox="1">
            <a:spLocks/>
          </p:cNvSpPr>
          <p:nvPr/>
        </p:nvSpPr>
        <p:spPr>
          <a:xfrm>
            <a:off x="715178" y="3243001"/>
            <a:ext cx="3442860" cy="13009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Raleway"/>
              <a:buNone/>
              <a:defRPr sz="1400" b="0" i="0" u="none" strike="noStrike" cap="none">
                <a:solidFill>
                  <a:schemeClr val="dk2"/>
                </a:solidFill>
                <a:latin typeface="Raleway"/>
                <a:ea typeface="Raleway"/>
                <a:cs typeface="Raleway"/>
                <a:sym typeface="Raleway"/>
              </a:defRPr>
            </a:lvl1pPr>
            <a:lvl2pPr marL="914400" marR="0" lvl="1"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2pPr>
            <a:lvl3pPr marL="1371600" marR="0" lvl="2"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3pPr>
            <a:lvl4pPr marL="1828800" marR="0" lvl="3"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4pPr>
            <a:lvl5pPr marL="2286000" marR="0" lvl="4"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5pPr>
            <a:lvl6pPr marL="2743200" marR="0" lvl="5"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6pPr>
            <a:lvl7pPr marL="3200400" marR="0" lvl="6"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7pPr>
            <a:lvl8pPr marL="3657600" marR="0" lvl="7"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8pPr>
            <a:lvl9pPr marL="4114800" marR="0" lvl="8"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9pPr>
          </a:lstStyle>
          <a:p>
            <a:pPr marL="0" indent="0">
              <a:spcAft>
                <a:spcPts val="600"/>
              </a:spcAft>
              <a:buClr>
                <a:schemeClr val="dk1"/>
              </a:buClr>
              <a:buSzPts val="1100"/>
              <a:buFont typeface="Arial"/>
              <a:buNone/>
            </a:pPr>
            <a:r>
              <a:rPr lang="fa-IR">
                <a:cs typeface="Mitra" panose="00000400000000000000" pitchFamily="2" charset="-78"/>
              </a:rPr>
              <a:t>شباهت آن‌ها در این است که هر دو از الگوریتم‌های یادگیری ماشین برای پیش‌بینی و بهینه‌سازی استفاده می‌کنند.</a:t>
            </a:r>
            <a:br>
              <a:rPr lang="fa-IR">
                <a:cs typeface="Mitra" panose="00000400000000000000" pitchFamily="2" charset="-78"/>
              </a:rPr>
            </a:br>
            <a:r>
              <a:rPr lang="fa-IR">
                <a:cs typeface="Mitra" panose="00000400000000000000" pitchFamily="2" charset="-78"/>
              </a:rPr>
              <a:t>در واقع، علم داده بدون ابزارهای هوش مصنوعی کمتر قدرت دارد و هوش مصنوعی بدون داده‌های پردازش‌شده نمی‌تواند رشد کند</a:t>
            </a:r>
            <a:r>
              <a:rPr lang="fa-IR" sz="1800" b="0" i="0">
                <a:solidFill>
                  <a:srgbClr val="263238"/>
                </a:solidFill>
                <a:effectLst/>
                <a:latin typeface="Raleway" pitchFamily="2" charset="0"/>
                <a:ea typeface="Raleway" pitchFamily="2" charset="0"/>
                <a:cs typeface="Mitra" panose="00000400000000000000" pitchFamily="2" charset="-78"/>
              </a:rPr>
              <a:t>.</a:t>
            </a:r>
            <a:endParaRPr lang="fa-IR">
              <a:cs typeface="Mitra" panose="00000400000000000000" pitchFamily="2" charset="-78"/>
            </a:endParaRPr>
          </a:p>
        </p:txBody>
      </p:sp>
      <p:sp>
        <p:nvSpPr>
          <p:cNvPr id="25" name="Google Shape;1161;p50">
            <a:extLst>
              <a:ext uri="{FF2B5EF4-FFF2-40B4-BE49-F238E27FC236}">
                <a16:creationId xmlns:a16="http://schemas.microsoft.com/office/drawing/2014/main" id="{A274CA52-6248-36DB-53B7-90E3F7D58CE2}"/>
              </a:ext>
            </a:extLst>
          </p:cNvPr>
          <p:cNvSpPr/>
          <p:nvPr/>
        </p:nvSpPr>
        <p:spPr>
          <a:xfrm>
            <a:off x="4725945" y="1075447"/>
            <a:ext cx="4083376" cy="3892153"/>
          </a:xfrm>
          <a:prstGeom prst="ellipse">
            <a:avLst/>
          </a:prstGeom>
          <a:solidFill>
            <a:schemeClr val="accent1"/>
          </a:solidFill>
          <a:ln w="38100">
            <a:solidFill>
              <a:srgbClr val="01FBC8"/>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164;p50">
            <a:extLst>
              <a:ext uri="{FF2B5EF4-FFF2-40B4-BE49-F238E27FC236}">
                <a16:creationId xmlns:a16="http://schemas.microsoft.com/office/drawing/2014/main" id="{18F49065-96D3-272F-4E5F-ED518161D5B0}"/>
              </a:ext>
            </a:extLst>
          </p:cNvPr>
          <p:cNvSpPr txBox="1">
            <a:spLocks/>
          </p:cNvSpPr>
          <p:nvPr/>
        </p:nvSpPr>
        <p:spPr>
          <a:xfrm>
            <a:off x="5788937" y="1557468"/>
            <a:ext cx="2279100" cy="473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Raleway"/>
              <a:buNone/>
              <a:defRPr sz="1900" b="0" i="0" u="none" strike="noStrike" cap="none">
                <a:solidFill>
                  <a:schemeClr val="accent3"/>
                </a:solidFill>
                <a:latin typeface="Fredoka One"/>
                <a:ea typeface="Fredoka One"/>
                <a:cs typeface="Fredoka One"/>
                <a:sym typeface="Fredoka One"/>
              </a:defRPr>
            </a:lvl1pPr>
            <a:lvl2pPr marL="914400" marR="0" lvl="1"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2pPr>
            <a:lvl3pPr marL="1371600" marR="0" lvl="2"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3pPr>
            <a:lvl4pPr marL="1828800" marR="0" lvl="3"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4pPr>
            <a:lvl5pPr marL="2286000" marR="0" lvl="4"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5pPr>
            <a:lvl6pPr marL="2743200" marR="0" lvl="5"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6pPr>
            <a:lvl7pPr marL="3200400" marR="0" lvl="6"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7pPr>
            <a:lvl8pPr marL="3657600" marR="0" lvl="7"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8pPr>
            <a:lvl9pPr marL="4114800" marR="0" lvl="8"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9pPr>
          </a:lstStyle>
          <a:p>
            <a:pPr marL="0" indent="0"/>
            <a:r>
              <a:rPr lang="fa-IR" sz="1600" b="1">
                <a:cs typeface="Mitra" panose="00000400000000000000" pitchFamily="2" charset="-78"/>
              </a:rPr>
              <a:t>ارتباط با علم آمار</a:t>
            </a:r>
          </a:p>
        </p:txBody>
      </p:sp>
      <p:grpSp>
        <p:nvGrpSpPr>
          <p:cNvPr id="27" name="Google Shape;11148;p94">
            <a:extLst>
              <a:ext uri="{FF2B5EF4-FFF2-40B4-BE49-F238E27FC236}">
                <a16:creationId xmlns:a16="http://schemas.microsoft.com/office/drawing/2014/main" id="{F9078473-7C39-3BFB-5EC5-9667BAAEB627}"/>
              </a:ext>
            </a:extLst>
          </p:cNvPr>
          <p:cNvGrpSpPr/>
          <p:nvPr/>
        </p:nvGrpSpPr>
        <p:grpSpPr>
          <a:xfrm>
            <a:off x="5788937" y="1580903"/>
            <a:ext cx="389249" cy="371906"/>
            <a:chOff x="-1960150" y="3956600"/>
            <a:chExt cx="308775" cy="291450"/>
          </a:xfrm>
          <a:solidFill>
            <a:srgbClr val="01FBC8"/>
          </a:solidFill>
        </p:grpSpPr>
        <p:sp>
          <p:nvSpPr>
            <p:cNvPr id="28" name="Google Shape;11149;p94">
              <a:extLst>
                <a:ext uri="{FF2B5EF4-FFF2-40B4-BE49-F238E27FC236}">
                  <a16:creationId xmlns:a16="http://schemas.microsoft.com/office/drawing/2014/main" id="{D309A94A-7EEB-3C6F-711C-D04DB3A3B2ED}"/>
                </a:ext>
              </a:extLst>
            </p:cNvPr>
            <p:cNvSpPr/>
            <p:nvPr/>
          </p:nvSpPr>
          <p:spPr>
            <a:xfrm>
              <a:off x="-1960150" y="3956600"/>
              <a:ext cx="308775" cy="51275"/>
            </a:xfrm>
            <a:custGeom>
              <a:avLst/>
              <a:gdLst/>
              <a:ahLst/>
              <a:cxnLst/>
              <a:rect l="l" t="t" r="r" b="b"/>
              <a:pathLst>
                <a:path w="12351" h="2051" extrusionOk="0">
                  <a:moveTo>
                    <a:pt x="1355" y="1"/>
                  </a:moveTo>
                  <a:cubicBezTo>
                    <a:pt x="1" y="1"/>
                    <a:pt x="32" y="2049"/>
                    <a:pt x="1355" y="2049"/>
                  </a:cubicBezTo>
                  <a:lnTo>
                    <a:pt x="11027" y="2049"/>
                  </a:lnTo>
                  <a:cubicBezTo>
                    <a:pt x="11047" y="2050"/>
                    <a:pt x="11066" y="2050"/>
                    <a:pt x="11085" y="2050"/>
                  </a:cubicBezTo>
                  <a:cubicBezTo>
                    <a:pt x="12350" y="2050"/>
                    <a:pt x="12331" y="1"/>
                    <a:pt x="1102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150;p94">
              <a:extLst>
                <a:ext uri="{FF2B5EF4-FFF2-40B4-BE49-F238E27FC236}">
                  <a16:creationId xmlns:a16="http://schemas.microsoft.com/office/drawing/2014/main" id="{180E9EAA-460C-CF1C-44DD-0D08E2FBC36B}"/>
                </a:ext>
              </a:extLst>
            </p:cNvPr>
            <p:cNvSpPr/>
            <p:nvPr/>
          </p:nvSpPr>
          <p:spPr>
            <a:xfrm>
              <a:off x="-1934950" y="4025925"/>
              <a:ext cx="256000" cy="222125"/>
            </a:xfrm>
            <a:custGeom>
              <a:avLst/>
              <a:gdLst/>
              <a:ahLst/>
              <a:cxnLst/>
              <a:rect l="l" t="t" r="r" b="b"/>
              <a:pathLst>
                <a:path w="10240" h="8885" extrusionOk="0">
                  <a:moveTo>
                    <a:pt x="8570" y="756"/>
                  </a:moveTo>
                  <a:cubicBezTo>
                    <a:pt x="8759" y="756"/>
                    <a:pt x="8917" y="914"/>
                    <a:pt x="8917" y="1103"/>
                  </a:cubicBezTo>
                  <a:lnTo>
                    <a:pt x="8917" y="1765"/>
                  </a:lnTo>
                  <a:cubicBezTo>
                    <a:pt x="8917" y="1995"/>
                    <a:pt x="8737" y="2116"/>
                    <a:pt x="8558" y="2116"/>
                  </a:cubicBezTo>
                  <a:cubicBezTo>
                    <a:pt x="8419" y="2116"/>
                    <a:pt x="8279" y="2042"/>
                    <a:pt x="8224" y="1891"/>
                  </a:cubicBezTo>
                  <a:lnTo>
                    <a:pt x="6081" y="4065"/>
                  </a:lnTo>
                  <a:cubicBezTo>
                    <a:pt x="6018" y="4112"/>
                    <a:pt x="5924" y="4135"/>
                    <a:pt x="5833" y="4135"/>
                  </a:cubicBezTo>
                  <a:cubicBezTo>
                    <a:pt x="5743" y="4135"/>
                    <a:pt x="5656" y="4112"/>
                    <a:pt x="5609" y="4065"/>
                  </a:cubicBezTo>
                  <a:lnTo>
                    <a:pt x="3781" y="2237"/>
                  </a:lnTo>
                  <a:lnTo>
                    <a:pt x="1986" y="4065"/>
                  </a:lnTo>
                  <a:cubicBezTo>
                    <a:pt x="1912" y="4138"/>
                    <a:pt x="1831" y="4168"/>
                    <a:pt x="1752" y="4168"/>
                  </a:cubicBezTo>
                  <a:cubicBezTo>
                    <a:pt x="1493" y="4168"/>
                    <a:pt x="1271" y="3834"/>
                    <a:pt x="1513" y="3592"/>
                  </a:cubicBezTo>
                  <a:lnTo>
                    <a:pt x="3561" y="1544"/>
                  </a:lnTo>
                  <a:cubicBezTo>
                    <a:pt x="3624" y="1481"/>
                    <a:pt x="3711" y="1450"/>
                    <a:pt x="3797" y="1450"/>
                  </a:cubicBezTo>
                  <a:cubicBezTo>
                    <a:pt x="3884" y="1450"/>
                    <a:pt x="3970" y="1481"/>
                    <a:pt x="4033" y="1544"/>
                  </a:cubicBezTo>
                  <a:lnTo>
                    <a:pt x="5829" y="3340"/>
                  </a:lnTo>
                  <a:lnTo>
                    <a:pt x="7783" y="1418"/>
                  </a:lnTo>
                  <a:cubicBezTo>
                    <a:pt x="7404" y="1292"/>
                    <a:pt x="7499" y="756"/>
                    <a:pt x="7877" y="756"/>
                  </a:cubicBezTo>
                  <a:close/>
                  <a:moveTo>
                    <a:pt x="5136" y="7562"/>
                  </a:moveTo>
                  <a:cubicBezTo>
                    <a:pt x="5325" y="7562"/>
                    <a:pt x="5483" y="7719"/>
                    <a:pt x="5483" y="7908"/>
                  </a:cubicBezTo>
                  <a:cubicBezTo>
                    <a:pt x="5483" y="8097"/>
                    <a:pt x="5325" y="8255"/>
                    <a:pt x="5136" y="8255"/>
                  </a:cubicBezTo>
                  <a:cubicBezTo>
                    <a:pt x="4916" y="8255"/>
                    <a:pt x="4758" y="8097"/>
                    <a:pt x="4758" y="7908"/>
                  </a:cubicBezTo>
                  <a:cubicBezTo>
                    <a:pt x="4758" y="7719"/>
                    <a:pt x="4916" y="7562"/>
                    <a:pt x="5136" y="7562"/>
                  </a:cubicBezTo>
                  <a:close/>
                  <a:moveTo>
                    <a:pt x="1" y="0"/>
                  </a:moveTo>
                  <a:lnTo>
                    <a:pt x="1" y="5167"/>
                  </a:lnTo>
                  <a:cubicBezTo>
                    <a:pt x="1" y="5703"/>
                    <a:pt x="442" y="6175"/>
                    <a:pt x="1040" y="6175"/>
                  </a:cubicBezTo>
                  <a:lnTo>
                    <a:pt x="4758" y="6175"/>
                  </a:lnTo>
                  <a:lnTo>
                    <a:pt x="4758" y="6931"/>
                  </a:lnTo>
                  <a:cubicBezTo>
                    <a:pt x="4380" y="7089"/>
                    <a:pt x="4096" y="7436"/>
                    <a:pt x="4096" y="7877"/>
                  </a:cubicBezTo>
                  <a:cubicBezTo>
                    <a:pt x="4096" y="8412"/>
                    <a:pt x="4569" y="8885"/>
                    <a:pt x="5136" y="8885"/>
                  </a:cubicBezTo>
                  <a:cubicBezTo>
                    <a:pt x="5672" y="8885"/>
                    <a:pt x="6144" y="8412"/>
                    <a:pt x="6144" y="7877"/>
                  </a:cubicBezTo>
                  <a:cubicBezTo>
                    <a:pt x="6144" y="7436"/>
                    <a:pt x="5861" y="7057"/>
                    <a:pt x="5483" y="6931"/>
                  </a:cubicBezTo>
                  <a:lnTo>
                    <a:pt x="5483" y="6175"/>
                  </a:lnTo>
                  <a:lnTo>
                    <a:pt x="9232" y="6175"/>
                  </a:lnTo>
                  <a:cubicBezTo>
                    <a:pt x="9767" y="6175"/>
                    <a:pt x="10240" y="5703"/>
                    <a:pt x="10240" y="5167"/>
                  </a:cubicBezTo>
                  <a:lnTo>
                    <a:pt x="10240" y="0"/>
                  </a:lnTo>
                  <a:cubicBezTo>
                    <a:pt x="10114" y="32"/>
                    <a:pt x="10019" y="32"/>
                    <a:pt x="9893" y="32"/>
                  </a:cubicBezTo>
                  <a:lnTo>
                    <a:pt x="347" y="32"/>
                  </a:lnTo>
                  <a:cubicBezTo>
                    <a:pt x="253" y="32"/>
                    <a:pt x="127" y="32"/>
                    <a:pt x="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 name="Google Shape;1163;p50">
            <a:extLst>
              <a:ext uri="{FF2B5EF4-FFF2-40B4-BE49-F238E27FC236}">
                <a16:creationId xmlns:a16="http://schemas.microsoft.com/office/drawing/2014/main" id="{8DE945AB-CF32-2945-099F-CD698CA3FC25}"/>
              </a:ext>
            </a:extLst>
          </p:cNvPr>
          <p:cNvSpPr txBox="1">
            <a:spLocks/>
          </p:cNvSpPr>
          <p:nvPr/>
        </p:nvSpPr>
        <p:spPr>
          <a:xfrm>
            <a:off x="5025940" y="2058584"/>
            <a:ext cx="3442860" cy="126269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Raleway"/>
              <a:buNone/>
              <a:defRPr sz="1400" b="0" i="0" u="none" strike="noStrike" cap="none">
                <a:solidFill>
                  <a:schemeClr val="dk2"/>
                </a:solidFill>
                <a:latin typeface="Raleway"/>
                <a:ea typeface="Raleway"/>
                <a:cs typeface="Raleway"/>
                <a:sym typeface="Raleway"/>
              </a:defRPr>
            </a:lvl1pPr>
            <a:lvl2pPr marL="914400" marR="0" lvl="1"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2pPr>
            <a:lvl3pPr marL="1371600" marR="0" lvl="2"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3pPr>
            <a:lvl4pPr marL="1828800" marR="0" lvl="3"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4pPr>
            <a:lvl5pPr marL="2286000" marR="0" lvl="4"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5pPr>
            <a:lvl6pPr marL="2743200" marR="0" lvl="5"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6pPr>
            <a:lvl7pPr marL="3200400" marR="0" lvl="6"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7pPr>
            <a:lvl8pPr marL="3657600" marR="0" lvl="7"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8pPr>
            <a:lvl9pPr marL="4114800" marR="0" lvl="8"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9pPr>
          </a:lstStyle>
          <a:p>
            <a:pPr marL="0" indent="0">
              <a:spcAft>
                <a:spcPts val="600"/>
              </a:spcAft>
              <a:buClr>
                <a:schemeClr val="dk1"/>
              </a:buClr>
              <a:buSzPts val="1100"/>
              <a:buFont typeface="Arial"/>
              <a:buNone/>
            </a:pPr>
            <a:r>
              <a:rPr lang="fa-IR">
                <a:cs typeface="Mitra" panose="00000400000000000000" pitchFamily="2" charset="-78"/>
              </a:rPr>
              <a:t>آمار زیربنای علم داده است. علم داده از مفاهیم آماری و مدل‌سازی برای درک داده‌ها استفاده می‌کند.</a:t>
            </a:r>
            <a:br>
              <a:rPr lang="fa-IR">
                <a:cs typeface="Mitra" panose="00000400000000000000" pitchFamily="2" charset="-78"/>
              </a:rPr>
            </a:br>
            <a:r>
              <a:rPr lang="fa-IR">
                <a:cs typeface="Mitra" panose="00000400000000000000" pitchFamily="2" charset="-78"/>
              </a:rPr>
              <a:t>هر دو علم به دنبال کشف الگوها، روابط و پیش‌بینی رفتارها هستند.</a:t>
            </a:r>
            <a:br>
              <a:rPr lang="fa-IR">
                <a:cs typeface="Mitra" panose="00000400000000000000" pitchFamily="2" charset="-78"/>
              </a:rPr>
            </a:br>
            <a:r>
              <a:rPr lang="fa-IR">
                <a:cs typeface="Mitra" panose="00000400000000000000" pitchFamily="2" charset="-78"/>
              </a:rPr>
              <a:t>شباهت آن‌ها در این است که هر دو سعی دارند با تکیه بر داده‌ها و احتمالات، تصمیمات منطقی و مستدل ارائه دهند.</a:t>
            </a:r>
            <a:br>
              <a:rPr lang="fa-IR">
                <a:cs typeface="Mitra" panose="00000400000000000000" pitchFamily="2" charset="-78"/>
              </a:rPr>
            </a:br>
            <a:br>
              <a:rPr lang="fa-IR">
                <a:cs typeface="Mitra" panose="00000400000000000000" pitchFamily="2" charset="-78"/>
              </a:rPr>
            </a:br>
            <a:endParaRPr lang="fa-IR">
              <a:cs typeface="Mitra" panose="00000400000000000000" pitchFamily="2" charset="-78"/>
            </a:endParaRPr>
          </a:p>
        </p:txBody>
      </p:sp>
      <p:sp>
        <p:nvSpPr>
          <p:cNvPr id="31" name="Google Shape;1163;p50">
            <a:extLst>
              <a:ext uri="{FF2B5EF4-FFF2-40B4-BE49-F238E27FC236}">
                <a16:creationId xmlns:a16="http://schemas.microsoft.com/office/drawing/2014/main" id="{E2493630-BB00-05EB-1531-98374DDEC9E4}"/>
              </a:ext>
            </a:extLst>
          </p:cNvPr>
          <p:cNvSpPr txBox="1">
            <a:spLocks/>
          </p:cNvSpPr>
          <p:nvPr/>
        </p:nvSpPr>
        <p:spPr>
          <a:xfrm>
            <a:off x="5046203" y="3257315"/>
            <a:ext cx="3442860" cy="7497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Raleway"/>
              <a:buNone/>
              <a:defRPr sz="1400" b="0" i="0" u="none" strike="noStrike" cap="none">
                <a:solidFill>
                  <a:schemeClr val="dk2"/>
                </a:solidFill>
                <a:latin typeface="Raleway"/>
                <a:ea typeface="Raleway"/>
                <a:cs typeface="Raleway"/>
                <a:sym typeface="Raleway"/>
              </a:defRPr>
            </a:lvl1pPr>
            <a:lvl2pPr marL="914400" marR="0" lvl="1"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2pPr>
            <a:lvl3pPr marL="1371600" marR="0" lvl="2"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3pPr>
            <a:lvl4pPr marL="1828800" marR="0" lvl="3"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4pPr>
            <a:lvl5pPr marL="2286000" marR="0" lvl="4"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5pPr>
            <a:lvl6pPr marL="2743200" marR="0" lvl="5"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6pPr>
            <a:lvl7pPr marL="3200400" marR="0" lvl="6"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7pPr>
            <a:lvl8pPr marL="3657600" marR="0" lvl="7"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8pPr>
            <a:lvl9pPr marL="4114800" marR="0" lvl="8" indent="-317500" algn="ctr"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9pPr>
          </a:lstStyle>
          <a:p>
            <a:pPr marL="0" indent="0">
              <a:spcAft>
                <a:spcPts val="600"/>
              </a:spcAft>
              <a:buClr>
                <a:schemeClr val="dk1"/>
              </a:buClr>
              <a:buSzPts val="1100"/>
              <a:buFont typeface="Arial"/>
              <a:buNone/>
            </a:pPr>
            <a:r>
              <a:rPr lang="fa-IR">
                <a:cs typeface="Mitra" panose="00000400000000000000" pitchFamily="2" charset="-78"/>
              </a:rPr>
              <a:t>علم داده در حقیقت با افزودن قدرت پردازشی و الگوریتم‌های پیچیده‌تر، آمار را به دنیای بزرگ‌تری وارد کرده است.</a:t>
            </a:r>
          </a:p>
        </p:txBody>
      </p:sp>
    </p:spTree>
    <p:extLst>
      <p:ext uri="{BB962C8B-B14F-4D97-AF65-F5344CB8AC3E}">
        <p14:creationId xmlns:p14="http://schemas.microsoft.com/office/powerpoint/2010/main" val="2684770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pattFill prst="wdUpDiag">
          <a:fgClr>
            <a:srgbClr val="01FBC8"/>
          </a:fgClr>
          <a:bgClr>
            <a:schemeClr val="bg1"/>
          </a:bgClr>
        </a:patt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28E46B6-E966-5DAA-1267-EFDB48E1A0E6}"/>
              </a:ext>
            </a:extLst>
          </p:cNvPr>
          <p:cNvSpPr>
            <a:spLocks noGrp="1"/>
          </p:cNvSpPr>
          <p:nvPr>
            <p:ph type="title"/>
          </p:nvPr>
        </p:nvSpPr>
        <p:spPr>
          <a:xfrm>
            <a:off x="4144668" y="312092"/>
            <a:ext cx="4999332" cy="863700"/>
          </a:xfrm>
        </p:spPr>
        <p:txBody>
          <a:bodyPr/>
          <a:lstStyle/>
          <a:p>
            <a:pPr algn="r"/>
            <a:r>
              <a:rPr lang="fa-IR" sz="2000" b="1">
                <a:latin typeface="Vazir" panose="020B0603030804020204" pitchFamily="34" charset="-78"/>
                <a:cs typeface="Vazir" panose="020B0603030804020204" pitchFamily="34" charset="-78"/>
              </a:rPr>
              <a:t>فرصت های شغلی دانشمند داده:</a:t>
            </a:r>
            <a:endParaRPr lang="en-US" sz="2000" b="1">
              <a:latin typeface="Vazir" panose="020B0603030804020204" pitchFamily="34" charset="-78"/>
              <a:cs typeface="Vazir" panose="020B0603030804020204" pitchFamily="34" charset="-78"/>
            </a:endParaRPr>
          </a:p>
        </p:txBody>
      </p:sp>
      <p:sp>
        <p:nvSpPr>
          <p:cNvPr id="8" name="Subtitle 7">
            <a:extLst>
              <a:ext uri="{FF2B5EF4-FFF2-40B4-BE49-F238E27FC236}">
                <a16:creationId xmlns:a16="http://schemas.microsoft.com/office/drawing/2014/main" id="{4B77DE3B-6EB6-6128-C72D-7A5FDFC0FD2D}"/>
              </a:ext>
            </a:extLst>
          </p:cNvPr>
          <p:cNvSpPr>
            <a:spLocks noGrp="1"/>
          </p:cNvSpPr>
          <p:nvPr>
            <p:ph type="subTitle" idx="1"/>
          </p:nvPr>
        </p:nvSpPr>
        <p:spPr>
          <a:xfrm>
            <a:off x="5629523" y="974080"/>
            <a:ext cx="3418604" cy="2540397"/>
          </a:xfrm>
        </p:spPr>
        <p:txBody>
          <a:bodyPr/>
          <a:lstStyle/>
          <a:p>
            <a:pPr algn="r"/>
            <a:r>
              <a:rPr lang="fa-IR">
                <a:cs typeface="Mitra" panose="00000400000000000000" pitchFamily="2" charset="-78"/>
              </a:rPr>
              <a:t>در حال حاضر فرصت های شغلی در حوزه دیتا ساینس پر رونق ترین رشته علوم کامپیوتر در بازار کار ایران نیست، اما همچنان درخواست های مناسبی در سایت های کاریابی مشاهده می‌شود.</a:t>
            </a:r>
          </a:p>
          <a:p>
            <a:pPr algn="r"/>
            <a:r>
              <a:rPr lang="fa-IR">
                <a:cs typeface="Mitra" panose="00000400000000000000" pitchFamily="2" charset="-78"/>
              </a:rPr>
              <a:t>عمده درخواست کنندگان نیروی کار دانشمند داده(یا مهندس داده) شرکت های سرمایه گزاری اقتصادی و ابر فروشگاه های بزرگ هستند.</a:t>
            </a:r>
          </a:p>
          <a:p>
            <a:pPr algn="r"/>
            <a:endParaRPr lang="fa-IR">
              <a:cs typeface="Mitra" panose="00000400000000000000" pitchFamily="2" charset="-78"/>
            </a:endParaRPr>
          </a:p>
          <a:p>
            <a:pPr algn="r"/>
            <a:r>
              <a:rPr lang="fa-IR">
                <a:cs typeface="Mitra" panose="00000400000000000000" pitchFamily="2" charset="-78"/>
              </a:rPr>
              <a:t>ذیل تصویری از نتیجه جستجو در یک سایت کاریابی آورده شده:</a:t>
            </a:r>
          </a:p>
          <a:p>
            <a:pPr algn="r"/>
            <a:endParaRPr lang="en-US">
              <a:cs typeface="Mitra" panose="00000400000000000000" pitchFamily="2" charset="-78"/>
            </a:endParaRPr>
          </a:p>
        </p:txBody>
      </p:sp>
      <p:pic>
        <p:nvPicPr>
          <p:cNvPr id="10" name="Picture 9">
            <a:extLst>
              <a:ext uri="{FF2B5EF4-FFF2-40B4-BE49-F238E27FC236}">
                <a16:creationId xmlns:a16="http://schemas.microsoft.com/office/drawing/2014/main" id="{23A2B78E-1647-CAF9-C4B2-E170023056EF}"/>
              </a:ext>
            </a:extLst>
          </p:cNvPr>
          <p:cNvPicPr>
            <a:picLocks noChangeAspect="1"/>
          </p:cNvPicPr>
          <p:nvPr/>
        </p:nvPicPr>
        <p:blipFill>
          <a:blip r:embed="rId2"/>
          <a:stretch>
            <a:fillRect/>
          </a:stretch>
        </p:blipFill>
        <p:spPr>
          <a:xfrm>
            <a:off x="95873" y="111316"/>
            <a:ext cx="2172224" cy="4920863"/>
          </a:xfrm>
          <a:prstGeom prst="rect">
            <a:avLst/>
          </a:prstGeom>
        </p:spPr>
      </p:pic>
      <p:pic>
        <p:nvPicPr>
          <p:cNvPr id="12" name="Picture 11">
            <a:extLst>
              <a:ext uri="{FF2B5EF4-FFF2-40B4-BE49-F238E27FC236}">
                <a16:creationId xmlns:a16="http://schemas.microsoft.com/office/drawing/2014/main" id="{8DBF80BD-D46E-47CE-7DBD-B3B9274CF597}"/>
              </a:ext>
            </a:extLst>
          </p:cNvPr>
          <p:cNvPicPr>
            <a:picLocks noChangeAspect="1"/>
          </p:cNvPicPr>
          <p:nvPr/>
        </p:nvPicPr>
        <p:blipFill>
          <a:blip r:embed="rId3"/>
          <a:srcRect b="1272"/>
          <a:stretch/>
        </p:blipFill>
        <p:spPr>
          <a:xfrm>
            <a:off x="2330189" y="111316"/>
            <a:ext cx="2241811" cy="4920863"/>
          </a:xfrm>
          <a:prstGeom prst="rect">
            <a:avLst/>
          </a:prstGeom>
        </p:spPr>
      </p:pic>
      <p:sp>
        <p:nvSpPr>
          <p:cNvPr id="13" name="Rectangle 12">
            <a:extLst>
              <a:ext uri="{FF2B5EF4-FFF2-40B4-BE49-F238E27FC236}">
                <a16:creationId xmlns:a16="http://schemas.microsoft.com/office/drawing/2014/main" id="{FA9BDE7A-3762-2338-320D-CBD5CE296DC1}"/>
              </a:ext>
            </a:extLst>
          </p:cNvPr>
          <p:cNvSpPr/>
          <p:nvPr/>
        </p:nvSpPr>
        <p:spPr>
          <a:xfrm>
            <a:off x="95873" y="111316"/>
            <a:ext cx="4476127" cy="4920863"/>
          </a:xfrm>
          <a:prstGeom prst="rect">
            <a:avLst/>
          </a:prstGeom>
          <a:noFill/>
          <a:ln w="38100">
            <a:solidFill>
              <a:srgbClr val="01FB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2C6281F5-B43C-B376-D20C-0A5DE2059CA9}"/>
              </a:ext>
            </a:extLst>
          </p:cNvPr>
          <p:cNvSpPr/>
          <p:nvPr/>
        </p:nvSpPr>
        <p:spPr>
          <a:xfrm>
            <a:off x="5796502" y="3754062"/>
            <a:ext cx="3096804" cy="659958"/>
          </a:xfrm>
          <a:prstGeom prst="roundRect">
            <a:avLst/>
          </a:prstGeom>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a-IR">
                <a:solidFill>
                  <a:schemeClr val="tx1"/>
                </a:solidFill>
              </a:rPr>
              <a:t>از اینجا چک کنید</a:t>
            </a:r>
            <a:endParaRPr lang="fa-IR">
              <a:solidFill>
                <a:srgbClr val="01FBC8"/>
              </a:solidFill>
            </a:endParaRPr>
          </a:p>
          <a:p>
            <a:pPr algn="ctr"/>
            <a:r>
              <a:rPr lang="en-US">
                <a:solidFill>
                  <a:srgbClr val="01FBC8"/>
                </a:solidFill>
                <a:hlinkClick r:id="rId4">
                  <a:extLst>
                    <a:ext uri="{A12FA001-AC4F-418D-AE19-62706E023703}">
                      <ahyp:hlinkClr xmlns:ahyp="http://schemas.microsoft.com/office/drawing/2018/hyperlinkcolor" val="tx"/>
                    </a:ext>
                  </a:extLst>
                </a:hlinkClick>
              </a:rPr>
              <a:t>karbord.io/data-scientist</a:t>
            </a:r>
            <a:endParaRPr lang="en-US">
              <a:solidFill>
                <a:srgbClr val="01FBC8"/>
              </a:solidFill>
            </a:endParaRPr>
          </a:p>
        </p:txBody>
      </p:sp>
      <p:cxnSp>
        <p:nvCxnSpPr>
          <p:cNvPr id="15" name="Straight Connector 14">
            <a:extLst>
              <a:ext uri="{FF2B5EF4-FFF2-40B4-BE49-F238E27FC236}">
                <a16:creationId xmlns:a16="http://schemas.microsoft.com/office/drawing/2014/main" id="{41FEBA85-CE86-CCC2-4795-DC6BA33F95A7}"/>
              </a:ext>
            </a:extLst>
          </p:cNvPr>
          <p:cNvCxnSpPr>
            <a:cxnSpLocks/>
          </p:cNvCxnSpPr>
          <p:nvPr/>
        </p:nvCxnSpPr>
        <p:spPr>
          <a:xfrm>
            <a:off x="5724939" y="974080"/>
            <a:ext cx="341906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7215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wdUpDiag">
          <a:fgClr>
            <a:srgbClr val="01FBC8"/>
          </a:fgClr>
          <a:bgClr>
            <a:schemeClr val="bg1"/>
          </a:bgClr>
        </a:pattFill>
        <a:effectLst/>
      </p:bgPr>
    </p:bg>
    <p:spTree>
      <p:nvGrpSpPr>
        <p:cNvPr id="1" name="">
          <a:extLst>
            <a:ext uri="{FF2B5EF4-FFF2-40B4-BE49-F238E27FC236}">
              <a16:creationId xmlns:a16="http://schemas.microsoft.com/office/drawing/2014/main" id="{BFCDE83B-1540-2C72-DAF3-33E51D0B3FF6}"/>
            </a:ext>
          </a:extLst>
        </p:cNvPr>
        <p:cNvGrpSpPr/>
        <p:nvPr/>
      </p:nvGrpSpPr>
      <p:grpSpPr>
        <a:xfrm>
          <a:off x="0" y="0"/>
          <a:ext cx="0" cy="0"/>
          <a:chOff x="0" y="0"/>
          <a:chExt cx="0" cy="0"/>
        </a:xfrm>
      </p:grpSpPr>
      <p:sp>
        <p:nvSpPr>
          <p:cNvPr id="2" name="Title 6">
            <a:extLst>
              <a:ext uri="{FF2B5EF4-FFF2-40B4-BE49-F238E27FC236}">
                <a16:creationId xmlns:a16="http://schemas.microsoft.com/office/drawing/2014/main" id="{3F6DB40B-7472-A731-F8C2-15A8889EAD31}"/>
              </a:ext>
            </a:extLst>
          </p:cNvPr>
          <p:cNvSpPr>
            <a:spLocks noGrp="1"/>
          </p:cNvSpPr>
          <p:nvPr>
            <p:ph type="title"/>
          </p:nvPr>
        </p:nvSpPr>
        <p:spPr>
          <a:xfrm>
            <a:off x="4144668" y="312092"/>
            <a:ext cx="4999332" cy="863700"/>
          </a:xfrm>
        </p:spPr>
        <p:txBody>
          <a:bodyPr/>
          <a:lstStyle/>
          <a:p>
            <a:pPr algn="r"/>
            <a:r>
              <a:rPr lang="fa-IR" sz="2000" b="1">
                <a:latin typeface="Vazir" panose="020B0603030804020204" pitchFamily="34" charset="-78"/>
                <a:cs typeface="Vazir" panose="020B0603030804020204" pitchFamily="34" charset="-78"/>
              </a:rPr>
              <a:t>فرصت های تحصیلی برون مرزی:</a:t>
            </a:r>
            <a:endParaRPr lang="en-US" sz="2000" b="1">
              <a:latin typeface="Vazir" panose="020B0603030804020204" pitchFamily="34" charset="-78"/>
              <a:cs typeface="Vazir" panose="020B0603030804020204" pitchFamily="34" charset="-78"/>
            </a:endParaRPr>
          </a:p>
        </p:txBody>
      </p:sp>
      <p:pic>
        <p:nvPicPr>
          <p:cNvPr id="4" name="Picture 3">
            <a:extLst>
              <a:ext uri="{FF2B5EF4-FFF2-40B4-BE49-F238E27FC236}">
                <a16:creationId xmlns:a16="http://schemas.microsoft.com/office/drawing/2014/main" id="{889BC4B2-A2BD-8E51-8070-5425008D3BF2}"/>
              </a:ext>
            </a:extLst>
          </p:cNvPr>
          <p:cNvPicPr>
            <a:picLocks noChangeAspect="1"/>
          </p:cNvPicPr>
          <p:nvPr/>
        </p:nvPicPr>
        <p:blipFill>
          <a:blip r:embed="rId2"/>
          <a:srcRect b="1479"/>
          <a:stretch/>
        </p:blipFill>
        <p:spPr>
          <a:xfrm>
            <a:off x="164511" y="750901"/>
            <a:ext cx="4346321" cy="3641697"/>
          </a:xfrm>
          <a:prstGeom prst="rect">
            <a:avLst/>
          </a:prstGeom>
        </p:spPr>
      </p:pic>
      <p:sp>
        <p:nvSpPr>
          <p:cNvPr id="5" name="Rectangle 4">
            <a:extLst>
              <a:ext uri="{FF2B5EF4-FFF2-40B4-BE49-F238E27FC236}">
                <a16:creationId xmlns:a16="http://schemas.microsoft.com/office/drawing/2014/main" id="{60C1C096-D84A-8E61-605B-B493D8E195F2}"/>
              </a:ext>
            </a:extLst>
          </p:cNvPr>
          <p:cNvSpPr/>
          <p:nvPr/>
        </p:nvSpPr>
        <p:spPr>
          <a:xfrm>
            <a:off x="151074" y="743942"/>
            <a:ext cx="4357315" cy="3661081"/>
          </a:xfrm>
          <a:prstGeom prst="rect">
            <a:avLst/>
          </a:prstGeom>
          <a:noFill/>
          <a:ln w="38100">
            <a:solidFill>
              <a:srgbClr val="01FB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ubtitle 7">
            <a:extLst>
              <a:ext uri="{FF2B5EF4-FFF2-40B4-BE49-F238E27FC236}">
                <a16:creationId xmlns:a16="http://schemas.microsoft.com/office/drawing/2014/main" id="{23AAFB01-F1B4-49DC-8E7A-9CF504CEAAB6}"/>
              </a:ext>
            </a:extLst>
          </p:cNvPr>
          <p:cNvSpPr txBox="1">
            <a:spLocks/>
          </p:cNvSpPr>
          <p:nvPr/>
        </p:nvSpPr>
        <p:spPr>
          <a:xfrm>
            <a:off x="5486400" y="958178"/>
            <a:ext cx="3657600" cy="254039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2800"/>
              <a:buFont typeface="Raleway"/>
              <a:buNone/>
              <a:defRPr sz="1400" b="0" i="0" u="none" strike="noStrike" cap="none">
                <a:solidFill>
                  <a:schemeClr val="lt1"/>
                </a:solidFill>
                <a:latin typeface="Raleway"/>
                <a:ea typeface="Raleway"/>
                <a:cs typeface="Raleway"/>
                <a:sym typeface="Raleway"/>
              </a:defRPr>
            </a:lvl1pPr>
            <a:lvl2pPr marL="914400" marR="0" lvl="1"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2pPr>
            <a:lvl3pPr marL="1371600" marR="0" lvl="2"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3pPr>
            <a:lvl4pPr marL="1828800" marR="0" lvl="3"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4pPr>
            <a:lvl5pPr marL="2286000" marR="0" lvl="4"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5pPr>
            <a:lvl6pPr marL="2743200" marR="0" lvl="5"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6pPr>
            <a:lvl7pPr marL="3200400" marR="0" lvl="6"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7pPr>
            <a:lvl8pPr marL="3657600" marR="0" lvl="7"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8pPr>
            <a:lvl9pPr marL="4114800" marR="0" lvl="8"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9pPr>
          </a:lstStyle>
          <a:p>
            <a:pPr algn="r"/>
            <a:r>
              <a:rPr lang="fa-IR">
                <a:cs typeface="Mitra" panose="00000400000000000000" pitchFamily="2" charset="-78"/>
              </a:rPr>
              <a:t>به جرئت می‌توان گفت موقعیت های تحصیلی و بورسیه برای رشته علم‌داده در دانشگاه های خارجی از پر موقعیت ترین های دروس دانشگاهی است و برای دانشجویان جویای علم در خارج از کشور می‌تواند بهترین فرصت را رقم بزند.</a:t>
            </a:r>
          </a:p>
          <a:p>
            <a:pPr algn="r"/>
            <a:br>
              <a:rPr lang="fa-IR">
                <a:cs typeface="Mitra" panose="00000400000000000000" pitchFamily="2" charset="-78"/>
              </a:rPr>
            </a:br>
            <a:r>
              <a:rPr lang="fa-IR">
                <a:cs typeface="Mitra" panose="00000400000000000000" pitchFamily="2" charset="-78"/>
              </a:rPr>
              <a:t>ذیل تصویری از نتیجه جستجو در سایت رسمی ورود دانشجویان بین‌المللی به دانشگاه های انگلستان آورده شده:</a:t>
            </a:r>
            <a:endParaRPr lang="en-US">
              <a:cs typeface="Mitra" panose="00000400000000000000" pitchFamily="2" charset="-78"/>
            </a:endParaRPr>
          </a:p>
        </p:txBody>
      </p:sp>
      <p:sp>
        <p:nvSpPr>
          <p:cNvPr id="12" name="Rectangle: Rounded Corners 11">
            <a:extLst>
              <a:ext uri="{FF2B5EF4-FFF2-40B4-BE49-F238E27FC236}">
                <a16:creationId xmlns:a16="http://schemas.microsoft.com/office/drawing/2014/main" id="{192C3811-0982-381B-FA82-F8A4E31D302E}"/>
              </a:ext>
            </a:extLst>
          </p:cNvPr>
          <p:cNvSpPr/>
          <p:nvPr/>
        </p:nvSpPr>
        <p:spPr>
          <a:xfrm>
            <a:off x="5796502" y="3754062"/>
            <a:ext cx="3096804" cy="659958"/>
          </a:xfrm>
          <a:prstGeom prst="roundRect">
            <a:avLst/>
          </a:prstGeom>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a-IR">
                <a:solidFill>
                  <a:schemeClr val="tx1"/>
                </a:solidFill>
              </a:rPr>
              <a:t>از اینجا چک کنید</a:t>
            </a:r>
          </a:p>
          <a:p>
            <a:pPr algn="ctr"/>
            <a:r>
              <a:rPr lang="en-US">
                <a:solidFill>
                  <a:srgbClr val="01FBC8"/>
                </a:solidFill>
                <a:hlinkClick r:id="rId3">
                  <a:extLst>
                    <a:ext uri="{A12FA001-AC4F-418D-AE19-62706E023703}">
                      <ahyp:hlinkClr xmlns:ahyp="http://schemas.microsoft.com/office/drawing/2018/hyperlinkcolor" val="tx"/>
                    </a:ext>
                  </a:extLst>
                </a:hlinkClick>
              </a:rPr>
              <a:t>study-uk.org/scholarships-funding</a:t>
            </a:r>
            <a:endParaRPr lang="en-US">
              <a:solidFill>
                <a:srgbClr val="01FBC8"/>
              </a:solidFill>
            </a:endParaRPr>
          </a:p>
        </p:txBody>
      </p:sp>
      <p:pic>
        <p:nvPicPr>
          <p:cNvPr id="14" name="Picture 13">
            <a:extLst>
              <a:ext uri="{FF2B5EF4-FFF2-40B4-BE49-F238E27FC236}">
                <a16:creationId xmlns:a16="http://schemas.microsoft.com/office/drawing/2014/main" id="{826EE880-AAD2-F830-D060-7D664BEEE18F}"/>
              </a:ext>
            </a:extLst>
          </p:cNvPr>
          <p:cNvPicPr>
            <a:picLocks noChangeAspect="1"/>
          </p:cNvPicPr>
          <p:nvPr/>
        </p:nvPicPr>
        <p:blipFill>
          <a:blip r:embed="rId4"/>
          <a:stretch>
            <a:fillRect/>
          </a:stretch>
        </p:blipFill>
        <p:spPr>
          <a:xfrm>
            <a:off x="1359672" y="2910177"/>
            <a:ext cx="420489" cy="453224"/>
          </a:xfrm>
          <a:prstGeom prst="rect">
            <a:avLst/>
          </a:prstGeom>
        </p:spPr>
      </p:pic>
      <p:cxnSp>
        <p:nvCxnSpPr>
          <p:cNvPr id="15" name="Straight Connector 14">
            <a:extLst>
              <a:ext uri="{FF2B5EF4-FFF2-40B4-BE49-F238E27FC236}">
                <a16:creationId xmlns:a16="http://schemas.microsoft.com/office/drawing/2014/main" id="{4C915588-0BDC-B6CE-82AB-BB6A4EBD818E}"/>
              </a:ext>
            </a:extLst>
          </p:cNvPr>
          <p:cNvCxnSpPr>
            <a:cxnSpLocks/>
          </p:cNvCxnSpPr>
          <p:nvPr/>
        </p:nvCxnSpPr>
        <p:spPr>
          <a:xfrm>
            <a:off x="5796502" y="974080"/>
            <a:ext cx="3466768"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3500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1FBC8"/>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797D60-0657-23DC-F38E-79A3F50A1E17}"/>
              </a:ext>
            </a:extLst>
          </p:cNvPr>
          <p:cNvPicPr>
            <a:picLocks noChangeAspect="1"/>
          </p:cNvPicPr>
          <p:nvPr/>
        </p:nvPicPr>
        <p:blipFill>
          <a:blip r:embed="rId2"/>
          <a:stretch>
            <a:fillRect/>
          </a:stretch>
        </p:blipFill>
        <p:spPr>
          <a:xfrm>
            <a:off x="0" y="0"/>
            <a:ext cx="5931673" cy="5143500"/>
          </a:xfrm>
          <a:prstGeom prst="rect">
            <a:avLst/>
          </a:prstGeom>
        </p:spPr>
      </p:pic>
      <p:sp>
        <p:nvSpPr>
          <p:cNvPr id="13" name="Rectangle: Rounded Corners 12">
            <a:extLst>
              <a:ext uri="{FF2B5EF4-FFF2-40B4-BE49-F238E27FC236}">
                <a16:creationId xmlns:a16="http://schemas.microsoft.com/office/drawing/2014/main" id="{2CF953BA-443F-802C-C171-89C19158AF4D}"/>
              </a:ext>
            </a:extLst>
          </p:cNvPr>
          <p:cNvSpPr/>
          <p:nvPr/>
        </p:nvSpPr>
        <p:spPr>
          <a:xfrm>
            <a:off x="6011186" y="55660"/>
            <a:ext cx="3013544" cy="5017272"/>
          </a:xfrm>
          <a:prstGeom prst="roundRect">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6">
            <a:extLst>
              <a:ext uri="{FF2B5EF4-FFF2-40B4-BE49-F238E27FC236}">
                <a16:creationId xmlns:a16="http://schemas.microsoft.com/office/drawing/2014/main" id="{94B8FF08-7EAB-66BB-562A-50BE5B01B680}"/>
              </a:ext>
            </a:extLst>
          </p:cNvPr>
          <p:cNvSpPr>
            <a:spLocks noGrp="1"/>
          </p:cNvSpPr>
          <p:nvPr>
            <p:ph type="title"/>
          </p:nvPr>
        </p:nvSpPr>
        <p:spPr>
          <a:xfrm>
            <a:off x="6078772" y="351848"/>
            <a:ext cx="2735249" cy="578455"/>
          </a:xfrm>
        </p:spPr>
        <p:txBody>
          <a:bodyPr/>
          <a:lstStyle/>
          <a:p>
            <a:pPr algn="r"/>
            <a:r>
              <a:rPr lang="fa-IR" sz="2000" b="1">
                <a:solidFill>
                  <a:schemeClr val="bg1"/>
                </a:solidFill>
                <a:latin typeface="Vazir" panose="020B0603030804020204" pitchFamily="34" charset="-78"/>
                <a:cs typeface="Vazir" panose="020B0603030804020204" pitchFamily="34" charset="-78"/>
              </a:rPr>
              <a:t>مسیر یادگیری علم‌داده:</a:t>
            </a:r>
            <a:endParaRPr lang="en-US" sz="2000" b="1">
              <a:solidFill>
                <a:schemeClr val="bg1"/>
              </a:solidFill>
              <a:latin typeface="Vazir" panose="020B0603030804020204" pitchFamily="34" charset="-78"/>
              <a:cs typeface="Vazir" panose="020B0603030804020204" pitchFamily="34" charset="-78"/>
            </a:endParaRPr>
          </a:p>
        </p:txBody>
      </p:sp>
      <p:sp>
        <p:nvSpPr>
          <p:cNvPr id="15" name="Subtitle 7">
            <a:extLst>
              <a:ext uri="{FF2B5EF4-FFF2-40B4-BE49-F238E27FC236}">
                <a16:creationId xmlns:a16="http://schemas.microsoft.com/office/drawing/2014/main" id="{86D52A53-E21E-F8A3-A3E6-0AEDF9258549}"/>
              </a:ext>
            </a:extLst>
          </p:cNvPr>
          <p:cNvSpPr txBox="1">
            <a:spLocks/>
          </p:cNvSpPr>
          <p:nvPr/>
        </p:nvSpPr>
        <p:spPr>
          <a:xfrm>
            <a:off x="6011186" y="776766"/>
            <a:ext cx="3339548" cy="259458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2800"/>
              <a:buFont typeface="Raleway"/>
              <a:buNone/>
              <a:defRPr sz="1400" b="0" i="0" u="none" strike="noStrike" cap="none">
                <a:solidFill>
                  <a:schemeClr val="lt1"/>
                </a:solidFill>
                <a:latin typeface="Raleway"/>
                <a:ea typeface="Raleway"/>
                <a:cs typeface="Raleway"/>
                <a:sym typeface="Raleway"/>
              </a:defRPr>
            </a:lvl1pPr>
            <a:lvl2pPr marL="914400" marR="0" lvl="1"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2pPr>
            <a:lvl3pPr marL="1371600" marR="0" lvl="2"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3pPr>
            <a:lvl4pPr marL="1828800" marR="0" lvl="3"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4pPr>
            <a:lvl5pPr marL="2286000" marR="0" lvl="4"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5pPr>
            <a:lvl6pPr marL="2743200" marR="0" lvl="5"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6pPr>
            <a:lvl7pPr marL="3200400" marR="0" lvl="6"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7pPr>
            <a:lvl8pPr marL="3657600" marR="0" lvl="7"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8pPr>
            <a:lvl9pPr marL="4114800" marR="0" lvl="8"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9pPr>
          </a:lstStyle>
          <a:p>
            <a:pPr indent="0" algn="r" rtl="1"/>
            <a:r>
              <a:rPr lang="fa-IR">
                <a:cs typeface="Mitra" panose="00000400000000000000" pitchFamily="2" charset="-78"/>
              </a:rPr>
              <a:t>نقشه راه(</a:t>
            </a:r>
            <a:r>
              <a:rPr lang="en-US" sz="1200">
                <a:cs typeface="Mitra" panose="00000400000000000000" pitchFamily="2" charset="-78"/>
              </a:rPr>
              <a:t>roadmap</a:t>
            </a:r>
            <a:r>
              <a:rPr lang="fa-IR">
                <a:cs typeface="Mitra" panose="00000400000000000000" pitchFamily="2" charset="-78"/>
              </a:rPr>
              <a:t>) یک دیتا ساینتیست شامل یادگیری مفاهیم پایه‌ای برنامه‌نویسی (مثل</a:t>
            </a:r>
            <a:r>
              <a:rPr lang="en-US">
                <a:cs typeface="Mitra" panose="00000400000000000000" pitchFamily="2" charset="-78"/>
              </a:rPr>
              <a:t> </a:t>
            </a:r>
            <a:r>
              <a:rPr lang="en-US" sz="1200">
                <a:cs typeface="Mitra" panose="00000400000000000000" pitchFamily="2" charset="-78"/>
              </a:rPr>
              <a:t>Python</a:t>
            </a:r>
            <a:r>
              <a:rPr lang="en-US">
                <a:cs typeface="Mitra" panose="00000400000000000000" pitchFamily="2" charset="-78"/>
              </a:rPr>
              <a:t> </a:t>
            </a:r>
            <a:r>
              <a:rPr lang="fa-IR">
                <a:cs typeface="Mitra" panose="00000400000000000000" pitchFamily="2" charset="-78"/>
              </a:rPr>
              <a:t>یا </a:t>
            </a:r>
            <a:r>
              <a:rPr lang="en-US">
                <a:cs typeface="Mitra" panose="00000400000000000000" pitchFamily="2" charset="-78"/>
              </a:rPr>
              <a:t>(</a:t>
            </a:r>
            <a:r>
              <a:rPr lang="en-US" sz="1200">
                <a:cs typeface="Mitra" panose="00000400000000000000" pitchFamily="2" charset="-78"/>
              </a:rPr>
              <a:t>R</a:t>
            </a:r>
            <a:r>
              <a:rPr lang="en-US">
                <a:cs typeface="Mitra" panose="00000400000000000000" pitchFamily="2" charset="-78"/>
              </a:rPr>
              <a:t>، </a:t>
            </a:r>
            <a:r>
              <a:rPr lang="fa-IR">
                <a:cs typeface="Mitra" panose="00000400000000000000" pitchFamily="2" charset="-78"/>
              </a:rPr>
              <a:t>تسلط بر آمار و احتمالات، آشنایی با جمع‌آوری و پاک‌سازی داده‌ها، و تحلیل داده با استفاده از الگوریتم‌های یادگیری ماشین است.</a:t>
            </a:r>
            <a:br>
              <a:rPr lang="fa-IR">
                <a:cs typeface="Mitra" panose="00000400000000000000" pitchFamily="2" charset="-78"/>
              </a:rPr>
            </a:br>
            <a:r>
              <a:rPr lang="fa-IR">
                <a:cs typeface="Mitra" panose="00000400000000000000" pitchFamily="2" charset="-78"/>
              </a:rPr>
              <a:t>در ادامه باید مهارت‌های مرتبط با پایگاه‌های داده، مصورسازی داده و ابزارهای ابری مانند </a:t>
            </a:r>
            <a:r>
              <a:rPr lang="en-US" sz="1200">
                <a:cs typeface="Mitra" panose="00000400000000000000" pitchFamily="2" charset="-78"/>
              </a:rPr>
              <a:t>AWS</a:t>
            </a:r>
            <a:r>
              <a:rPr lang="fa-IR">
                <a:cs typeface="Mitra" panose="00000400000000000000" pitchFamily="2" charset="-78"/>
              </a:rPr>
              <a:t> یا </a:t>
            </a:r>
            <a:r>
              <a:rPr lang="en-US">
                <a:cs typeface="Mitra" panose="00000400000000000000" pitchFamily="2" charset="-78"/>
              </a:rPr>
              <a:t> </a:t>
            </a:r>
            <a:r>
              <a:rPr lang="en-US" sz="1200">
                <a:cs typeface="Mitra" panose="00000400000000000000" pitchFamily="2" charset="-78"/>
              </a:rPr>
              <a:t>Azure </a:t>
            </a:r>
            <a:r>
              <a:rPr lang="fa-IR">
                <a:cs typeface="Mitra" panose="00000400000000000000" pitchFamily="2" charset="-78"/>
              </a:rPr>
              <a:t> را فرا بگیرد.</a:t>
            </a:r>
            <a:br>
              <a:rPr lang="fa-IR">
                <a:cs typeface="Mitra" panose="00000400000000000000" pitchFamily="2" charset="-78"/>
              </a:rPr>
            </a:br>
            <a:r>
              <a:rPr lang="fa-IR">
                <a:cs typeface="Mitra" panose="00000400000000000000" pitchFamily="2" charset="-78"/>
              </a:rPr>
              <a:t>دانش عمیق در مورد یادگیری ماشین و هوش مصنوعیمی‌تواند کمک به دستیابی توانایی حل مسائل واقعی با استفاده از داده‌ها را ممکن می‌سازد.</a:t>
            </a:r>
          </a:p>
          <a:p>
            <a:pPr algn="r" rtl="1"/>
            <a:endParaRPr lang="en-US">
              <a:cs typeface="Mitra" panose="00000400000000000000" pitchFamily="2" charset="-78"/>
            </a:endParaRPr>
          </a:p>
        </p:txBody>
      </p:sp>
      <p:sp>
        <p:nvSpPr>
          <p:cNvPr id="16" name="Subtitle 7">
            <a:extLst>
              <a:ext uri="{FF2B5EF4-FFF2-40B4-BE49-F238E27FC236}">
                <a16:creationId xmlns:a16="http://schemas.microsoft.com/office/drawing/2014/main" id="{3F7BA6D4-849F-C52F-2766-A10AF4921E35}"/>
              </a:ext>
            </a:extLst>
          </p:cNvPr>
          <p:cNvSpPr txBox="1">
            <a:spLocks/>
          </p:cNvSpPr>
          <p:nvPr/>
        </p:nvSpPr>
        <p:spPr>
          <a:xfrm>
            <a:off x="6090699" y="3285402"/>
            <a:ext cx="3339548" cy="18734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2800"/>
              <a:buFont typeface="Raleway"/>
              <a:buNone/>
              <a:defRPr sz="1400" b="0" i="0" u="none" strike="noStrike" cap="none">
                <a:solidFill>
                  <a:schemeClr val="lt1"/>
                </a:solidFill>
                <a:latin typeface="Raleway"/>
                <a:ea typeface="Raleway"/>
                <a:cs typeface="Raleway"/>
                <a:sym typeface="Raleway"/>
              </a:defRPr>
            </a:lvl1pPr>
            <a:lvl2pPr marL="914400" marR="0" lvl="1"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2pPr>
            <a:lvl3pPr marL="1371600" marR="0" lvl="2"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3pPr>
            <a:lvl4pPr marL="1828800" marR="0" lvl="3"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4pPr>
            <a:lvl5pPr marL="2286000" marR="0" lvl="4"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5pPr>
            <a:lvl6pPr marL="2743200" marR="0" lvl="5"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6pPr>
            <a:lvl7pPr marL="3200400" marR="0" lvl="6"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7pPr>
            <a:lvl8pPr marL="3657600" marR="0" lvl="7"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8pPr>
            <a:lvl9pPr marL="4114800" marR="0" lvl="8"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9pPr>
          </a:lstStyle>
          <a:p>
            <a:pPr indent="0" algn="r" rtl="1"/>
            <a:r>
              <a:rPr lang="fa-IR">
                <a:cs typeface="Mitra" panose="00000400000000000000" pitchFamily="2" charset="-78"/>
              </a:rPr>
              <a:t>روبرو تصویری بریده شده از یک نقشه راه یادگیری علم‌داده از سایت معتبر </a:t>
            </a:r>
            <a:r>
              <a:rPr lang="en-US" sz="1200">
                <a:solidFill>
                  <a:srgbClr val="01FBC8"/>
                </a:solidFill>
                <a:cs typeface="Mitra" panose="00000400000000000000" pitchFamily="2" charset="-78"/>
                <a:hlinkClick r:id="rId3">
                  <a:extLst>
                    <a:ext uri="{A12FA001-AC4F-418D-AE19-62706E023703}">
                      <ahyp:hlinkClr xmlns:ahyp="http://schemas.microsoft.com/office/drawing/2018/hyperlinkcolor" val="tx"/>
                    </a:ext>
                  </a:extLst>
                </a:hlinkClick>
              </a:rPr>
              <a:t>roadmap.sh</a:t>
            </a:r>
            <a:r>
              <a:rPr lang="fa-IR" sz="1200">
                <a:solidFill>
                  <a:srgbClr val="01FBC8"/>
                </a:solidFill>
                <a:cs typeface="Mitra" panose="00000400000000000000" pitchFamily="2" charset="-78"/>
                <a:hlinkClick r:id="rId3">
                  <a:extLst>
                    <a:ext uri="{A12FA001-AC4F-418D-AE19-62706E023703}">
                      <ahyp:hlinkClr xmlns:ahyp="http://schemas.microsoft.com/office/drawing/2018/hyperlinkcolor" val="tx"/>
                    </a:ext>
                  </a:extLst>
                </a:hlinkClick>
              </a:rPr>
              <a:t> </a:t>
            </a:r>
            <a:r>
              <a:rPr lang="fa-IR">
                <a:cs typeface="Mitra" panose="00000400000000000000" pitchFamily="2" charset="-78"/>
              </a:rPr>
              <a:t>آورده شده؛ برای مطالعه کامل نقشه راه می‌توانید از لینک زیر استفاده کنید. </a:t>
            </a:r>
            <a:endParaRPr lang="en-US">
              <a:cs typeface="Mitra" panose="00000400000000000000" pitchFamily="2" charset="-78"/>
            </a:endParaRPr>
          </a:p>
        </p:txBody>
      </p:sp>
      <p:sp>
        <p:nvSpPr>
          <p:cNvPr id="17" name="Rectangle: Rounded Corners 16">
            <a:extLst>
              <a:ext uri="{FF2B5EF4-FFF2-40B4-BE49-F238E27FC236}">
                <a16:creationId xmlns:a16="http://schemas.microsoft.com/office/drawing/2014/main" id="{58BBD636-8FBB-3931-142F-1BAF9F4F2364}"/>
              </a:ext>
            </a:extLst>
          </p:cNvPr>
          <p:cNvSpPr/>
          <p:nvPr/>
        </p:nvSpPr>
        <p:spPr>
          <a:xfrm>
            <a:off x="6365019" y="4248108"/>
            <a:ext cx="2305877" cy="612672"/>
          </a:xfrm>
          <a:prstGeom prst="roundRect">
            <a:avLst/>
          </a:prstGeom>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a-IR" sz="1300">
                <a:solidFill>
                  <a:schemeClr val="tx1"/>
                </a:solidFill>
              </a:rPr>
              <a:t>از اینجا چک کنید</a:t>
            </a:r>
          </a:p>
          <a:p>
            <a:pPr algn="ctr"/>
            <a:r>
              <a:rPr lang="en-US" sz="1300">
                <a:solidFill>
                  <a:srgbClr val="01FBC8"/>
                </a:solidFill>
                <a:hlinkClick r:id="rId4">
                  <a:extLst>
                    <a:ext uri="{A12FA001-AC4F-418D-AE19-62706E023703}">
                      <ahyp:hlinkClr xmlns:ahyp="http://schemas.microsoft.com/office/drawing/2018/hyperlinkcolor" val="tx"/>
                    </a:ext>
                  </a:extLst>
                </a:hlinkClick>
              </a:rPr>
              <a:t>roadmap.sh/data-analyst</a:t>
            </a:r>
            <a:endParaRPr lang="fa-IR" sz="1300">
              <a:solidFill>
                <a:srgbClr val="01FBC8"/>
              </a:solidFill>
            </a:endParaRPr>
          </a:p>
        </p:txBody>
      </p:sp>
      <p:cxnSp>
        <p:nvCxnSpPr>
          <p:cNvPr id="18" name="Straight Connector 17">
            <a:extLst>
              <a:ext uri="{FF2B5EF4-FFF2-40B4-BE49-F238E27FC236}">
                <a16:creationId xmlns:a16="http://schemas.microsoft.com/office/drawing/2014/main" id="{1DD617F0-905B-8B5B-116F-63C1DFD55207}"/>
              </a:ext>
            </a:extLst>
          </p:cNvPr>
          <p:cNvCxnSpPr>
            <a:cxnSpLocks/>
          </p:cNvCxnSpPr>
          <p:nvPr/>
        </p:nvCxnSpPr>
        <p:spPr>
          <a:xfrm>
            <a:off x="6257677" y="816521"/>
            <a:ext cx="2647784"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626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1FBC8"/>
        </a:solidFill>
        <a:effectLst/>
      </p:bgPr>
    </p:bg>
    <p:spTree>
      <p:nvGrpSpPr>
        <p:cNvPr id="1" name="Shape 881">
          <a:extLst>
            <a:ext uri="{FF2B5EF4-FFF2-40B4-BE49-F238E27FC236}">
              <a16:creationId xmlns:a16="http://schemas.microsoft.com/office/drawing/2014/main" id="{752C288C-0030-2976-A0F2-D9A3D330708D}"/>
            </a:ext>
          </a:extLst>
        </p:cNvPr>
        <p:cNvGrpSpPr/>
        <p:nvPr/>
      </p:nvGrpSpPr>
      <p:grpSpPr>
        <a:xfrm>
          <a:off x="0" y="0"/>
          <a:ext cx="0" cy="0"/>
          <a:chOff x="0" y="0"/>
          <a:chExt cx="0" cy="0"/>
        </a:xfrm>
      </p:grpSpPr>
      <p:grpSp>
        <p:nvGrpSpPr>
          <p:cNvPr id="2" name="Google Shape;921;p47">
            <a:extLst>
              <a:ext uri="{FF2B5EF4-FFF2-40B4-BE49-F238E27FC236}">
                <a16:creationId xmlns:a16="http://schemas.microsoft.com/office/drawing/2014/main" id="{1A12164B-39B3-C52F-E42B-A86E1E70D0BE}"/>
              </a:ext>
            </a:extLst>
          </p:cNvPr>
          <p:cNvGrpSpPr/>
          <p:nvPr/>
        </p:nvGrpSpPr>
        <p:grpSpPr>
          <a:xfrm rot="3657457">
            <a:off x="1163489" y="-783528"/>
            <a:ext cx="7136436" cy="6668216"/>
            <a:chOff x="1692303" y="1064449"/>
            <a:chExt cx="4039148" cy="3868297"/>
          </a:xfrm>
          <a:solidFill>
            <a:schemeClr val="accent3"/>
          </a:solidFill>
        </p:grpSpPr>
        <p:sp>
          <p:nvSpPr>
            <p:cNvPr id="3" name="Google Shape;922;p47">
              <a:extLst>
                <a:ext uri="{FF2B5EF4-FFF2-40B4-BE49-F238E27FC236}">
                  <a16:creationId xmlns:a16="http://schemas.microsoft.com/office/drawing/2014/main" id="{85DE5957-A729-8040-7742-68C11A4DD74B}"/>
                </a:ext>
              </a:extLst>
            </p:cNvPr>
            <p:cNvSpPr/>
            <p:nvPr/>
          </p:nvSpPr>
          <p:spPr>
            <a:xfrm rot="20427377">
              <a:off x="1692303" y="1064449"/>
              <a:ext cx="4039148" cy="3868297"/>
            </a:xfrm>
            <a:custGeom>
              <a:avLst/>
              <a:gdLst/>
              <a:ahLst/>
              <a:cxnLst/>
              <a:rect l="l" t="t" r="r" b="b"/>
              <a:pathLst>
                <a:path w="154472" h="148515" extrusionOk="0">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923;p47">
              <a:extLst>
                <a:ext uri="{FF2B5EF4-FFF2-40B4-BE49-F238E27FC236}">
                  <a16:creationId xmlns:a16="http://schemas.microsoft.com/office/drawing/2014/main" id="{974989A7-01A7-56D8-B095-D205BCBA22AF}"/>
                </a:ext>
              </a:extLst>
            </p:cNvPr>
            <p:cNvSpPr/>
            <p:nvPr/>
          </p:nvSpPr>
          <p:spPr>
            <a:xfrm>
              <a:off x="2818350" y="1817311"/>
              <a:ext cx="218125" cy="218125"/>
            </a:xfrm>
            <a:custGeom>
              <a:avLst/>
              <a:gdLst/>
              <a:ahLst/>
              <a:cxnLst/>
              <a:rect l="l" t="t" r="r" b="b"/>
              <a:pathLst>
                <a:path w="8725" h="8725" extrusionOk="0">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924;p47">
              <a:extLst>
                <a:ext uri="{FF2B5EF4-FFF2-40B4-BE49-F238E27FC236}">
                  <a16:creationId xmlns:a16="http://schemas.microsoft.com/office/drawing/2014/main" id="{DED2A8C1-0821-49E1-30AC-FB17889139EA}"/>
                </a:ext>
              </a:extLst>
            </p:cNvPr>
            <p:cNvSpPr/>
            <p:nvPr/>
          </p:nvSpPr>
          <p:spPr>
            <a:xfrm>
              <a:off x="3016041" y="1693534"/>
              <a:ext cx="96525" cy="96525"/>
            </a:xfrm>
            <a:custGeom>
              <a:avLst/>
              <a:gdLst/>
              <a:ahLst/>
              <a:cxnLst/>
              <a:rect l="l" t="t" r="r" b="b"/>
              <a:pathLst>
                <a:path w="3861" h="3861" extrusionOk="0">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922;p47">
            <a:extLst>
              <a:ext uri="{FF2B5EF4-FFF2-40B4-BE49-F238E27FC236}">
                <a16:creationId xmlns:a16="http://schemas.microsoft.com/office/drawing/2014/main" id="{DF9BCEA0-F91A-D03C-C186-563F2C466754}"/>
              </a:ext>
            </a:extLst>
          </p:cNvPr>
          <p:cNvSpPr/>
          <p:nvPr/>
        </p:nvSpPr>
        <p:spPr>
          <a:xfrm rot="2484834">
            <a:off x="1666477" y="-405981"/>
            <a:ext cx="6130460" cy="5955461"/>
          </a:xfrm>
          <a:custGeom>
            <a:avLst/>
            <a:gdLst/>
            <a:ahLst/>
            <a:cxnLst/>
            <a:rect l="l" t="t" r="r" b="b"/>
            <a:pathLst>
              <a:path w="154472" h="148515" extrusionOk="0">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5">
            <a:extLst>
              <a:ext uri="{FF2B5EF4-FFF2-40B4-BE49-F238E27FC236}">
                <a16:creationId xmlns:a16="http://schemas.microsoft.com/office/drawing/2014/main" id="{67E54FA2-E528-0744-AB0C-BDEE3A9371F0}"/>
              </a:ext>
            </a:extLst>
          </p:cNvPr>
          <p:cNvSpPr txBox="1">
            <a:spLocks noGrp="1"/>
          </p:cNvSpPr>
          <p:nvPr>
            <p:ph type="title"/>
          </p:nvPr>
        </p:nvSpPr>
        <p:spPr>
          <a:xfrm>
            <a:off x="2099145" y="1269466"/>
            <a:ext cx="3970530" cy="1302283"/>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a-IR" sz="1800" b="1">
                <a:latin typeface="Vazir" panose="020B0603030804020204" pitchFamily="34" charset="-78"/>
                <a:cs typeface="Vazir" panose="020B0603030804020204" pitchFamily="34" charset="-78"/>
              </a:rPr>
              <a:t>بخش 2</a:t>
            </a:r>
            <a:br>
              <a:rPr lang="fa-IR" sz="2800" b="1">
                <a:latin typeface="Vazir" panose="020B0603030804020204" pitchFamily="34" charset="-78"/>
                <a:cs typeface="Vazir" panose="020B0603030804020204" pitchFamily="34" charset="-78"/>
              </a:rPr>
            </a:br>
            <a:r>
              <a:rPr lang="fa-IR" sz="2800" b="1">
                <a:latin typeface="Vazir" panose="020B0603030804020204" pitchFamily="34" charset="-78"/>
                <a:cs typeface="Vazir" panose="020B0603030804020204" pitchFamily="34" charset="-78"/>
              </a:rPr>
              <a:t>معرفی ابزار ها و الگوریتم های علم داده</a:t>
            </a:r>
            <a:endParaRPr sz="2800" b="1">
              <a:latin typeface="Vazir" panose="020B0603030804020204" pitchFamily="34" charset="-78"/>
              <a:cs typeface="Vazir" panose="020B0603030804020204" pitchFamily="34" charset="-78"/>
            </a:endParaRPr>
          </a:p>
        </p:txBody>
      </p:sp>
      <p:sp>
        <p:nvSpPr>
          <p:cNvPr id="883" name="Google Shape;883;p45">
            <a:extLst>
              <a:ext uri="{FF2B5EF4-FFF2-40B4-BE49-F238E27FC236}">
                <a16:creationId xmlns:a16="http://schemas.microsoft.com/office/drawing/2014/main" id="{C349F3A7-6FCD-64BC-21B4-53FDBC018BEE}"/>
              </a:ext>
            </a:extLst>
          </p:cNvPr>
          <p:cNvSpPr txBox="1">
            <a:spLocks noGrp="1"/>
          </p:cNvSpPr>
          <p:nvPr>
            <p:ph type="subTitle" idx="1"/>
          </p:nvPr>
        </p:nvSpPr>
        <p:spPr>
          <a:xfrm>
            <a:off x="1721000" y="2260067"/>
            <a:ext cx="4314300" cy="1081274"/>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endParaRPr lang="fa-IR">
              <a:cs typeface="Mitra" panose="00000400000000000000" pitchFamily="2" charset="-78"/>
            </a:endParaRPr>
          </a:p>
          <a:p>
            <a:pPr marL="0" lvl="0" indent="0" algn="r" rtl="0">
              <a:spcBef>
                <a:spcPts val="0"/>
              </a:spcBef>
              <a:spcAft>
                <a:spcPts val="0"/>
              </a:spcAft>
              <a:buNone/>
            </a:pPr>
            <a:r>
              <a:rPr lang="fa-IR">
                <a:cs typeface="Mitra" panose="00000400000000000000" pitchFamily="2" charset="-78"/>
              </a:rPr>
              <a:t>معرفی ابزار های مورد استفاده دانشمندان داده.</a:t>
            </a:r>
          </a:p>
          <a:p>
            <a:pPr marL="0" lvl="0" indent="0" algn="r" rtl="0">
              <a:spcBef>
                <a:spcPts val="0"/>
              </a:spcBef>
              <a:spcAft>
                <a:spcPts val="0"/>
              </a:spcAft>
              <a:buNone/>
            </a:pPr>
            <a:r>
              <a:rPr lang="fa-IR">
                <a:cs typeface="Mitra" panose="00000400000000000000" pitchFamily="2" charset="-78"/>
              </a:rPr>
              <a:t>جزئی پردازی به مراحل کار در علم داده</a:t>
            </a:r>
          </a:p>
          <a:p>
            <a:pPr marL="0" lvl="0" indent="0" algn="r" rtl="0">
              <a:spcBef>
                <a:spcPts val="0"/>
              </a:spcBef>
              <a:spcAft>
                <a:spcPts val="0"/>
              </a:spcAft>
              <a:buNone/>
            </a:pPr>
            <a:r>
              <a:rPr lang="fa-IR">
                <a:cs typeface="Mitra" panose="00000400000000000000" pitchFamily="2" charset="-78"/>
              </a:rPr>
              <a:t>ورود به دنیای الگوریتم های علم‌داده و یادگیری ماشین</a:t>
            </a:r>
            <a:endParaRPr>
              <a:cs typeface="Mitra" panose="00000400000000000000" pitchFamily="2" charset="-78"/>
            </a:endParaRPr>
          </a:p>
        </p:txBody>
      </p:sp>
    </p:spTree>
    <p:extLst>
      <p:ext uri="{BB962C8B-B14F-4D97-AF65-F5344CB8AC3E}">
        <p14:creationId xmlns:p14="http://schemas.microsoft.com/office/powerpoint/2010/main" val="1323812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1FBC8"/>
        </a:solidFill>
        <a:effectLst/>
      </p:bgPr>
    </p:bg>
    <p:spTree>
      <p:nvGrpSpPr>
        <p:cNvPr id="1" name="Shape 2419">
          <a:extLst>
            <a:ext uri="{FF2B5EF4-FFF2-40B4-BE49-F238E27FC236}">
              <a16:creationId xmlns:a16="http://schemas.microsoft.com/office/drawing/2014/main" id="{A9128F02-6E03-7D4A-080D-816F1BFA2725}"/>
            </a:ext>
          </a:extLst>
        </p:cNvPr>
        <p:cNvGrpSpPr/>
        <p:nvPr/>
      </p:nvGrpSpPr>
      <p:grpSpPr>
        <a:xfrm>
          <a:off x="0" y="0"/>
          <a:ext cx="0" cy="0"/>
          <a:chOff x="0" y="0"/>
          <a:chExt cx="0" cy="0"/>
        </a:xfrm>
      </p:grpSpPr>
      <p:grpSp>
        <p:nvGrpSpPr>
          <p:cNvPr id="2422" name="Google Shape;2422;p67">
            <a:extLst>
              <a:ext uri="{FF2B5EF4-FFF2-40B4-BE49-F238E27FC236}">
                <a16:creationId xmlns:a16="http://schemas.microsoft.com/office/drawing/2014/main" id="{A0E4F583-D802-7BE6-8F83-3FFB55A3E27E}"/>
              </a:ext>
            </a:extLst>
          </p:cNvPr>
          <p:cNvGrpSpPr/>
          <p:nvPr/>
        </p:nvGrpSpPr>
        <p:grpSpPr>
          <a:xfrm>
            <a:off x="445050" y="857149"/>
            <a:ext cx="3872779" cy="3181702"/>
            <a:chOff x="719991" y="980899"/>
            <a:chExt cx="3872779" cy="3181702"/>
          </a:xfrm>
        </p:grpSpPr>
        <p:grpSp>
          <p:nvGrpSpPr>
            <p:cNvPr id="2423" name="Google Shape;2423;p67">
              <a:extLst>
                <a:ext uri="{FF2B5EF4-FFF2-40B4-BE49-F238E27FC236}">
                  <a16:creationId xmlns:a16="http://schemas.microsoft.com/office/drawing/2014/main" id="{E1C8A78E-2D47-9659-AB1C-DBB51C5F835E}"/>
                </a:ext>
              </a:extLst>
            </p:cNvPr>
            <p:cNvGrpSpPr/>
            <p:nvPr/>
          </p:nvGrpSpPr>
          <p:grpSpPr>
            <a:xfrm>
              <a:off x="719991" y="980899"/>
              <a:ext cx="3872779" cy="3181702"/>
              <a:chOff x="1377550" y="921425"/>
              <a:chExt cx="4891725" cy="4018825"/>
            </a:xfrm>
          </p:grpSpPr>
          <p:sp>
            <p:nvSpPr>
              <p:cNvPr id="2424" name="Google Shape;2424;p67">
                <a:extLst>
                  <a:ext uri="{FF2B5EF4-FFF2-40B4-BE49-F238E27FC236}">
                    <a16:creationId xmlns:a16="http://schemas.microsoft.com/office/drawing/2014/main" id="{2ABC6253-7F2A-90BE-CDC5-2C8FD622835B}"/>
                  </a:ext>
                </a:extLst>
              </p:cNvPr>
              <p:cNvSpPr/>
              <p:nvPr/>
            </p:nvSpPr>
            <p:spPr>
              <a:xfrm>
                <a:off x="3046475" y="4166875"/>
                <a:ext cx="1555050" cy="725075"/>
              </a:xfrm>
              <a:custGeom>
                <a:avLst/>
                <a:gdLst/>
                <a:ahLst/>
                <a:cxnLst/>
                <a:rect l="l" t="t" r="r" b="b"/>
                <a:pathLst>
                  <a:path w="62202" h="29003" extrusionOk="0">
                    <a:moveTo>
                      <a:pt x="58720" y="1"/>
                    </a:moveTo>
                    <a:lnTo>
                      <a:pt x="3291" y="120"/>
                    </a:lnTo>
                    <a:lnTo>
                      <a:pt x="0" y="29003"/>
                    </a:lnTo>
                    <a:lnTo>
                      <a:pt x="62202" y="28860"/>
                    </a:lnTo>
                    <a:lnTo>
                      <a:pt x="587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67">
                <a:extLst>
                  <a:ext uri="{FF2B5EF4-FFF2-40B4-BE49-F238E27FC236}">
                    <a16:creationId xmlns:a16="http://schemas.microsoft.com/office/drawing/2014/main" id="{9FD56F10-607D-BFDD-BEB1-647EBEDFC10C}"/>
                  </a:ext>
                </a:extLst>
              </p:cNvPr>
              <p:cNvSpPr/>
              <p:nvPr/>
            </p:nvSpPr>
            <p:spPr>
              <a:xfrm>
                <a:off x="3046475" y="4793550"/>
                <a:ext cx="1555050" cy="98400"/>
              </a:xfrm>
              <a:custGeom>
                <a:avLst/>
                <a:gdLst/>
                <a:ahLst/>
                <a:cxnLst/>
                <a:rect l="l" t="t" r="r" b="b"/>
                <a:pathLst>
                  <a:path w="62202" h="3936" extrusionOk="0">
                    <a:moveTo>
                      <a:pt x="61773" y="0"/>
                    </a:moveTo>
                    <a:lnTo>
                      <a:pt x="406" y="24"/>
                    </a:lnTo>
                    <a:lnTo>
                      <a:pt x="0" y="3936"/>
                    </a:lnTo>
                    <a:lnTo>
                      <a:pt x="0" y="3936"/>
                    </a:lnTo>
                    <a:lnTo>
                      <a:pt x="62202" y="3793"/>
                    </a:lnTo>
                    <a:lnTo>
                      <a:pt x="61773" y="0"/>
                    </a:lnTo>
                    <a:close/>
                  </a:path>
                </a:pathLst>
              </a:custGeom>
              <a:solidFill>
                <a:srgbClr val="455A64">
                  <a:alpha val="68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67">
                <a:extLst>
                  <a:ext uri="{FF2B5EF4-FFF2-40B4-BE49-F238E27FC236}">
                    <a16:creationId xmlns:a16="http://schemas.microsoft.com/office/drawing/2014/main" id="{45FC0909-2741-EBD7-6D85-01A90454DD5A}"/>
                  </a:ext>
                </a:extLst>
              </p:cNvPr>
              <p:cNvSpPr/>
              <p:nvPr/>
            </p:nvSpPr>
            <p:spPr>
              <a:xfrm>
                <a:off x="2810350" y="4858550"/>
                <a:ext cx="2026100" cy="81700"/>
              </a:xfrm>
              <a:custGeom>
                <a:avLst/>
                <a:gdLst/>
                <a:ahLst/>
                <a:cxnLst/>
                <a:rect l="l" t="t" r="r" b="b"/>
                <a:pathLst>
                  <a:path w="81044" h="3268" extrusionOk="0">
                    <a:moveTo>
                      <a:pt x="81044" y="0"/>
                    </a:moveTo>
                    <a:lnTo>
                      <a:pt x="0" y="215"/>
                    </a:lnTo>
                    <a:lnTo>
                      <a:pt x="24" y="3268"/>
                    </a:lnTo>
                    <a:lnTo>
                      <a:pt x="81044" y="3053"/>
                    </a:lnTo>
                    <a:lnTo>
                      <a:pt x="810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67">
                <a:extLst>
                  <a:ext uri="{FF2B5EF4-FFF2-40B4-BE49-F238E27FC236}">
                    <a16:creationId xmlns:a16="http://schemas.microsoft.com/office/drawing/2014/main" id="{756F1F58-46E6-895C-D738-860A8787762A}"/>
                  </a:ext>
                </a:extLst>
              </p:cNvPr>
              <p:cNvSpPr/>
              <p:nvPr/>
            </p:nvSpPr>
            <p:spPr>
              <a:xfrm>
                <a:off x="1377550" y="921425"/>
                <a:ext cx="4891725" cy="2879375"/>
              </a:xfrm>
              <a:custGeom>
                <a:avLst/>
                <a:gdLst/>
                <a:ahLst/>
                <a:cxnLst/>
                <a:rect l="l" t="t" r="r" b="b"/>
                <a:pathLst>
                  <a:path w="195669" h="115175" extrusionOk="0">
                    <a:moveTo>
                      <a:pt x="7918" y="1"/>
                    </a:moveTo>
                    <a:cubicBezTo>
                      <a:pt x="3554" y="1"/>
                      <a:pt x="0" y="3554"/>
                      <a:pt x="0" y="7943"/>
                    </a:cubicBezTo>
                    <a:lnTo>
                      <a:pt x="0" y="115174"/>
                    </a:lnTo>
                    <a:lnTo>
                      <a:pt x="195668" y="115174"/>
                    </a:lnTo>
                    <a:lnTo>
                      <a:pt x="195668" y="7943"/>
                    </a:lnTo>
                    <a:cubicBezTo>
                      <a:pt x="195668" y="3554"/>
                      <a:pt x="192115" y="1"/>
                      <a:pt x="1877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67">
                <a:extLst>
                  <a:ext uri="{FF2B5EF4-FFF2-40B4-BE49-F238E27FC236}">
                    <a16:creationId xmlns:a16="http://schemas.microsoft.com/office/drawing/2014/main" id="{5EFE9445-C556-34FA-F3D5-57352D860832}"/>
                  </a:ext>
                </a:extLst>
              </p:cNvPr>
              <p:cNvSpPr/>
              <p:nvPr/>
            </p:nvSpPr>
            <p:spPr>
              <a:xfrm>
                <a:off x="1377550" y="3800775"/>
                <a:ext cx="4891725" cy="499700"/>
              </a:xfrm>
              <a:custGeom>
                <a:avLst/>
                <a:gdLst/>
                <a:ahLst/>
                <a:cxnLst/>
                <a:rect l="l" t="t" r="r" b="b"/>
                <a:pathLst>
                  <a:path w="195669" h="19988" extrusionOk="0">
                    <a:moveTo>
                      <a:pt x="0" y="0"/>
                    </a:moveTo>
                    <a:lnTo>
                      <a:pt x="0" y="12045"/>
                    </a:lnTo>
                    <a:cubicBezTo>
                      <a:pt x="0" y="16433"/>
                      <a:pt x="3554" y="19987"/>
                      <a:pt x="7918" y="19987"/>
                    </a:cubicBezTo>
                    <a:lnTo>
                      <a:pt x="187726" y="19987"/>
                    </a:lnTo>
                    <a:cubicBezTo>
                      <a:pt x="192115" y="19987"/>
                      <a:pt x="195668" y="16433"/>
                      <a:pt x="195668" y="12045"/>
                    </a:cubicBezTo>
                    <a:lnTo>
                      <a:pt x="1956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67">
                <a:extLst>
                  <a:ext uri="{FF2B5EF4-FFF2-40B4-BE49-F238E27FC236}">
                    <a16:creationId xmlns:a16="http://schemas.microsoft.com/office/drawing/2014/main" id="{435882A9-5406-DC88-3466-DB36AAFDF7D3}"/>
                  </a:ext>
                </a:extLst>
              </p:cNvPr>
              <p:cNvSpPr/>
              <p:nvPr/>
            </p:nvSpPr>
            <p:spPr>
              <a:xfrm>
                <a:off x="3727400" y="3947450"/>
                <a:ext cx="190825" cy="190825"/>
              </a:xfrm>
              <a:custGeom>
                <a:avLst/>
                <a:gdLst/>
                <a:ahLst/>
                <a:cxnLst/>
                <a:rect l="l" t="t" r="r" b="b"/>
                <a:pathLst>
                  <a:path w="7633" h="7633" extrusionOk="0">
                    <a:moveTo>
                      <a:pt x="3816" y="1"/>
                    </a:moveTo>
                    <a:cubicBezTo>
                      <a:pt x="1694" y="1"/>
                      <a:pt x="0" y="1694"/>
                      <a:pt x="0" y="3817"/>
                    </a:cubicBezTo>
                    <a:cubicBezTo>
                      <a:pt x="0" y="5939"/>
                      <a:pt x="1694" y="7633"/>
                      <a:pt x="3816" y="7633"/>
                    </a:cubicBezTo>
                    <a:cubicBezTo>
                      <a:pt x="5939" y="7633"/>
                      <a:pt x="7632" y="5939"/>
                      <a:pt x="7632" y="3817"/>
                    </a:cubicBezTo>
                    <a:cubicBezTo>
                      <a:pt x="7632" y="1742"/>
                      <a:pt x="5939" y="1"/>
                      <a:pt x="3816" y="1"/>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30" name="Google Shape;2430;p67">
              <a:extLst>
                <a:ext uri="{FF2B5EF4-FFF2-40B4-BE49-F238E27FC236}">
                  <a16:creationId xmlns:a16="http://schemas.microsoft.com/office/drawing/2014/main" id="{AE3F8132-4D0E-F5A9-F410-458859675502}"/>
                </a:ext>
              </a:extLst>
            </p:cNvPr>
            <p:cNvSpPr/>
            <p:nvPr/>
          </p:nvSpPr>
          <p:spPr>
            <a:xfrm>
              <a:off x="2574294" y="3371695"/>
              <a:ext cx="164700" cy="164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Rectangle 6">
            <a:extLst>
              <a:ext uri="{FF2B5EF4-FFF2-40B4-BE49-F238E27FC236}">
                <a16:creationId xmlns:a16="http://schemas.microsoft.com/office/drawing/2014/main" id="{A391A3C1-A0E9-A95A-576B-072C84C8D9D6}"/>
              </a:ext>
            </a:extLst>
          </p:cNvPr>
          <p:cNvSpPr/>
          <p:nvPr/>
        </p:nvSpPr>
        <p:spPr>
          <a:xfrm>
            <a:off x="2621721" y="1490662"/>
            <a:ext cx="1304531" cy="1186764"/>
          </a:xfrm>
          <a:prstGeom prst="rect">
            <a:avLst/>
          </a:prstGeom>
          <a:solidFill>
            <a:schemeClr val="tx2"/>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A4DCDA88-C4ED-8A85-AEA8-7872E2E7E7F5}"/>
              </a:ext>
            </a:extLst>
          </p:cNvPr>
          <p:cNvCxnSpPr>
            <a:cxnSpLocks/>
          </p:cNvCxnSpPr>
          <p:nvPr/>
        </p:nvCxnSpPr>
        <p:spPr>
          <a:xfrm flipH="1" flipV="1">
            <a:off x="2621721" y="1376364"/>
            <a:ext cx="1" cy="1427796"/>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2" name="Flowchart: Connector 41">
            <a:extLst>
              <a:ext uri="{FF2B5EF4-FFF2-40B4-BE49-F238E27FC236}">
                <a16:creationId xmlns:a16="http://schemas.microsoft.com/office/drawing/2014/main" id="{C59FB5E5-1701-B746-1421-3F976591DA01}"/>
              </a:ext>
            </a:extLst>
          </p:cNvPr>
          <p:cNvSpPr/>
          <p:nvPr/>
        </p:nvSpPr>
        <p:spPr>
          <a:xfrm>
            <a:off x="2964416" y="2103052"/>
            <a:ext cx="45719" cy="45719"/>
          </a:xfrm>
          <a:prstGeom prst="flowChartConnector">
            <a:avLst/>
          </a:prstGeom>
          <a:solidFill>
            <a:schemeClr val="accent2"/>
          </a:solid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lowchart: Connector 42">
            <a:extLst>
              <a:ext uri="{FF2B5EF4-FFF2-40B4-BE49-F238E27FC236}">
                <a16:creationId xmlns:a16="http://schemas.microsoft.com/office/drawing/2014/main" id="{27ECBFE7-3354-854B-2B53-943A00F5C05C}"/>
              </a:ext>
            </a:extLst>
          </p:cNvPr>
          <p:cNvSpPr/>
          <p:nvPr/>
        </p:nvSpPr>
        <p:spPr>
          <a:xfrm>
            <a:off x="3201470" y="2093457"/>
            <a:ext cx="45719" cy="45719"/>
          </a:xfrm>
          <a:prstGeom prst="flowChartConnector">
            <a:avLst/>
          </a:prstGeom>
          <a:solidFill>
            <a:schemeClr val="accent2"/>
          </a:solid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lowchart: Connector 43">
            <a:extLst>
              <a:ext uri="{FF2B5EF4-FFF2-40B4-BE49-F238E27FC236}">
                <a16:creationId xmlns:a16="http://schemas.microsoft.com/office/drawing/2014/main" id="{80AFA88F-24B6-E43A-DE69-ABFE289DF70C}"/>
              </a:ext>
            </a:extLst>
          </p:cNvPr>
          <p:cNvSpPr/>
          <p:nvPr/>
        </p:nvSpPr>
        <p:spPr>
          <a:xfrm>
            <a:off x="3335806" y="2158366"/>
            <a:ext cx="45719" cy="45719"/>
          </a:xfrm>
          <a:prstGeom prst="flowChartConnector">
            <a:avLst/>
          </a:prstGeom>
          <a:solidFill>
            <a:schemeClr val="accent2"/>
          </a:solid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lowchart: Connector 44">
            <a:extLst>
              <a:ext uri="{FF2B5EF4-FFF2-40B4-BE49-F238E27FC236}">
                <a16:creationId xmlns:a16="http://schemas.microsoft.com/office/drawing/2014/main" id="{FE0EA7E2-BEA4-FF32-D346-2FFC2CB5F2A2}"/>
              </a:ext>
            </a:extLst>
          </p:cNvPr>
          <p:cNvSpPr/>
          <p:nvPr/>
        </p:nvSpPr>
        <p:spPr>
          <a:xfrm>
            <a:off x="3549126" y="2152486"/>
            <a:ext cx="45719" cy="45719"/>
          </a:xfrm>
          <a:prstGeom prst="flowChartConnector">
            <a:avLst/>
          </a:prstGeom>
          <a:solidFill>
            <a:schemeClr val="accent2"/>
          </a:solid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Google Shape;2432;p67">
            <a:extLst>
              <a:ext uri="{FF2B5EF4-FFF2-40B4-BE49-F238E27FC236}">
                <a16:creationId xmlns:a16="http://schemas.microsoft.com/office/drawing/2014/main" id="{9F139E6D-604B-1C6E-AE27-47B656475CF4}"/>
              </a:ext>
            </a:extLst>
          </p:cNvPr>
          <p:cNvSpPr/>
          <p:nvPr/>
        </p:nvSpPr>
        <p:spPr>
          <a:xfrm>
            <a:off x="562123" y="1022282"/>
            <a:ext cx="3615600" cy="1998300"/>
          </a:xfrm>
          <a:prstGeom prst="rect">
            <a:avLst/>
          </a:prstGeom>
          <a:solidFill>
            <a:srgbClr val="305DBF">
              <a:alpha val="137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8" name="Straight Connector 47">
            <a:extLst>
              <a:ext uri="{FF2B5EF4-FFF2-40B4-BE49-F238E27FC236}">
                <a16:creationId xmlns:a16="http://schemas.microsoft.com/office/drawing/2014/main" id="{D21F22D0-4158-2B6B-839A-607A2D16E85C}"/>
              </a:ext>
            </a:extLst>
          </p:cNvPr>
          <p:cNvCxnSpPr/>
          <p:nvPr/>
        </p:nvCxnSpPr>
        <p:spPr>
          <a:xfrm>
            <a:off x="2764723" y="1490662"/>
            <a:ext cx="0" cy="1182001"/>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A25F5D0-4947-5F44-180B-16E5A22149B0}"/>
              </a:ext>
            </a:extLst>
          </p:cNvPr>
          <p:cNvCxnSpPr/>
          <p:nvPr/>
        </p:nvCxnSpPr>
        <p:spPr>
          <a:xfrm>
            <a:off x="2919542" y="1490662"/>
            <a:ext cx="0" cy="1182001"/>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B5E40289-4E2B-DCE9-C453-72B2DC524575}"/>
              </a:ext>
            </a:extLst>
          </p:cNvPr>
          <p:cNvCxnSpPr/>
          <p:nvPr/>
        </p:nvCxnSpPr>
        <p:spPr>
          <a:xfrm>
            <a:off x="3069522" y="1495148"/>
            <a:ext cx="0" cy="1182001"/>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FCC6EE1-1FFE-0990-030A-7C4E0A0C34F2}"/>
              </a:ext>
            </a:extLst>
          </p:cNvPr>
          <p:cNvCxnSpPr/>
          <p:nvPr/>
        </p:nvCxnSpPr>
        <p:spPr>
          <a:xfrm>
            <a:off x="3201470" y="1490661"/>
            <a:ext cx="0" cy="1182001"/>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6FA25D3-6F94-F4C0-E6A4-6F5F34AF4770}"/>
              </a:ext>
            </a:extLst>
          </p:cNvPr>
          <p:cNvCxnSpPr/>
          <p:nvPr/>
        </p:nvCxnSpPr>
        <p:spPr>
          <a:xfrm>
            <a:off x="3355341" y="1490660"/>
            <a:ext cx="0" cy="1182001"/>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B7663EC-7C17-0C61-E287-ABCECF42AEAE}"/>
              </a:ext>
            </a:extLst>
          </p:cNvPr>
          <p:cNvCxnSpPr/>
          <p:nvPr/>
        </p:nvCxnSpPr>
        <p:spPr>
          <a:xfrm>
            <a:off x="3505322" y="1490660"/>
            <a:ext cx="0" cy="1182001"/>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A4C1278-4260-1F08-FF9B-00A9FF19454A}"/>
              </a:ext>
            </a:extLst>
          </p:cNvPr>
          <p:cNvCxnSpPr/>
          <p:nvPr/>
        </p:nvCxnSpPr>
        <p:spPr>
          <a:xfrm>
            <a:off x="3655303" y="1490659"/>
            <a:ext cx="0" cy="1182001"/>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68" name="Straight Connector 2367">
            <a:extLst>
              <a:ext uri="{FF2B5EF4-FFF2-40B4-BE49-F238E27FC236}">
                <a16:creationId xmlns:a16="http://schemas.microsoft.com/office/drawing/2014/main" id="{F2E97AC9-52D0-B161-6A53-5D1EFB28DB94}"/>
              </a:ext>
            </a:extLst>
          </p:cNvPr>
          <p:cNvCxnSpPr/>
          <p:nvPr/>
        </p:nvCxnSpPr>
        <p:spPr>
          <a:xfrm>
            <a:off x="3790770" y="1490658"/>
            <a:ext cx="0" cy="1182001"/>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066980B-A5C1-1245-0C45-4B8E7ED426BA}"/>
              </a:ext>
            </a:extLst>
          </p:cNvPr>
          <p:cNvCxnSpPr>
            <a:cxnSpLocks/>
          </p:cNvCxnSpPr>
          <p:nvPr/>
        </p:nvCxnSpPr>
        <p:spPr>
          <a:xfrm>
            <a:off x="2991583" y="2119206"/>
            <a:ext cx="235011"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4A8488A-6481-BB6C-32FF-1B7DF94C4CB6}"/>
              </a:ext>
            </a:extLst>
          </p:cNvPr>
          <p:cNvCxnSpPr>
            <a:cxnSpLocks/>
          </p:cNvCxnSpPr>
          <p:nvPr/>
        </p:nvCxnSpPr>
        <p:spPr>
          <a:xfrm>
            <a:off x="3233043" y="2118124"/>
            <a:ext cx="125820" cy="6490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73" name="Straight Connector 2372">
            <a:extLst>
              <a:ext uri="{FF2B5EF4-FFF2-40B4-BE49-F238E27FC236}">
                <a16:creationId xmlns:a16="http://schemas.microsoft.com/office/drawing/2014/main" id="{DCA4A316-D3B2-2B50-71A7-05B1D1FDFEF2}"/>
              </a:ext>
            </a:extLst>
          </p:cNvPr>
          <p:cNvCxnSpPr>
            <a:cxnSpLocks/>
          </p:cNvCxnSpPr>
          <p:nvPr/>
        </p:nvCxnSpPr>
        <p:spPr>
          <a:xfrm flipH="1">
            <a:off x="2632724" y="2571750"/>
            <a:ext cx="1285977"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76" name="Straight Connector 2375">
            <a:extLst>
              <a:ext uri="{FF2B5EF4-FFF2-40B4-BE49-F238E27FC236}">
                <a16:creationId xmlns:a16="http://schemas.microsoft.com/office/drawing/2014/main" id="{C2E832AD-DE21-89F8-6752-23F0E6BC3921}"/>
              </a:ext>
            </a:extLst>
          </p:cNvPr>
          <p:cNvCxnSpPr>
            <a:cxnSpLocks/>
          </p:cNvCxnSpPr>
          <p:nvPr/>
        </p:nvCxnSpPr>
        <p:spPr>
          <a:xfrm flipH="1">
            <a:off x="2640275" y="2448000"/>
            <a:ext cx="1285977"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77" name="Straight Connector 2376">
            <a:extLst>
              <a:ext uri="{FF2B5EF4-FFF2-40B4-BE49-F238E27FC236}">
                <a16:creationId xmlns:a16="http://schemas.microsoft.com/office/drawing/2014/main" id="{BA4096EE-7810-B840-3375-C2AFF3B36130}"/>
              </a:ext>
            </a:extLst>
          </p:cNvPr>
          <p:cNvCxnSpPr>
            <a:cxnSpLocks/>
          </p:cNvCxnSpPr>
          <p:nvPr/>
        </p:nvCxnSpPr>
        <p:spPr>
          <a:xfrm flipH="1">
            <a:off x="2632724" y="2316218"/>
            <a:ext cx="1285977"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78" name="Straight Connector 2377">
            <a:extLst>
              <a:ext uri="{FF2B5EF4-FFF2-40B4-BE49-F238E27FC236}">
                <a16:creationId xmlns:a16="http://schemas.microsoft.com/office/drawing/2014/main" id="{EEB163D8-E646-DACE-2667-0AD2C06574D1}"/>
              </a:ext>
            </a:extLst>
          </p:cNvPr>
          <p:cNvCxnSpPr>
            <a:cxnSpLocks/>
          </p:cNvCxnSpPr>
          <p:nvPr/>
        </p:nvCxnSpPr>
        <p:spPr>
          <a:xfrm flipH="1">
            <a:off x="2644107" y="2198205"/>
            <a:ext cx="1285977"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79" name="Straight Connector 2378">
            <a:extLst>
              <a:ext uri="{FF2B5EF4-FFF2-40B4-BE49-F238E27FC236}">
                <a16:creationId xmlns:a16="http://schemas.microsoft.com/office/drawing/2014/main" id="{C3EC90B0-E3BB-2786-A2D7-42BEF37A43F3}"/>
              </a:ext>
            </a:extLst>
          </p:cNvPr>
          <p:cNvCxnSpPr>
            <a:cxnSpLocks/>
          </p:cNvCxnSpPr>
          <p:nvPr/>
        </p:nvCxnSpPr>
        <p:spPr>
          <a:xfrm flipH="1">
            <a:off x="2640275" y="2062306"/>
            <a:ext cx="1285977"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80" name="Straight Connector 2379">
            <a:extLst>
              <a:ext uri="{FF2B5EF4-FFF2-40B4-BE49-F238E27FC236}">
                <a16:creationId xmlns:a16="http://schemas.microsoft.com/office/drawing/2014/main" id="{25DDF110-79DB-FDD6-39AF-9AC12B6C6445}"/>
              </a:ext>
            </a:extLst>
          </p:cNvPr>
          <p:cNvCxnSpPr>
            <a:cxnSpLocks/>
          </p:cNvCxnSpPr>
          <p:nvPr/>
        </p:nvCxnSpPr>
        <p:spPr>
          <a:xfrm flipH="1">
            <a:off x="2640275" y="1938846"/>
            <a:ext cx="1285977"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81" name="Straight Connector 2380">
            <a:extLst>
              <a:ext uri="{FF2B5EF4-FFF2-40B4-BE49-F238E27FC236}">
                <a16:creationId xmlns:a16="http://schemas.microsoft.com/office/drawing/2014/main" id="{4B41438A-7A47-0851-E6E9-A469E235ECE6}"/>
              </a:ext>
            </a:extLst>
          </p:cNvPr>
          <p:cNvCxnSpPr>
            <a:cxnSpLocks/>
          </p:cNvCxnSpPr>
          <p:nvPr/>
        </p:nvCxnSpPr>
        <p:spPr>
          <a:xfrm flipH="1">
            <a:off x="2649292" y="1813056"/>
            <a:ext cx="1285977"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82" name="Straight Connector 2381">
            <a:extLst>
              <a:ext uri="{FF2B5EF4-FFF2-40B4-BE49-F238E27FC236}">
                <a16:creationId xmlns:a16="http://schemas.microsoft.com/office/drawing/2014/main" id="{18B1D139-84DE-D8AE-894C-08CAAF230206}"/>
              </a:ext>
            </a:extLst>
          </p:cNvPr>
          <p:cNvCxnSpPr>
            <a:cxnSpLocks/>
          </p:cNvCxnSpPr>
          <p:nvPr/>
        </p:nvCxnSpPr>
        <p:spPr>
          <a:xfrm flipH="1">
            <a:off x="2640274" y="1701781"/>
            <a:ext cx="1285977"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83" name="Straight Connector 2382">
            <a:extLst>
              <a:ext uri="{FF2B5EF4-FFF2-40B4-BE49-F238E27FC236}">
                <a16:creationId xmlns:a16="http://schemas.microsoft.com/office/drawing/2014/main" id="{1EF21217-ADC7-8B95-E814-B1F792FABD56}"/>
              </a:ext>
            </a:extLst>
          </p:cNvPr>
          <p:cNvCxnSpPr>
            <a:cxnSpLocks/>
          </p:cNvCxnSpPr>
          <p:nvPr/>
        </p:nvCxnSpPr>
        <p:spPr>
          <a:xfrm flipH="1">
            <a:off x="2644453" y="1584300"/>
            <a:ext cx="1285977"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1FCD91-3422-2CC8-B599-6032C8F2F317}"/>
              </a:ext>
            </a:extLst>
          </p:cNvPr>
          <p:cNvCxnSpPr>
            <a:cxnSpLocks/>
          </p:cNvCxnSpPr>
          <p:nvPr/>
        </p:nvCxnSpPr>
        <p:spPr>
          <a:xfrm flipV="1">
            <a:off x="2640275" y="2116317"/>
            <a:ext cx="351307" cy="55634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430A2DF-BA7A-80DB-7963-8A121088B9C4}"/>
              </a:ext>
            </a:extLst>
          </p:cNvPr>
          <p:cNvCxnSpPr>
            <a:cxnSpLocks/>
          </p:cNvCxnSpPr>
          <p:nvPr/>
        </p:nvCxnSpPr>
        <p:spPr>
          <a:xfrm flipV="1">
            <a:off x="3359684" y="2181225"/>
            <a:ext cx="203098" cy="476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ACFE222-97B5-F336-A999-7E485F6BF9E4}"/>
              </a:ext>
            </a:extLst>
          </p:cNvPr>
          <p:cNvCxnSpPr>
            <a:cxnSpLocks/>
          </p:cNvCxnSpPr>
          <p:nvPr/>
        </p:nvCxnSpPr>
        <p:spPr>
          <a:xfrm flipV="1">
            <a:off x="3562782" y="1895475"/>
            <a:ext cx="345005" cy="28575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384" name="Flowchart: Connector 2383">
            <a:extLst>
              <a:ext uri="{FF2B5EF4-FFF2-40B4-BE49-F238E27FC236}">
                <a16:creationId xmlns:a16="http://schemas.microsoft.com/office/drawing/2014/main" id="{B63912F5-7396-8C98-EAB7-CE6D1C9D0067}"/>
              </a:ext>
            </a:extLst>
          </p:cNvPr>
          <p:cNvSpPr/>
          <p:nvPr/>
        </p:nvSpPr>
        <p:spPr>
          <a:xfrm>
            <a:off x="3338493" y="2159305"/>
            <a:ext cx="45719" cy="45719"/>
          </a:xfrm>
          <a:prstGeom prst="flowChartConnector">
            <a:avLst/>
          </a:prstGeom>
          <a:solidFill>
            <a:schemeClr val="accent2"/>
          </a:solid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90" name="Picture 2389">
            <a:extLst>
              <a:ext uri="{FF2B5EF4-FFF2-40B4-BE49-F238E27FC236}">
                <a16:creationId xmlns:a16="http://schemas.microsoft.com/office/drawing/2014/main" id="{F170F430-C71A-673F-0744-F3B9F718912F}"/>
              </a:ext>
            </a:extLst>
          </p:cNvPr>
          <p:cNvPicPr>
            <a:picLocks noChangeAspect="1"/>
          </p:cNvPicPr>
          <p:nvPr/>
        </p:nvPicPr>
        <p:blipFill>
          <a:blip r:embed="rId3"/>
          <a:stretch>
            <a:fillRect/>
          </a:stretch>
        </p:blipFill>
        <p:spPr>
          <a:xfrm>
            <a:off x="562123" y="1350305"/>
            <a:ext cx="1462705" cy="1462705"/>
          </a:xfrm>
          <a:prstGeom prst="rect">
            <a:avLst/>
          </a:prstGeom>
        </p:spPr>
      </p:pic>
      <p:sp>
        <p:nvSpPr>
          <p:cNvPr id="2393" name="Cross 2392">
            <a:extLst>
              <a:ext uri="{FF2B5EF4-FFF2-40B4-BE49-F238E27FC236}">
                <a16:creationId xmlns:a16="http://schemas.microsoft.com/office/drawing/2014/main" id="{A5768C8E-1B53-199B-E0F1-B9A185C3B5AB}"/>
              </a:ext>
            </a:extLst>
          </p:cNvPr>
          <p:cNvSpPr/>
          <p:nvPr/>
        </p:nvSpPr>
        <p:spPr>
          <a:xfrm>
            <a:off x="2095543" y="1923540"/>
            <a:ext cx="378709" cy="359023"/>
          </a:xfrm>
          <a:prstGeom prst="plus">
            <a:avLst>
              <a:gd name="adj" fmla="val 380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4" name="Google Shape;537;p43">
            <a:extLst>
              <a:ext uri="{FF2B5EF4-FFF2-40B4-BE49-F238E27FC236}">
                <a16:creationId xmlns:a16="http://schemas.microsoft.com/office/drawing/2014/main" id="{45D6A87D-FD87-62CC-C2FF-738FB93CC081}"/>
              </a:ext>
            </a:extLst>
          </p:cNvPr>
          <p:cNvSpPr txBox="1">
            <a:spLocks/>
          </p:cNvSpPr>
          <p:nvPr/>
        </p:nvSpPr>
        <p:spPr>
          <a:xfrm>
            <a:off x="2456769" y="1453343"/>
            <a:ext cx="1649737" cy="112561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400"/>
              <a:buFont typeface="Fredoka One"/>
              <a:buNone/>
              <a:defRPr sz="2800" b="0" i="0" u="none" strike="noStrike" cap="none">
                <a:solidFill>
                  <a:srgbClr val="FFFFFF"/>
                </a:solidFill>
                <a:latin typeface="Fredoka One"/>
                <a:ea typeface="Fredoka One"/>
                <a:cs typeface="Fredoka One"/>
                <a:sym typeface="Fredoka One"/>
              </a:defRPr>
            </a:lvl1pPr>
            <a:lvl2pPr marR="0" lvl="1" algn="l" rtl="0">
              <a:lnSpc>
                <a:spcPct val="100000"/>
              </a:lnSpc>
              <a:spcBef>
                <a:spcPts val="0"/>
              </a:spcBef>
              <a:spcAft>
                <a:spcPts val="0"/>
              </a:spcAft>
              <a:buClr>
                <a:schemeClr val="dk1"/>
              </a:buClr>
              <a:buSzPts val="2400"/>
              <a:buFont typeface="Fredoka One"/>
              <a:buNone/>
              <a:defRPr sz="2400" b="0" i="0" u="none" strike="noStrike" cap="none">
                <a:solidFill>
                  <a:schemeClr val="dk1"/>
                </a:solidFill>
                <a:latin typeface="Fredoka One"/>
                <a:ea typeface="Fredoka One"/>
                <a:cs typeface="Fredoka One"/>
                <a:sym typeface="Fredoka One"/>
              </a:defRPr>
            </a:lvl2pPr>
            <a:lvl3pPr marR="0" lvl="2" algn="l" rtl="0">
              <a:lnSpc>
                <a:spcPct val="100000"/>
              </a:lnSpc>
              <a:spcBef>
                <a:spcPts val="0"/>
              </a:spcBef>
              <a:spcAft>
                <a:spcPts val="0"/>
              </a:spcAft>
              <a:buClr>
                <a:schemeClr val="dk1"/>
              </a:buClr>
              <a:buSzPts val="2400"/>
              <a:buFont typeface="Fredoka One"/>
              <a:buNone/>
              <a:defRPr sz="2400" b="0" i="0" u="none" strike="noStrike" cap="none">
                <a:solidFill>
                  <a:schemeClr val="dk1"/>
                </a:solidFill>
                <a:latin typeface="Fredoka One"/>
                <a:ea typeface="Fredoka One"/>
                <a:cs typeface="Fredoka One"/>
                <a:sym typeface="Fredoka One"/>
              </a:defRPr>
            </a:lvl3pPr>
            <a:lvl4pPr marR="0" lvl="3" algn="l" rtl="0">
              <a:lnSpc>
                <a:spcPct val="100000"/>
              </a:lnSpc>
              <a:spcBef>
                <a:spcPts val="0"/>
              </a:spcBef>
              <a:spcAft>
                <a:spcPts val="0"/>
              </a:spcAft>
              <a:buClr>
                <a:schemeClr val="dk1"/>
              </a:buClr>
              <a:buSzPts val="2400"/>
              <a:buFont typeface="Fredoka One"/>
              <a:buNone/>
              <a:defRPr sz="2400" b="0" i="0" u="none" strike="noStrike" cap="none">
                <a:solidFill>
                  <a:schemeClr val="dk1"/>
                </a:solidFill>
                <a:latin typeface="Fredoka One"/>
                <a:ea typeface="Fredoka One"/>
                <a:cs typeface="Fredoka One"/>
                <a:sym typeface="Fredoka One"/>
              </a:defRPr>
            </a:lvl4pPr>
            <a:lvl5pPr marR="0" lvl="4" algn="l" rtl="0">
              <a:lnSpc>
                <a:spcPct val="100000"/>
              </a:lnSpc>
              <a:spcBef>
                <a:spcPts val="0"/>
              </a:spcBef>
              <a:spcAft>
                <a:spcPts val="0"/>
              </a:spcAft>
              <a:buClr>
                <a:schemeClr val="dk1"/>
              </a:buClr>
              <a:buSzPts val="2400"/>
              <a:buFont typeface="Fredoka One"/>
              <a:buNone/>
              <a:defRPr sz="2400" b="0" i="0" u="none" strike="noStrike" cap="none">
                <a:solidFill>
                  <a:schemeClr val="dk1"/>
                </a:solidFill>
                <a:latin typeface="Fredoka One"/>
                <a:ea typeface="Fredoka One"/>
                <a:cs typeface="Fredoka One"/>
                <a:sym typeface="Fredoka One"/>
              </a:defRPr>
            </a:lvl5pPr>
            <a:lvl6pPr marR="0" lvl="5" algn="l" rtl="0">
              <a:lnSpc>
                <a:spcPct val="100000"/>
              </a:lnSpc>
              <a:spcBef>
                <a:spcPts val="0"/>
              </a:spcBef>
              <a:spcAft>
                <a:spcPts val="0"/>
              </a:spcAft>
              <a:buClr>
                <a:schemeClr val="dk1"/>
              </a:buClr>
              <a:buSzPts val="2400"/>
              <a:buFont typeface="Fredoka One"/>
              <a:buNone/>
              <a:defRPr sz="2400" b="0" i="0" u="none" strike="noStrike" cap="none">
                <a:solidFill>
                  <a:schemeClr val="dk1"/>
                </a:solidFill>
                <a:latin typeface="Fredoka One"/>
                <a:ea typeface="Fredoka One"/>
                <a:cs typeface="Fredoka One"/>
                <a:sym typeface="Fredoka One"/>
              </a:defRPr>
            </a:lvl6pPr>
            <a:lvl7pPr marR="0" lvl="6" algn="l" rtl="0">
              <a:lnSpc>
                <a:spcPct val="100000"/>
              </a:lnSpc>
              <a:spcBef>
                <a:spcPts val="0"/>
              </a:spcBef>
              <a:spcAft>
                <a:spcPts val="0"/>
              </a:spcAft>
              <a:buClr>
                <a:schemeClr val="dk1"/>
              </a:buClr>
              <a:buSzPts val="2400"/>
              <a:buFont typeface="Fredoka One"/>
              <a:buNone/>
              <a:defRPr sz="2400" b="0" i="0" u="none" strike="noStrike" cap="none">
                <a:solidFill>
                  <a:schemeClr val="dk1"/>
                </a:solidFill>
                <a:latin typeface="Fredoka One"/>
                <a:ea typeface="Fredoka One"/>
                <a:cs typeface="Fredoka One"/>
                <a:sym typeface="Fredoka One"/>
              </a:defRPr>
            </a:lvl7pPr>
            <a:lvl8pPr marR="0" lvl="7" algn="l" rtl="0">
              <a:lnSpc>
                <a:spcPct val="100000"/>
              </a:lnSpc>
              <a:spcBef>
                <a:spcPts val="0"/>
              </a:spcBef>
              <a:spcAft>
                <a:spcPts val="0"/>
              </a:spcAft>
              <a:buClr>
                <a:schemeClr val="dk1"/>
              </a:buClr>
              <a:buSzPts val="2400"/>
              <a:buFont typeface="Fredoka One"/>
              <a:buNone/>
              <a:defRPr sz="2400" b="0" i="0" u="none" strike="noStrike" cap="none">
                <a:solidFill>
                  <a:schemeClr val="dk1"/>
                </a:solidFill>
                <a:latin typeface="Fredoka One"/>
                <a:ea typeface="Fredoka One"/>
                <a:cs typeface="Fredoka One"/>
                <a:sym typeface="Fredoka One"/>
              </a:defRPr>
            </a:lvl8pPr>
            <a:lvl9pPr marR="0" lvl="8" algn="l" rtl="0">
              <a:lnSpc>
                <a:spcPct val="100000"/>
              </a:lnSpc>
              <a:spcBef>
                <a:spcPts val="0"/>
              </a:spcBef>
              <a:spcAft>
                <a:spcPts val="0"/>
              </a:spcAft>
              <a:buClr>
                <a:schemeClr val="dk1"/>
              </a:buClr>
              <a:buSzPts val="2400"/>
              <a:buFont typeface="Fredoka One"/>
              <a:buNone/>
              <a:defRPr sz="2400" b="0" i="0" u="none" strike="noStrike" cap="none">
                <a:solidFill>
                  <a:schemeClr val="dk1"/>
                </a:solidFill>
                <a:latin typeface="Fredoka One"/>
                <a:ea typeface="Fredoka One"/>
                <a:cs typeface="Fredoka One"/>
                <a:sym typeface="Fredoka One"/>
              </a:defRPr>
            </a:lvl9pPr>
          </a:lstStyle>
          <a:p>
            <a:pPr algn="ctr"/>
            <a:r>
              <a:rPr lang="en-US" sz="2600">
                <a:effectLst>
                  <a:outerShdw blurRad="38100" dist="38100" dir="2700000" algn="tl">
                    <a:srgbClr val="000000">
                      <a:alpha val="43137"/>
                    </a:srgbClr>
                  </a:outerShdw>
                </a:effectLst>
              </a:rPr>
              <a:t>Data </a:t>
            </a:r>
            <a:br>
              <a:rPr lang="en-US" sz="2600">
                <a:effectLst>
                  <a:outerShdw blurRad="38100" dist="38100" dir="2700000" algn="tl">
                    <a:srgbClr val="000000">
                      <a:alpha val="43137"/>
                    </a:srgbClr>
                  </a:outerShdw>
                </a:effectLst>
              </a:rPr>
            </a:br>
            <a:r>
              <a:rPr lang="en-US" sz="2600">
                <a:solidFill>
                  <a:schemeClr val="accent3"/>
                </a:solidFill>
                <a:effectLst>
                  <a:outerShdw blurRad="38100" dist="38100" dir="2700000" algn="tl">
                    <a:srgbClr val="000000">
                      <a:alpha val="43137"/>
                    </a:srgbClr>
                  </a:outerShdw>
                </a:effectLst>
              </a:rPr>
              <a:t>Science</a:t>
            </a:r>
          </a:p>
        </p:txBody>
      </p:sp>
      <p:cxnSp>
        <p:nvCxnSpPr>
          <p:cNvPr id="5" name="Straight Arrow Connector 4">
            <a:extLst>
              <a:ext uri="{FF2B5EF4-FFF2-40B4-BE49-F238E27FC236}">
                <a16:creationId xmlns:a16="http://schemas.microsoft.com/office/drawing/2014/main" id="{B8C90B8C-D069-A57C-31C9-73004AF85A04}"/>
              </a:ext>
            </a:extLst>
          </p:cNvPr>
          <p:cNvCxnSpPr>
            <a:cxnSpLocks/>
          </p:cNvCxnSpPr>
          <p:nvPr/>
        </p:nvCxnSpPr>
        <p:spPr>
          <a:xfrm>
            <a:off x="2487335" y="2686594"/>
            <a:ext cx="1556028" cy="0"/>
          </a:xfrm>
          <a:prstGeom prst="straightConnector1">
            <a:avLst/>
          </a:prstGeom>
          <a:ln w="38100">
            <a:solidFill>
              <a:srgbClr val="CBA017"/>
            </a:solidFill>
            <a:tailEnd type="triangle"/>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BA1F659A-C7D3-FBD6-46A0-08192402D895}"/>
              </a:ext>
            </a:extLst>
          </p:cNvPr>
          <p:cNvSpPr>
            <a:spLocks noGrp="1"/>
          </p:cNvSpPr>
          <p:nvPr>
            <p:ph type="title"/>
          </p:nvPr>
        </p:nvSpPr>
        <p:spPr>
          <a:xfrm>
            <a:off x="5236662" y="667234"/>
            <a:ext cx="3872779" cy="578455"/>
          </a:xfrm>
        </p:spPr>
        <p:txBody>
          <a:bodyPr/>
          <a:lstStyle/>
          <a:p>
            <a:pPr marL="114300" indent="0" algn="r"/>
            <a:r>
              <a:rPr lang="fa-IR" sz="2000" b="1">
                <a:latin typeface="Vazir" panose="020B0603030804020204" pitchFamily="34" charset="-78"/>
                <a:cs typeface="Vazir" panose="020B0603030804020204" pitchFamily="34" charset="-78"/>
              </a:rPr>
              <a:t>ابزارهای رایج علم داده:</a:t>
            </a:r>
          </a:p>
        </p:txBody>
      </p:sp>
      <p:sp>
        <p:nvSpPr>
          <p:cNvPr id="8" name="Subtitle 7">
            <a:extLst>
              <a:ext uri="{FF2B5EF4-FFF2-40B4-BE49-F238E27FC236}">
                <a16:creationId xmlns:a16="http://schemas.microsoft.com/office/drawing/2014/main" id="{1E9B4A4B-84D2-534C-48E2-33F3A2A0920A}"/>
              </a:ext>
            </a:extLst>
          </p:cNvPr>
          <p:cNvSpPr txBox="1">
            <a:spLocks/>
          </p:cNvSpPr>
          <p:nvPr/>
        </p:nvSpPr>
        <p:spPr>
          <a:xfrm>
            <a:off x="4527911" y="1154247"/>
            <a:ext cx="4526260" cy="34944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2800"/>
              <a:buFont typeface="Raleway"/>
              <a:buNone/>
              <a:defRPr sz="1400" b="0" i="0" u="none" strike="noStrike" cap="none">
                <a:solidFill>
                  <a:schemeClr val="lt1"/>
                </a:solidFill>
                <a:latin typeface="Raleway"/>
                <a:ea typeface="Raleway"/>
                <a:cs typeface="Raleway"/>
                <a:sym typeface="Raleway"/>
              </a:defRPr>
            </a:lvl1pPr>
            <a:lvl2pPr marL="914400" marR="0" lvl="1"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2pPr>
            <a:lvl3pPr marL="1371600" marR="0" lvl="2"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3pPr>
            <a:lvl4pPr marL="1828800" marR="0" lvl="3"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4pPr>
            <a:lvl5pPr marL="2286000" marR="0" lvl="4"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5pPr>
            <a:lvl6pPr marL="2743200" marR="0" lvl="5"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6pPr>
            <a:lvl7pPr marL="3200400" marR="0" lvl="6"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7pPr>
            <a:lvl8pPr marL="3657600" marR="0" lvl="7"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8pPr>
            <a:lvl9pPr marL="4114800" marR="0" lvl="8" indent="-317500" algn="l" rtl="0">
              <a:lnSpc>
                <a:spcPct val="100000"/>
              </a:lnSpc>
              <a:spcBef>
                <a:spcPts val="0"/>
              </a:spcBef>
              <a:spcAft>
                <a:spcPts val="0"/>
              </a:spcAft>
              <a:buClr>
                <a:schemeClr val="dk2"/>
              </a:buClr>
              <a:buSzPts val="2800"/>
              <a:buFont typeface="Raleway"/>
              <a:buNone/>
              <a:defRPr sz="2800" b="0" i="0" u="none" strike="noStrike" cap="none">
                <a:solidFill>
                  <a:schemeClr val="dk2"/>
                </a:solidFill>
                <a:latin typeface="Raleway"/>
                <a:ea typeface="Raleway"/>
                <a:cs typeface="Raleway"/>
                <a:sym typeface="Raleway"/>
              </a:defRPr>
            </a:lvl9pPr>
          </a:lstStyle>
          <a:p>
            <a:pPr marL="0" lvl="0" indent="0" algn="r" eaLnBrk="0" fontAlgn="base" hangingPunct="0">
              <a:spcBef>
                <a:spcPct val="0"/>
              </a:spcBef>
              <a:spcAft>
                <a:spcPct val="0"/>
              </a:spcAft>
              <a:buClrTx/>
              <a:buSzTx/>
            </a:pPr>
            <a:r>
              <a:rPr lang="ar-SA" altLang="en-US" sz="1250" b="1">
                <a:solidFill>
                  <a:schemeClr val="bg1"/>
                </a:solidFill>
                <a:latin typeface="Arial" panose="020B0604020202020204" pitchFamily="34" charset="0"/>
                <a:cs typeface="Mitra" panose="00000400000000000000" pitchFamily="2" charset="-78"/>
              </a:rPr>
              <a:t>زبان‌های برنامه‌نویسی</a:t>
            </a:r>
            <a:r>
              <a:rPr lang="fa-IR" altLang="en-US" sz="1250" b="1">
                <a:solidFill>
                  <a:schemeClr val="bg1"/>
                </a:solidFill>
                <a:latin typeface="Arial" panose="020B0604020202020204" pitchFamily="34" charset="0"/>
                <a:cs typeface="Mitra" panose="00000400000000000000" pitchFamily="2" charset="-78"/>
              </a:rPr>
              <a:t>:</a:t>
            </a:r>
          </a:p>
          <a:p>
            <a:pPr marL="0" lvl="0" indent="0" algn="r" eaLnBrk="0" fontAlgn="base" hangingPunct="0">
              <a:spcBef>
                <a:spcPct val="0"/>
              </a:spcBef>
              <a:spcAft>
                <a:spcPct val="0"/>
              </a:spcAft>
              <a:buClrTx/>
              <a:buSzTx/>
            </a:pPr>
            <a:r>
              <a:rPr lang="en-US" altLang="en-US" sz="1100" b="1">
                <a:solidFill>
                  <a:schemeClr val="tx1"/>
                </a:solidFill>
                <a:latin typeface="Arial" panose="020B0604020202020204" pitchFamily="34" charset="0"/>
                <a:cs typeface="Mitra" panose="00000400000000000000" pitchFamily="2" charset="-78"/>
              </a:rPr>
              <a:t>(</a:t>
            </a:r>
            <a:r>
              <a:rPr lang="ar-SA" altLang="en-US" sz="1100" b="1">
                <a:solidFill>
                  <a:schemeClr val="tx1"/>
                </a:solidFill>
                <a:latin typeface="Arial" panose="020B0604020202020204" pitchFamily="34" charset="0"/>
                <a:cs typeface="Mitra" panose="00000400000000000000" pitchFamily="2" charset="-78"/>
              </a:rPr>
              <a:t>محبوب‌ترین</a:t>
            </a:r>
            <a:r>
              <a:rPr lang="en-US" altLang="en-US" sz="1100" b="1">
                <a:solidFill>
                  <a:schemeClr val="tx1"/>
                </a:solidFill>
                <a:latin typeface="Arial" panose="020B0604020202020204" pitchFamily="34" charset="0"/>
                <a:cs typeface="Mitra" panose="00000400000000000000" pitchFamily="2" charset="-78"/>
              </a:rPr>
              <a:t>)</a:t>
            </a:r>
            <a:r>
              <a:rPr lang="fa-IR" altLang="en-US" sz="1100" b="1">
                <a:solidFill>
                  <a:schemeClr val="tx1"/>
                </a:solidFill>
                <a:latin typeface="Arial" panose="020B0604020202020204" pitchFamily="34" charset="0"/>
                <a:cs typeface="Mitra" panose="00000400000000000000" pitchFamily="2" charset="-78"/>
              </a:rPr>
              <a:t> </a:t>
            </a:r>
            <a:r>
              <a:rPr lang="en-US" altLang="en-US" sz="1100" b="1">
                <a:solidFill>
                  <a:schemeClr val="tx1"/>
                </a:solidFill>
                <a:latin typeface="Arial" panose="020B0604020202020204" pitchFamily="34" charset="0"/>
                <a:cs typeface="Mitra" panose="00000400000000000000" pitchFamily="2" charset="-78"/>
              </a:rPr>
              <a:t>Python</a:t>
            </a:r>
          </a:p>
          <a:p>
            <a:pPr marL="0" indent="0" algn="r" eaLnBrk="0" fontAlgn="base" hangingPunct="0">
              <a:spcBef>
                <a:spcPct val="0"/>
              </a:spcBef>
              <a:spcAft>
                <a:spcPct val="0"/>
              </a:spcAft>
              <a:buClrTx/>
              <a:buSzTx/>
            </a:pPr>
            <a:r>
              <a:rPr lang="fa-IR" altLang="en-US" sz="1100" b="1">
                <a:solidFill>
                  <a:schemeClr val="tx1"/>
                </a:solidFill>
                <a:latin typeface="Arial" panose="020B0604020202020204" pitchFamily="34" charset="0"/>
                <a:cs typeface="Mitra" panose="00000400000000000000" pitchFamily="2" charset="-78"/>
              </a:rPr>
              <a:t> </a:t>
            </a:r>
            <a:r>
              <a:rPr lang="en-US" altLang="en-US" sz="1100" b="1">
                <a:solidFill>
                  <a:schemeClr val="tx1"/>
                </a:solidFill>
                <a:latin typeface="Arial" panose="020B0604020202020204" pitchFamily="34" charset="0"/>
                <a:cs typeface="Mitra" panose="00000400000000000000" pitchFamily="2" charset="-78"/>
              </a:rPr>
              <a:t>(</a:t>
            </a:r>
            <a:r>
              <a:rPr lang="ar-SA" altLang="en-US" sz="1100" b="1">
                <a:solidFill>
                  <a:schemeClr val="tx1"/>
                </a:solidFill>
                <a:latin typeface="Arial" panose="020B0604020202020204" pitchFamily="34" charset="0"/>
                <a:cs typeface="Mitra" panose="00000400000000000000" pitchFamily="2" charset="-78"/>
              </a:rPr>
              <a:t>برای تحلیل آماری دقیق</a:t>
            </a:r>
            <a:r>
              <a:rPr lang="en-US" altLang="en-US" sz="1100" b="1">
                <a:solidFill>
                  <a:schemeClr val="tx1"/>
                </a:solidFill>
                <a:latin typeface="Arial" panose="020B0604020202020204" pitchFamily="34" charset="0"/>
                <a:cs typeface="Mitra" panose="00000400000000000000" pitchFamily="2" charset="-78"/>
              </a:rPr>
              <a:t>) R</a:t>
            </a:r>
            <a:endParaRPr lang="fa-IR" altLang="en-US" sz="1100" b="1">
              <a:solidFill>
                <a:schemeClr val="tx1"/>
              </a:solidFill>
              <a:latin typeface="Arial" panose="020B0604020202020204" pitchFamily="34" charset="0"/>
              <a:cs typeface="Mitra" panose="00000400000000000000" pitchFamily="2" charset="-78"/>
            </a:endParaRPr>
          </a:p>
          <a:p>
            <a:pPr marL="0" indent="0" algn="r" eaLnBrk="0" fontAlgn="base" hangingPunct="0">
              <a:spcBef>
                <a:spcPct val="0"/>
              </a:spcBef>
              <a:spcAft>
                <a:spcPct val="0"/>
              </a:spcAft>
              <a:buClrTx/>
              <a:buSzTx/>
            </a:pPr>
            <a:r>
              <a:rPr lang="fa-IR" altLang="en-US" sz="1100" b="1">
                <a:solidFill>
                  <a:schemeClr val="tx1"/>
                </a:solidFill>
                <a:latin typeface="Arial" panose="020B0604020202020204" pitchFamily="34" charset="0"/>
                <a:cs typeface="Mitra" panose="00000400000000000000" pitchFamily="2" charset="-78"/>
              </a:rPr>
              <a:t> </a:t>
            </a:r>
            <a:r>
              <a:rPr lang="en-US" altLang="en-US" sz="1100" b="1">
                <a:solidFill>
                  <a:schemeClr val="tx1"/>
                </a:solidFill>
                <a:latin typeface="Arial" panose="020B0604020202020204" pitchFamily="34" charset="0"/>
                <a:cs typeface="Mitra" panose="00000400000000000000" pitchFamily="2" charset="-78"/>
              </a:rPr>
              <a:t>  </a:t>
            </a:r>
            <a:endParaRPr lang="fa-IR" altLang="en-US" sz="1100" b="1">
              <a:solidFill>
                <a:schemeClr val="tx1"/>
              </a:solidFill>
              <a:latin typeface="Arial" panose="020B0604020202020204" pitchFamily="34" charset="0"/>
              <a:cs typeface="Mitra" panose="00000400000000000000" pitchFamily="2" charset="-78"/>
            </a:endParaRPr>
          </a:p>
          <a:p>
            <a:pPr marL="0" lvl="0" indent="0" algn="r" eaLnBrk="0" fontAlgn="base" hangingPunct="0">
              <a:spcBef>
                <a:spcPct val="0"/>
              </a:spcBef>
              <a:spcAft>
                <a:spcPct val="0"/>
              </a:spcAft>
              <a:buClrTx/>
              <a:buSzTx/>
            </a:pPr>
            <a:r>
              <a:rPr lang="ar-SA" altLang="en-US" sz="1250" b="1">
                <a:solidFill>
                  <a:schemeClr val="bg1"/>
                </a:solidFill>
                <a:latin typeface="Arial" panose="020B0604020202020204" pitchFamily="34" charset="0"/>
                <a:cs typeface="Mitra" panose="00000400000000000000" pitchFamily="2" charset="-78"/>
              </a:rPr>
              <a:t>کتابخانه‌های یادگیری ماشین و تحلیل</a:t>
            </a:r>
            <a:r>
              <a:rPr lang="fa-IR" altLang="en-US" sz="1250" b="1">
                <a:solidFill>
                  <a:schemeClr val="bg1"/>
                </a:solidFill>
                <a:latin typeface="Arial" panose="020B0604020202020204" pitchFamily="34" charset="0"/>
                <a:cs typeface="Mitra" panose="00000400000000000000" pitchFamily="2" charset="-78"/>
              </a:rPr>
              <a:t> داده:</a:t>
            </a:r>
            <a:endParaRPr lang="en-US" altLang="en-US" sz="1250" b="1">
              <a:solidFill>
                <a:schemeClr val="bg1"/>
              </a:solidFill>
              <a:latin typeface="Arial" panose="020B0604020202020204" pitchFamily="34" charset="0"/>
              <a:cs typeface="Mitra" panose="00000400000000000000" pitchFamily="2" charset="-78"/>
            </a:endParaRPr>
          </a:p>
          <a:p>
            <a:pPr marL="0" lvl="0" indent="0" algn="r" eaLnBrk="0" fontAlgn="base" hangingPunct="0">
              <a:spcBef>
                <a:spcPct val="0"/>
              </a:spcBef>
              <a:spcAft>
                <a:spcPct val="0"/>
              </a:spcAft>
              <a:buClrTx/>
              <a:buSzTx/>
            </a:pPr>
            <a:r>
              <a:rPr lang="en-US" altLang="en-US" sz="1100" b="1">
                <a:solidFill>
                  <a:schemeClr val="tx1"/>
                </a:solidFill>
                <a:latin typeface="Arial" panose="020B0604020202020204" pitchFamily="34" charset="0"/>
                <a:cs typeface="Mitra" panose="00000400000000000000" pitchFamily="2" charset="-78"/>
              </a:rPr>
              <a:t>Scikit-learn، TensorFlow، PyTorch، Pandas، NumPy</a:t>
            </a:r>
            <a:endParaRPr lang="fa-IR" altLang="en-US" sz="1100" b="1">
              <a:solidFill>
                <a:schemeClr val="tx1"/>
              </a:solidFill>
              <a:latin typeface="Arial" panose="020B0604020202020204" pitchFamily="34" charset="0"/>
              <a:cs typeface="Mitra" panose="00000400000000000000" pitchFamily="2" charset="-78"/>
            </a:endParaRPr>
          </a:p>
          <a:p>
            <a:pPr marL="0" lvl="0" indent="0" algn="r" eaLnBrk="0" fontAlgn="base" hangingPunct="0">
              <a:spcBef>
                <a:spcPct val="0"/>
              </a:spcBef>
              <a:spcAft>
                <a:spcPct val="0"/>
              </a:spcAft>
              <a:buClrTx/>
              <a:buSzTx/>
            </a:pPr>
            <a:endParaRPr lang="en-US" altLang="en-US" sz="1100" b="1">
              <a:solidFill>
                <a:schemeClr val="tx1"/>
              </a:solidFill>
              <a:latin typeface="Arial" panose="020B0604020202020204" pitchFamily="34" charset="0"/>
              <a:cs typeface="Mitra" panose="00000400000000000000" pitchFamily="2" charset="-78"/>
            </a:endParaRPr>
          </a:p>
          <a:p>
            <a:pPr marL="0" lvl="0" indent="0" algn="r" eaLnBrk="0" fontAlgn="base" hangingPunct="0">
              <a:spcBef>
                <a:spcPct val="0"/>
              </a:spcBef>
              <a:spcAft>
                <a:spcPct val="0"/>
              </a:spcAft>
              <a:buClrTx/>
              <a:buSzTx/>
            </a:pPr>
            <a:r>
              <a:rPr lang="ar-SA" altLang="en-US" sz="1250" b="1">
                <a:solidFill>
                  <a:schemeClr val="bg1"/>
                </a:solidFill>
                <a:latin typeface="Arial" panose="020B0604020202020204" pitchFamily="34" charset="0"/>
                <a:cs typeface="Mitra" panose="00000400000000000000" pitchFamily="2" charset="-78"/>
              </a:rPr>
              <a:t>ابزارهای مصورسازی داده</a:t>
            </a:r>
            <a:r>
              <a:rPr lang="fa-IR" altLang="en-US" sz="1250" b="1">
                <a:solidFill>
                  <a:schemeClr val="bg1"/>
                </a:solidFill>
                <a:latin typeface="Arial" panose="020B0604020202020204" pitchFamily="34" charset="0"/>
                <a:cs typeface="Mitra" panose="00000400000000000000" pitchFamily="2" charset="-78"/>
              </a:rPr>
              <a:t>:</a:t>
            </a:r>
            <a:endParaRPr lang="en-US" altLang="en-US" sz="1250" b="1">
              <a:solidFill>
                <a:schemeClr val="bg1"/>
              </a:solidFill>
              <a:latin typeface="Arial" panose="020B0604020202020204" pitchFamily="34" charset="0"/>
              <a:cs typeface="Mitra" panose="00000400000000000000" pitchFamily="2" charset="-78"/>
            </a:endParaRPr>
          </a:p>
          <a:p>
            <a:pPr marL="0" lvl="0" indent="0" algn="r" eaLnBrk="0" fontAlgn="base" hangingPunct="0">
              <a:spcBef>
                <a:spcPct val="0"/>
              </a:spcBef>
              <a:spcAft>
                <a:spcPct val="0"/>
              </a:spcAft>
              <a:buClrTx/>
              <a:buSzTx/>
            </a:pPr>
            <a:r>
              <a:rPr lang="en-US" altLang="en-US" sz="1100" b="1">
                <a:solidFill>
                  <a:schemeClr val="tx1"/>
                </a:solidFill>
                <a:latin typeface="Arial" panose="020B0604020202020204" pitchFamily="34" charset="0"/>
                <a:cs typeface="Mitra" panose="00000400000000000000" pitchFamily="2" charset="-78"/>
              </a:rPr>
              <a:t>Matplotlib، Seaborn، Tableau، Power BI</a:t>
            </a:r>
            <a:endParaRPr lang="fa-IR" altLang="en-US" sz="1100" b="1">
              <a:solidFill>
                <a:schemeClr val="tx1"/>
              </a:solidFill>
              <a:latin typeface="Arial" panose="020B0604020202020204" pitchFamily="34" charset="0"/>
              <a:cs typeface="Mitra" panose="00000400000000000000" pitchFamily="2" charset="-78"/>
            </a:endParaRPr>
          </a:p>
          <a:p>
            <a:pPr marL="0" lvl="0" indent="0" algn="r" eaLnBrk="0" fontAlgn="base" hangingPunct="0">
              <a:spcBef>
                <a:spcPct val="0"/>
              </a:spcBef>
              <a:spcAft>
                <a:spcPct val="0"/>
              </a:spcAft>
              <a:buClrTx/>
              <a:buSzTx/>
            </a:pPr>
            <a:endParaRPr lang="en-US" altLang="en-US" sz="1100" b="1">
              <a:solidFill>
                <a:schemeClr val="tx1"/>
              </a:solidFill>
              <a:latin typeface="Arial" panose="020B0604020202020204" pitchFamily="34" charset="0"/>
              <a:cs typeface="Mitra" panose="00000400000000000000" pitchFamily="2" charset="-78"/>
            </a:endParaRPr>
          </a:p>
          <a:p>
            <a:pPr marL="0" lvl="0" indent="0" algn="r" eaLnBrk="0" fontAlgn="base" hangingPunct="0">
              <a:spcBef>
                <a:spcPct val="0"/>
              </a:spcBef>
              <a:spcAft>
                <a:spcPct val="0"/>
              </a:spcAft>
              <a:buClrTx/>
              <a:buSzTx/>
            </a:pPr>
            <a:r>
              <a:rPr lang="ar-SA" altLang="en-US" sz="1250" b="1">
                <a:solidFill>
                  <a:schemeClr val="bg1"/>
                </a:solidFill>
                <a:latin typeface="Arial" panose="020B0604020202020204" pitchFamily="34" charset="0"/>
                <a:cs typeface="Mitra" panose="00000400000000000000" pitchFamily="2" charset="-78"/>
              </a:rPr>
              <a:t>مدیریت پایگاه داده</a:t>
            </a:r>
            <a:r>
              <a:rPr lang="fa-IR" altLang="en-US" sz="1250" b="1">
                <a:solidFill>
                  <a:schemeClr val="bg1"/>
                </a:solidFill>
                <a:latin typeface="Arial" panose="020B0604020202020204" pitchFamily="34" charset="0"/>
                <a:cs typeface="Mitra" panose="00000400000000000000" pitchFamily="2" charset="-78"/>
              </a:rPr>
              <a:t>:</a:t>
            </a:r>
            <a:endParaRPr lang="en-US" altLang="en-US" sz="1250" b="1">
              <a:solidFill>
                <a:schemeClr val="bg1"/>
              </a:solidFill>
              <a:latin typeface="Arial" panose="020B0604020202020204" pitchFamily="34" charset="0"/>
              <a:cs typeface="Mitra" panose="00000400000000000000" pitchFamily="2" charset="-78"/>
            </a:endParaRPr>
          </a:p>
          <a:p>
            <a:pPr marL="0" lvl="0" indent="0" algn="r" eaLnBrk="0" fontAlgn="base" hangingPunct="0">
              <a:spcBef>
                <a:spcPct val="0"/>
              </a:spcBef>
              <a:spcAft>
                <a:spcPct val="0"/>
              </a:spcAft>
              <a:buClrTx/>
              <a:buSzTx/>
            </a:pPr>
            <a:r>
              <a:rPr lang="en-US" altLang="en-US" sz="1100" b="1">
                <a:solidFill>
                  <a:schemeClr val="tx1"/>
                </a:solidFill>
                <a:latin typeface="Arial" panose="020B0604020202020204" pitchFamily="34" charset="0"/>
                <a:cs typeface="Mitra" panose="00000400000000000000" pitchFamily="2" charset="-78"/>
              </a:rPr>
              <a:t>SQL، MongoDB</a:t>
            </a:r>
            <a:endParaRPr lang="fa-IR" altLang="en-US" sz="1100" b="1">
              <a:solidFill>
                <a:schemeClr val="tx1"/>
              </a:solidFill>
              <a:latin typeface="Arial" panose="020B0604020202020204" pitchFamily="34" charset="0"/>
              <a:cs typeface="Mitra" panose="00000400000000000000" pitchFamily="2" charset="-78"/>
            </a:endParaRPr>
          </a:p>
          <a:p>
            <a:pPr marL="0" lvl="0" indent="0" algn="r" eaLnBrk="0" fontAlgn="base" hangingPunct="0">
              <a:spcBef>
                <a:spcPct val="0"/>
              </a:spcBef>
              <a:spcAft>
                <a:spcPct val="0"/>
              </a:spcAft>
              <a:buClrTx/>
              <a:buSzTx/>
            </a:pPr>
            <a:endParaRPr lang="en-US" altLang="en-US" sz="1100" b="1">
              <a:solidFill>
                <a:schemeClr val="tx1"/>
              </a:solidFill>
              <a:latin typeface="Arial" panose="020B0604020202020204" pitchFamily="34" charset="0"/>
              <a:cs typeface="Mitra" panose="00000400000000000000" pitchFamily="2" charset="-78"/>
            </a:endParaRPr>
          </a:p>
          <a:p>
            <a:pPr marL="0" lvl="0" indent="0" algn="r" eaLnBrk="0" fontAlgn="base" hangingPunct="0">
              <a:spcBef>
                <a:spcPct val="0"/>
              </a:spcBef>
              <a:spcAft>
                <a:spcPct val="0"/>
              </a:spcAft>
              <a:buClrTx/>
              <a:buSzTx/>
            </a:pPr>
            <a:r>
              <a:rPr lang="ar-SA" altLang="en-US" sz="1250" b="1">
                <a:solidFill>
                  <a:schemeClr val="bg1"/>
                </a:solidFill>
                <a:latin typeface="Arial" panose="020B0604020202020204" pitchFamily="34" charset="0"/>
                <a:cs typeface="Mitra" panose="00000400000000000000" pitchFamily="2" charset="-78"/>
              </a:rPr>
              <a:t>ابزارهای ابری</a:t>
            </a:r>
            <a:r>
              <a:rPr lang="fa-IR" altLang="en-US" sz="1250" b="1">
                <a:solidFill>
                  <a:schemeClr val="bg1"/>
                </a:solidFill>
                <a:latin typeface="Arial" panose="020B0604020202020204" pitchFamily="34" charset="0"/>
                <a:cs typeface="Mitra" panose="00000400000000000000" pitchFamily="2" charset="-78"/>
              </a:rPr>
              <a:t>:</a:t>
            </a:r>
            <a:endParaRPr lang="en-US" altLang="en-US" sz="1250">
              <a:solidFill>
                <a:schemeClr val="bg1"/>
              </a:solidFill>
              <a:latin typeface="Arial" panose="020B0604020202020204" pitchFamily="34" charset="0"/>
              <a:cs typeface="Mitra" panose="00000400000000000000" pitchFamily="2" charset="-78"/>
            </a:endParaRPr>
          </a:p>
          <a:p>
            <a:pPr marL="0" indent="0" algn="r" eaLnBrk="0" fontAlgn="base" hangingPunct="0">
              <a:spcBef>
                <a:spcPct val="0"/>
              </a:spcBef>
              <a:spcAft>
                <a:spcPct val="0"/>
              </a:spcAft>
              <a:buClrTx/>
              <a:buSzTx/>
            </a:pPr>
            <a:r>
              <a:rPr lang="en-US" altLang="en-US" sz="1100" b="1">
                <a:solidFill>
                  <a:schemeClr val="tx1"/>
                </a:solidFill>
                <a:latin typeface="Arial" panose="020B0604020202020204" pitchFamily="34" charset="0"/>
                <a:cs typeface="Mitra" panose="00000400000000000000" pitchFamily="2" charset="-78"/>
              </a:rPr>
              <a:t>,</a:t>
            </a:r>
            <a:r>
              <a:rPr lang="fa-IR" altLang="en-US" sz="1100" b="1">
                <a:solidFill>
                  <a:schemeClr val="tx1"/>
                </a:solidFill>
                <a:latin typeface="Arial" panose="020B0604020202020204" pitchFamily="34" charset="0"/>
                <a:cs typeface="Mitra" panose="00000400000000000000" pitchFamily="2" charset="-78"/>
              </a:rPr>
              <a:t> </a:t>
            </a:r>
            <a:r>
              <a:rPr lang="en-US" altLang="en-US" sz="1100" b="1">
                <a:solidFill>
                  <a:schemeClr val="tx1"/>
                </a:solidFill>
                <a:latin typeface="Arial" panose="020B0604020202020204" pitchFamily="34" charset="0"/>
                <a:cs typeface="Mitra" panose="00000400000000000000" pitchFamily="2" charset="-78"/>
              </a:rPr>
              <a:t>Microsoft Azure, AWS (Amazon Web Services)، </a:t>
            </a:r>
            <a:endParaRPr lang="fa-IR" altLang="en-US" sz="1100" b="1">
              <a:solidFill>
                <a:schemeClr val="tx1"/>
              </a:solidFill>
              <a:latin typeface="Arial" panose="020B0604020202020204" pitchFamily="34" charset="0"/>
              <a:cs typeface="Mitra" panose="00000400000000000000" pitchFamily="2" charset="-78"/>
            </a:endParaRPr>
          </a:p>
          <a:p>
            <a:pPr marL="0" lvl="0" indent="0" algn="r" eaLnBrk="0" fontAlgn="base" hangingPunct="0">
              <a:spcBef>
                <a:spcPct val="0"/>
              </a:spcBef>
              <a:spcAft>
                <a:spcPct val="0"/>
              </a:spcAft>
              <a:buClrTx/>
              <a:buSzTx/>
            </a:pPr>
            <a:r>
              <a:rPr lang="en-US" altLang="en-US" sz="1100" b="1">
                <a:solidFill>
                  <a:schemeClr val="tx1"/>
                </a:solidFill>
                <a:latin typeface="Arial" panose="020B0604020202020204" pitchFamily="34" charset="0"/>
                <a:cs typeface="Mitra" panose="00000400000000000000" pitchFamily="2" charset="-78"/>
              </a:rPr>
              <a:t> Google Cloud Platform (GCP)</a:t>
            </a:r>
          </a:p>
          <a:p>
            <a:pPr marL="0" lvl="0" indent="0" algn="r" eaLnBrk="0" fontAlgn="base" hangingPunct="0">
              <a:spcBef>
                <a:spcPct val="0"/>
              </a:spcBef>
              <a:spcAft>
                <a:spcPct val="0"/>
              </a:spcAft>
              <a:buClrTx/>
              <a:buSzTx/>
            </a:pPr>
            <a:r>
              <a:rPr lang="en-US" altLang="en-US" sz="1100" b="1">
                <a:solidFill>
                  <a:schemeClr val="tx1"/>
                </a:solidFill>
                <a:latin typeface="Arial" panose="020B0604020202020204" pitchFamily="34" charset="0"/>
                <a:cs typeface="Mitra" panose="00000400000000000000" pitchFamily="2" charset="-78"/>
              </a:rPr>
              <a:t> </a:t>
            </a:r>
          </a:p>
          <a:p>
            <a:pPr marL="0" lvl="0" indent="0" algn="r" eaLnBrk="0" fontAlgn="base" hangingPunct="0">
              <a:spcBef>
                <a:spcPct val="0"/>
              </a:spcBef>
              <a:spcAft>
                <a:spcPct val="0"/>
              </a:spcAft>
              <a:buClrTx/>
              <a:buSzTx/>
            </a:pPr>
            <a:r>
              <a:rPr lang="fa-IR" altLang="en-US" sz="1250" b="1">
                <a:solidFill>
                  <a:schemeClr val="bg1"/>
                </a:solidFill>
                <a:latin typeface="Arial" panose="020B0604020202020204" pitchFamily="34" charset="0"/>
                <a:cs typeface="Mitra" panose="00000400000000000000" pitchFamily="2" charset="-78"/>
              </a:rPr>
              <a:t>برنامه تحلیل داده بدون کد نویسی:</a:t>
            </a:r>
            <a:endParaRPr lang="en-US" altLang="en-US" sz="1250" b="1">
              <a:solidFill>
                <a:schemeClr val="bg1"/>
              </a:solidFill>
              <a:latin typeface="Arial" panose="020B0604020202020204" pitchFamily="34" charset="0"/>
              <a:cs typeface="Mitra" panose="00000400000000000000" pitchFamily="2" charset="-78"/>
            </a:endParaRPr>
          </a:p>
          <a:p>
            <a:pPr algn="r" rtl="1"/>
            <a:r>
              <a:rPr lang="en-US" sz="1100" b="1">
                <a:solidFill>
                  <a:schemeClr val="tx1"/>
                </a:solidFill>
                <a:latin typeface="Arial" panose="020B0604020202020204" pitchFamily="34" charset="0"/>
                <a:cs typeface="Mitra" panose="00000400000000000000" pitchFamily="2" charset="-78"/>
              </a:rPr>
              <a:t>RapidMiner</a:t>
            </a:r>
          </a:p>
        </p:txBody>
      </p:sp>
    </p:spTree>
    <p:extLst>
      <p:ext uri="{BB962C8B-B14F-4D97-AF65-F5344CB8AC3E}">
        <p14:creationId xmlns:p14="http://schemas.microsoft.com/office/powerpoint/2010/main" val="1777822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1FBC8"/>
        </a:solidFill>
        <a:effectLst/>
      </p:bgPr>
    </p:bg>
    <p:spTree>
      <p:nvGrpSpPr>
        <p:cNvPr id="1" name=""/>
        <p:cNvGrpSpPr/>
        <p:nvPr/>
      </p:nvGrpSpPr>
      <p:grpSpPr>
        <a:xfrm>
          <a:off x="0" y="0"/>
          <a:ext cx="0" cy="0"/>
          <a:chOff x="0" y="0"/>
          <a:chExt cx="0" cy="0"/>
        </a:xfrm>
      </p:grpSpPr>
      <p:sp>
        <p:nvSpPr>
          <p:cNvPr id="16" name="Flowchart: Punched Tape 15">
            <a:extLst>
              <a:ext uri="{FF2B5EF4-FFF2-40B4-BE49-F238E27FC236}">
                <a16:creationId xmlns:a16="http://schemas.microsoft.com/office/drawing/2014/main" id="{EB29573E-788F-836F-4EBC-688818EF9448}"/>
              </a:ext>
            </a:extLst>
          </p:cNvPr>
          <p:cNvSpPr/>
          <p:nvPr/>
        </p:nvSpPr>
        <p:spPr>
          <a:xfrm>
            <a:off x="-76201" y="-1352551"/>
            <a:ext cx="9286875" cy="3762378"/>
          </a:xfrm>
          <a:custGeom>
            <a:avLst/>
            <a:gdLst>
              <a:gd name="connsiteX0" fmla="*/ 0 w 10000"/>
              <a:gd name="connsiteY0" fmla="*/ 1000 h 10000"/>
              <a:gd name="connsiteX1" fmla="*/ 2500 w 10000"/>
              <a:gd name="connsiteY1" fmla="*/ 2000 h 10000"/>
              <a:gd name="connsiteX2" fmla="*/ 5000 w 10000"/>
              <a:gd name="connsiteY2" fmla="*/ 1000 h 10000"/>
              <a:gd name="connsiteX3" fmla="*/ 7500 w 10000"/>
              <a:gd name="connsiteY3" fmla="*/ 0 h 10000"/>
              <a:gd name="connsiteX4" fmla="*/ 10000 w 10000"/>
              <a:gd name="connsiteY4" fmla="*/ 1000 h 10000"/>
              <a:gd name="connsiteX5" fmla="*/ 10000 w 10000"/>
              <a:gd name="connsiteY5" fmla="*/ 9000 h 10000"/>
              <a:gd name="connsiteX6" fmla="*/ 7500 w 10000"/>
              <a:gd name="connsiteY6" fmla="*/ 8000 h 10000"/>
              <a:gd name="connsiteX7" fmla="*/ 5000 w 10000"/>
              <a:gd name="connsiteY7" fmla="*/ 9000 h 10000"/>
              <a:gd name="connsiteX8" fmla="*/ 2500 w 10000"/>
              <a:gd name="connsiteY8" fmla="*/ 10000 h 10000"/>
              <a:gd name="connsiteX9" fmla="*/ 0 w 10000"/>
              <a:gd name="connsiteY9" fmla="*/ 9000 h 10000"/>
              <a:gd name="connsiteX10" fmla="*/ 0 w 10000"/>
              <a:gd name="connsiteY10" fmla="*/ 1000 h 10000"/>
              <a:gd name="connsiteX0" fmla="*/ 0 w 10000"/>
              <a:gd name="connsiteY0" fmla="*/ 1000 h 10000"/>
              <a:gd name="connsiteX1" fmla="*/ 2500 w 10000"/>
              <a:gd name="connsiteY1" fmla="*/ 2000 h 10000"/>
              <a:gd name="connsiteX2" fmla="*/ 5000 w 10000"/>
              <a:gd name="connsiteY2" fmla="*/ 1000 h 10000"/>
              <a:gd name="connsiteX3" fmla="*/ 7500 w 10000"/>
              <a:gd name="connsiteY3" fmla="*/ 0 h 10000"/>
              <a:gd name="connsiteX4" fmla="*/ 10000 w 10000"/>
              <a:gd name="connsiteY4" fmla="*/ 1000 h 10000"/>
              <a:gd name="connsiteX5" fmla="*/ 10000 w 10000"/>
              <a:gd name="connsiteY5" fmla="*/ 9000 h 10000"/>
              <a:gd name="connsiteX6" fmla="*/ 7500 w 10000"/>
              <a:gd name="connsiteY6" fmla="*/ 8000 h 10000"/>
              <a:gd name="connsiteX7" fmla="*/ 5259 w 10000"/>
              <a:gd name="connsiteY7" fmla="*/ 8603 h 10000"/>
              <a:gd name="connsiteX8" fmla="*/ 2500 w 10000"/>
              <a:gd name="connsiteY8" fmla="*/ 10000 h 10000"/>
              <a:gd name="connsiteX9" fmla="*/ 0 w 10000"/>
              <a:gd name="connsiteY9" fmla="*/ 9000 h 10000"/>
              <a:gd name="connsiteX10" fmla="*/ 0 w 10000"/>
              <a:gd name="connsiteY10" fmla="*/ 1000 h 10000"/>
              <a:gd name="connsiteX0" fmla="*/ 0 w 10000"/>
              <a:gd name="connsiteY0" fmla="*/ 1000 h 10000"/>
              <a:gd name="connsiteX1" fmla="*/ 2500 w 10000"/>
              <a:gd name="connsiteY1" fmla="*/ 2000 h 10000"/>
              <a:gd name="connsiteX2" fmla="*/ 5000 w 10000"/>
              <a:gd name="connsiteY2" fmla="*/ 1000 h 10000"/>
              <a:gd name="connsiteX3" fmla="*/ 7500 w 10000"/>
              <a:gd name="connsiteY3" fmla="*/ 0 h 10000"/>
              <a:gd name="connsiteX4" fmla="*/ 10000 w 10000"/>
              <a:gd name="connsiteY4" fmla="*/ 1000 h 10000"/>
              <a:gd name="connsiteX5" fmla="*/ 10000 w 10000"/>
              <a:gd name="connsiteY5" fmla="*/ 9000 h 10000"/>
              <a:gd name="connsiteX6" fmla="*/ 7500 w 10000"/>
              <a:gd name="connsiteY6" fmla="*/ 8000 h 10000"/>
              <a:gd name="connsiteX7" fmla="*/ 5259 w 10000"/>
              <a:gd name="connsiteY7" fmla="*/ 8603 h 10000"/>
              <a:gd name="connsiteX8" fmla="*/ 2500 w 10000"/>
              <a:gd name="connsiteY8" fmla="*/ 10000 h 10000"/>
              <a:gd name="connsiteX9" fmla="*/ 0 w 10000"/>
              <a:gd name="connsiteY9" fmla="*/ 9000 h 10000"/>
              <a:gd name="connsiteX10" fmla="*/ 0 w 10000"/>
              <a:gd name="connsiteY10" fmla="*/ 1000 h 10000"/>
              <a:gd name="connsiteX0" fmla="*/ 0 w 10000"/>
              <a:gd name="connsiteY0" fmla="*/ 1000 h 10000"/>
              <a:gd name="connsiteX1" fmla="*/ 2500 w 10000"/>
              <a:gd name="connsiteY1" fmla="*/ 2000 h 10000"/>
              <a:gd name="connsiteX2" fmla="*/ 5000 w 10000"/>
              <a:gd name="connsiteY2" fmla="*/ 1000 h 10000"/>
              <a:gd name="connsiteX3" fmla="*/ 7500 w 10000"/>
              <a:gd name="connsiteY3" fmla="*/ 0 h 10000"/>
              <a:gd name="connsiteX4" fmla="*/ 10000 w 10000"/>
              <a:gd name="connsiteY4" fmla="*/ 1000 h 10000"/>
              <a:gd name="connsiteX5" fmla="*/ 10000 w 10000"/>
              <a:gd name="connsiteY5" fmla="*/ 9000 h 10000"/>
              <a:gd name="connsiteX6" fmla="*/ 7500 w 10000"/>
              <a:gd name="connsiteY6" fmla="*/ 8000 h 10000"/>
              <a:gd name="connsiteX7" fmla="*/ 5259 w 10000"/>
              <a:gd name="connsiteY7" fmla="*/ 8603 h 10000"/>
              <a:gd name="connsiteX8" fmla="*/ 2500 w 10000"/>
              <a:gd name="connsiteY8" fmla="*/ 10000 h 10000"/>
              <a:gd name="connsiteX9" fmla="*/ 0 w 10000"/>
              <a:gd name="connsiteY9" fmla="*/ 9000 h 10000"/>
              <a:gd name="connsiteX10" fmla="*/ 0 w 10000"/>
              <a:gd name="connsiteY10" fmla="*/ 1000 h 10000"/>
              <a:gd name="connsiteX0" fmla="*/ 0 w 10000"/>
              <a:gd name="connsiteY0" fmla="*/ 1000 h 10000"/>
              <a:gd name="connsiteX1" fmla="*/ 2500 w 10000"/>
              <a:gd name="connsiteY1" fmla="*/ 2000 h 10000"/>
              <a:gd name="connsiteX2" fmla="*/ 5000 w 10000"/>
              <a:gd name="connsiteY2" fmla="*/ 1000 h 10000"/>
              <a:gd name="connsiteX3" fmla="*/ 7500 w 10000"/>
              <a:gd name="connsiteY3" fmla="*/ 0 h 10000"/>
              <a:gd name="connsiteX4" fmla="*/ 10000 w 10000"/>
              <a:gd name="connsiteY4" fmla="*/ 1000 h 10000"/>
              <a:gd name="connsiteX5" fmla="*/ 10000 w 10000"/>
              <a:gd name="connsiteY5" fmla="*/ 9000 h 10000"/>
              <a:gd name="connsiteX6" fmla="*/ 7500 w 10000"/>
              <a:gd name="connsiteY6" fmla="*/ 8000 h 10000"/>
              <a:gd name="connsiteX7" fmla="*/ 4981 w 10000"/>
              <a:gd name="connsiteY7" fmla="*/ 8883 h 10000"/>
              <a:gd name="connsiteX8" fmla="*/ 2500 w 10000"/>
              <a:gd name="connsiteY8" fmla="*/ 10000 h 10000"/>
              <a:gd name="connsiteX9" fmla="*/ 0 w 10000"/>
              <a:gd name="connsiteY9" fmla="*/ 9000 h 10000"/>
              <a:gd name="connsiteX10" fmla="*/ 0 w 10000"/>
              <a:gd name="connsiteY10" fmla="*/ 1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00" h="10000">
                <a:moveTo>
                  <a:pt x="0" y="1000"/>
                </a:moveTo>
                <a:cubicBezTo>
                  <a:pt x="0" y="1552"/>
                  <a:pt x="1119" y="2000"/>
                  <a:pt x="2500" y="2000"/>
                </a:cubicBezTo>
                <a:cubicBezTo>
                  <a:pt x="3881" y="2000"/>
                  <a:pt x="5000" y="1552"/>
                  <a:pt x="5000" y="1000"/>
                </a:cubicBezTo>
                <a:cubicBezTo>
                  <a:pt x="5000" y="448"/>
                  <a:pt x="6119" y="0"/>
                  <a:pt x="7500" y="0"/>
                </a:cubicBezTo>
                <a:cubicBezTo>
                  <a:pt x="8881" y="0"/>
                  <a:pt x="10000" y="448"/>
                  <a:pt x="10000" y="1000"/>
                </a:cubicBezTo>
                <a:lnTo>
                  <a:pt x="10000" y="9000"/>
                </a:lnTo>
                <a:cubicBezTo>
                  <a:pt x="10000" y="8448"/>
                  <a:pt x="8336" y="8019"/>
                  <a:pt x="7500" y="8000"/>
                </a:cubicBezTo>
                <a:cubicBezTo>
                  <a:pt x="6664" y="7981"/>
                  <a:pt x="5333" y="8495"/>
                  <a:pt x="4981" y="8883"/>
                </a:cubicBezTo>
                <a:cubicBezTo>
                  <a:pt x="4629" y="9271"/>
                  <a:pt x="3881" y="10000"/>
                  <a:pt x="2500" y="10000"/>
                </a:cubicBezTo>
                <a:cubicBezTo>
                  <a:pt x="1119" y="10000"/>
                  <a:pt x="0" y="9552"/>
                  <a:pt x="0" y="9000"/>
                </a:cubicBezTo>
                <a:lnTo>
                  <a:pt x="0" y="1000"/>
                </a:lnTo>
                <a:close/>
              </a:path>
            </a:pathLst>
          </a:custGeom>
          <a:solidFill>
            <a:schemeClr val="accent3"/>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oogle Shape;1612;p57">
            <a:extLst>
              <a:ext uri="{FF2B5EF4-FFF2-40B4-BE49-F238E27FC236}">
                <a16:creationId xmlns:a16="http://schemas.microsoft.com/office/drawing/2014/main" id="{DEAFC652-4160-9F1D-3D2E-96006CD3FFEB}"/>
              </a:ext>
            </a:extLst>
          </p:cNvPr>
          <p:cNvGrpSpPr/>
          <p:nvPr/>
        </p:nvGrpSpPr>
        <p:grpSpPr>
          <a:xfrm>
            <a:off x="1651735" y="95250"/>
            <a:ext cx="5904808" cy="1444634"/>
            <a:chOff x="2552214" y="1910966"/>
            <a:chExt cx="5904808" cy="1444634"/>
          </a:xfrm>
        </p:grpSpPr>
        <p:sp>
          <p:nvSpPr>
            <p:cNvPr id="46" name="Google Shape;1613;p57">
              <a:extLst>
                <a:ext uri="{FF2B5EF4-FFF2-40B4-BE49-F238E27FC236}">
                  <a16:creationId xmlns:a16="http://schemas.microsoft.com/office/drawing/2014/main" id="{1BC24B6D-2C30-E60C-8486-2822A2043FED}"/>
                </a:ext>
              </a:extLst>
            </p:cNvPr>
            <p:cNvSpPr/>
            <p:nvPr/>
          </p:nvSpPr>
          <p:spPr>
            <a:xfrm>
              <a:off x="7128405" y="2073396"/>
              <a:ext cx="1109700" cy="11097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614;p57">
              <a:extLst>
                <a:ext uri="{FF2B5EF4-FFF2-40B4-BE49-F238E27FC236}">
                  <a16:creationId xmlns:a16="http://schemas.microsoft.com/office/drawing/2014/main" id="{C194E1F5-1B3C-E1D2-0970-A2A38632365F}"/>
                </a:ext>
              </a:extLst>
            </p:cNvPr>
            <p:cNvSpPr/>
            <p:nvPr/>
          </p:nvSpPr>
          <p:spPr>
            <a:xfrm>
              <a:off x="5676029" y="2073396"/>
              <a:ext cx="1138570" cy="11097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615;p57">
              <a:extLst>
                <a:ext uri="{FF2B5EF4-FFF2-40B4-BE49-F238E27FC236}">
                  <a16:creationId xmlns:a16="http://schemas.microsoft.com/office/drawing/2014/main" id="{C861B42E-E3DD-F1B0-5A0C-983045D78F8E}"/>
                </a:ext>
              </a:extLst>
            </p:cNvPr>
            <p:cNvSpPr/>
            <p:nvPr/>
          </p:nvSpPr>
          <p:spPr>
            <a:xfrm>
              <a:off x="4215904" y="2073396"/>
              <a:ext cx="1109700" cy="11097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616;p57">
              <a:extLst>
                <a:ext uri="{FF2B5EF4-FFF2-40B4-BE49-F238E27FC236}">
                  <a16:creationId xmlns:a16="http://schemas.microsoft.com/office/drawing/2014/main" id="{6224C1C9-E34A-5245-37CB-A6C9F537EF77}"/>
                </a:ext>
              </a:extLst>
            </p:cNvPr>
            <p:cNvSpPr/>
            <p:nvPr/>
          </p:nvSpPr>
          <p:spPr>
            <a:xfrm>
              <a:off x="2752846" y="2073396"/>
              <a:ext cx="1109700" cy="1109700"/>
            </a:xfrm>
            <a:prstGeom prst="ellipse">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64F7A"/>
                </a:solidFill>
              </a:endParaRPr>
            </a:p>
          </p:txBody>
        </p:sp>
        <p:sp>
          <p:nvSpPr>
            <p:cNvPr id="50" name="Google Shape;1617;p57">
              <a:extLst>
                <a:ext uri="{FF2B5EF4-FFF2-40B4-BE49-F238E27FC236}">
                  <a16:creationId xmlns:a16="http://schemas.microsoft.com/office/drawing/2014/main" id="{63E81EA9-E9F6-287F-181B-35AAEBB2BF6A}"/>
                </a:ext>
              </a:extLst>
            </p:cNvPr>
            <p:cNvSpPr/>
            <p:nvPr/>
          </p:nvSpPr>
          <p:spPr>
            <a:xfrm rot="10800000">
              <a:off x="6946558" y="2632746"/>
              <a:ext cx="1444814" cy="722854"/>
            </a:xfrm>
            <a:custGeom>
              <a:avLst/>
              <a:gdLst/>
              <a:ahLst/>
              <a:cxnLst/>
              <a:rect l="l" t="t" r="r" b="b"/>
              <a:pathLst>
                <a:path w="44066" h="22050" fill="none" extrusionOk="0">
                  <a:moveTo>
                    <a:pt x="1" y="22050"/>
                  </a:moveTo>
                  <a:cubicBezTo>
                    <a:pt x="1" y="9874"/>
                    <a:pt x="9874" y="1"/>
                    <a:pt x="22050" y="1"/>
                  </a:cubicBezTo>
                  <a:cubicBezTo>
                    <a:pt x="34192" y="1"/>
                    <a:pt x="44065" y="9874"/>
                    <a:pt x="44065" y="22050"/>
                  </a:cubicBezTo>
                </a:path>
              </a:pathLst>
            </a:custGeom>
            <a:solidFill>
              <a:schemeClr val="lt1"/>
            </a:solidFill>
            <a:ln w="19050" cap="rnd"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618;p57">
              <a:extLst>
                <a:ext uri="{FF2B5EF4-FFF2-40B4-BE49-F238E27FC236}">
                  <a16:creationId xmlns:a16="http://schemas.microsoft.com/office/drawing/2014/main" id="{D4B78940-27F8-0494-24F2-42EF48D36546}"/>
                </a:ext>
              </a:extLst>
            </p:cNvPr>
            <p:cNvSpPr/>
            <p:nvPr/>
          </p:nvSpPr>
          <p:spPr>
            <a:xfrm rot="10800000">
              <a:off x="5501810" y="1910966"/>
              <a:ext cx="1444814" cy="721772"/>
            </a:xfrm>
            <a:custGeom>
              <a:avLst/>
              <a:gdLst/>
              <a:ahLst/>
              <a:cxnLst/>
              <a:rect l="l" t="t" r="r" b="b"/>
              <a:pathLst>
                <a:path w="44066" h="22017" fill="none" extrusionOk="0">
                  <a:moveTo>
                    <a:pt x="44065" y="1"/>
                  </a:moveTo>
                  <a:cubicBezTo>
                    <a:pt x="44065" y="12176"/>
                    <a:pt x="34191" y="22016"/>
                    <a:pt x="22049" y="22016"/>
                  </a:cubicBezTo>
                  <a:cubicBezTo>
                    <a:pt x="9874" y="22016"/>
                    <a:pt x="0" y="12176"/>
                    <a:pt x="0" y="1"/>
                  </a:cubicBezTo>
                </a:path>
              </a:pathLst>
            </a:custGeom>
            <a:solidFill>
              <a:schemeClr val="accent5"/>
            </a:solidFill>
            <a:ln w="19050" cap="rnd" cmpd="sng">
              <a:solidFill>
                <a:schemeClr val="accent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619;p57">
              <a:extLst>
                <a:ext uri="{FF2B5EF4-FFF2-40B4-BE49-F238E27FC236}">
                  <a16:creationId xmlns:a16="http://schemas.microsoft.com/office/drawing/2014/main" id="{B38D19CF-9D74-D06A-5DC4-3A577CEB0413}"/>
                </a:ext>
              </a:extLst>
            </p:cNvPr>
            <p:cNvSpPr/>
            <p:nvPr/>
          </p:nvSpPr>
          <p:spPr>
            <a:xfrm rot="10800000">
              <a:off x="4057095" y="2632746"/>
              <a:ext cx="1444781" cy="722854"/>
            </a:xfrm>
            <a:custGeom>
              <a:avLst/>
              <a:gdLst/>
              <a:ahLst/>
              <a:cxnLst/>
              <a:rect l="l" t="t" r="r" b="b"/>
              <a:pathLst>
                <a:path w="44065" h="22050" fill="none" extrusionOk="0">
                  <a:moveTo>
                    <a:pt x="0" y="22050"/>
                  </a:moveTo>
                  <a:cubicBezTo>
                    <a:pt x="0" y="9874"/>
                    <a:pt x="9874" y="1"/>
                    <a:pt x="22049" y="1"/>
                  </a:cubicBezTo>
                  <a:cubicBezTo>
                    <a:pt x="34191" y="1"/>
                    <a:pt x="44065" y="9874"/>
                    <a:pt x="44065" y="22050"/>
                  </a:cubicBezTo>
                </a:path>
              </a:pathLst>
            </a:custGeom>
            <a:solidFill>
              <a:schemeClr val="lt1"/>
            </a:solidFill>
            <a:ln w="19050" cap="rnd"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620;p57">
              <a:extLst>
                <a:ext uri="{FF2B5EF4-FFF2-40B4-BE49-F238E27FC236}">
                  <a16:creationId xmlns:a16="http://schemas.microsoft.com/office/drawing/2014/main" id="{E74F48B2-66EF-820A-C8AC-32F669293193}"/>
                </a:ext>
              </a:extLst>
            </p:cNvPr>
            <p:cNvSpPr/>
            <p:nvPr/>
          </p:nvSpPr>
          <p:spPr>
            <a:xfrm rot="10800000">
              <a:off x="2612347" y="1910966"/>
              <a:ext cx="1444814" cy="721772"/>
            </a:xfrm>
            <a:custGeom>
              <a:avLst/>
              <a:gdLst/>
              <a:ahLst/>
              <a:cxnLst/>
              <a:rect l="l" t="t" r="r" b="b"/>
              <a:pathLst>
                <a:path w="44066" h="22017" fill="none" extrusionOk="0">
                  <a:moveTo>
                    <a:pt x="44066" y="1"/>
                  </a:moveTo>
                  <a:cubicBezTo>
                    <a:pt x="44066" y="12176"/>
                    <a:pt x="34192" y="22016"/>
                    <a:pt x="22017" y="22016"/>
                  </a:cubicBezTo>
                  <a:cubicBezTo>
                    <a:pt x="9875" y="22016"/>
                    <a:pt x="1" y="12176"/>
                    <a:pt x="1" y="1"/>
                  </a:cubicBezTo>
                </a:path>
              </a:pathLst>
            </a:custGeom>
            <a:solidFill>
              <a:schemeClr val="accent5"/>
            </a:solidFill>
            <a:ln w="19050" cap="rnd" cmpd="sng">
              <a:solidFill>
                <a:schemeClr val="accent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621;p57">
              <a:extLst>
                <a:ext uri="{FF2B5EF4-FFF2-40B4-BE49-F238E27FC236}">
                  <a16:creationId xmlns:a16="http://schemas.microsoft.com/office/drawing/2014/main" id="{2245A66C-4FCB-2959-4244-A939000F57C6}"/>
                </a:ext>
              </a:extLst>
            </p:cNvPr>
            <p:cNvSpPr/>
            <p:nvPr/>
          </p:nvSpPr>
          <p:spPr>
            <a:xfrm rot="10800000">
              <a:off x="5441710" y="2568074"/>
              <a:ext cx="120330" cy="120345"/>
            </a:xfrm>
            <a:custGeom>
              <a:avLst/>
              <a:gdLst/>
              <a:ahLst/>
              <a:cxnLst/>
              <a:rect l="l" t="t" r="r" b="b"/>
              <a:pathLst>
                <a:path w="3670" h="3671" extrusionOk="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622;p57">
              <a:extLst>
                <a:ext uri="{FF2B5EF4-FFF2-40B4-BE49-F238E27FC236}">
                  <a16:creationId xmlns:a16="http://schemas.microsoft.com/office/drawing/2014/main" id="{639DFF09-4070-EFDE-C7E0-1C29CDD1E91D}"/>
                </a:ext>
              </a:extLst>
            </p:cNvPr>
            <p:cNvSpPr/>
            <p:nvPr/>
          </p:nvSpPr>
          <p:spPr>
            <a:xfrm rot="10800000">
              <a:off x="3996962" y="2568074"/>
              <a:ext cx="120330" cy="12034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623;p57">
              <a:extLst>
                <a:ext uri="{FF2B5EF4-FFF2-40B4-BE49-F238E27FC236}">
                  <a16:creationId xmlns:a16="http://schemas.microsoft.com/office/drawing/2014/main" id="{E2BCE1C3-FA7D-3D21-55F0-D0A54223EAC3}"/>
                </a:ext>
              </a:extLst>
            </p:cNvPr>
            <p:cNvSpPr/>
            <p:nvPr/>
          </p:nvSpPr>
          <p:spPr>
            <a:xfrm rot="10800000">
              <a:off x="2552214" y="2568074"/>
              <a:ext cx="120330" cy="12034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624;p57">
              <a:extLst>
                <a:ext uri="{FF2B5EF4-FFF2-40B4-BE49-F238E27FC236}">
                  <a16:creationId xmlns:a16="http://schemas.microsoft.com/office/drawing/2014/main" id="{D14ED5A0-F085-31B9-7DFC-5979C7F7C180}"/>
                </a:ext>
              </a:extLst>
            </p:cNvPr>
            <p:cNvSpPr/>
            <p:nvPr/>
          </p:nvSpPr>
          <p:spPr>
            <a:xfrm rot="10800000">
              <a:off x="6886425" y="2568074"/>
              <a:ext cx="120363" cy="120345"/>
            </a:xfrm>
            <a:custGeom>
              <a:avLst/>
              <a:gdLst/>
              <a:ahLst/>
              <a:cxnLst/>
              <a:rect l="l" t="t" r="r" b="b"/>
              <a:pathLst>
                <a:path w="3671" h="3671" extrusionOk="0">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625;p57">
              <a:extLst>
                <a:ext uri="{FF2B5EF4-FFF2-40B4-BE49-F238E27FC236}">
                  <a16:creationId xmlns:a16="http://schemas.microsoft.com/office/drawing/2014/main" id="{6DFF3D47-0103-CF36-40BA-732706D88143}"/>
                </a:ext>
              </a:extLst>
            </p:cNvPr>
            <p:cNvSpPr/>
            <p:nvPr/>
          </p:nvSpPr>
          <p:spPr>
            <a:xfrm rot="10800000">
              <a:off x="8336692" y="2568074"/>
              <a:ext cx="120330" cy="120345"/>
            </a:xfrm>
            <a:custGeom>
              <a:avLst/>
              <a:gdLst/>
              <a:ahLst/>
              <a:cxnLst/>
              <a:rect l="l" t="t" r="r" b="b"/>
              <a:pathLst>
                <a:path w="3670" h="3671" extrusionOk="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1631;p57">
            <a:extLst>
              <a:ext uri="{FF2B5EF4-FFF2-40B4-BE49-F238E27FC236}">
                <a16:creationId xmlns:a16="http://schemas.microsoft.com/office/drawing/2014/main" id="{A6AD78EA-5986-58EB-9DA1-ADE8D4D5F598}"/>
              </a:ext>
            </a:extLst>
          </p:cNvPr>
          <p:cNvSpPr txBox="1">
            <a:spLocks/>
          </p:cNvSpPr>
          <p:nvPr/>
        </p:nvSpPr>
        <p:spPr>
          <a:xfrm>
            <a:off x="4700139" y="571994"/>
            <a:ext cx="1281309" cy="5860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Raleway"/>
              <a:buChar char="●"/>
              <a:defRPr sz="1800" b="0" i="0" u="none" strike="noStrike" cap="none">
                <a:solidFill>
                  <a:schemeClr val="dk2"/>
                </a:solidFill>
                <a:latin typeface="Raleway"/>
                <a:ea typeface="Raleway"/>
                <a:cs typeface="Raleway"/>
                <a:sym typeface="Raleway"/>
              </a:defRPr>
            </a:lvl1pPr>
            <a:lvl2pPr marL="914400" marR="0" lvl="1"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2pPr>
            <a:lvl3pPr marL="1371600" marR="0" lvl="2"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3pPr>
            <a:lvl4pPr marL="1828800" marR="0" lvl="3"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4pPr>
            <a:lvl5pPr marL="2286000" marR="0" lvl="4"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5pPr>
            <a:lvl6pPr marL="2743200" marR="0" lvl="5"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6pPr>
            <a:lvl7pPr marL="3200400" marR="0" lvl="6"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7pPr>
            <a:lvl8pPr marL="3657600" marR="0" lvl="7"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8pPr>
            <a:lvl9pPr marL="4114800" marR="0" lvl="8"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9pPr>
          </a:lstStyle>
          <a:p>
            <a:pPr marL="0" indent="0" algn="ctr">
              <a:buFont typeface="Raleway"/>
              <a:buNone/>
            </a:pPr>
            <a:r>
              <a:rPr lang="fa-IR" sz="1500" b="1">
                <a:solidFill>
                  <a:schemeClr val="accent3"/>
                </a:solidFill>
                <a:cs typeface="Mitra" panose="00000400000000000000" pitchFamily="2" charset="-78"/>
              </a:rPr>
              <a:t>پاک‌سازی و آماده‌سازی داده</a:t>
            </a:r>
            <a:endParaRPr lang="fa-IR" sz="1500" b="1">
              <a:solidFill>
                <a:schemeClr val="accent3"/>
              </a:solidFill>
              <a:cs typeface="Mitra" panose="00000400000000000000" pitchFamily="2" charset="-78"/>
              <a:sym typeface="Fredoka One"/>
            </a:endParaRPr>
          </a:p>
        </p:txBody>
      </p:sp>
      <p:sp>
        <p:nvSpPr>
          <p:cNvPr id="60" name="Google Shape;1632;p57">
            <a:extLst>
              <a:ext uri="{FF2B5EF4-FFF2-40B4-BE49-F238E27FC236}">
                <a16:creationId xmlns:a16="http://schemas.microsoft.com/office/drawing/2014/main" id="{75FA2B1C-F125-C8C4-3F58-EDB595331411}"/>
              </a:ext>
            </a:extLst>
          </p:cNvPr>
          <p:cNvSpPr txBox="1">
            <a:spLocks/>
          </p:cNvSpPr>
          <p:nvPr/>
        </p:nvSpPr>
        <p:spPr>
          <a:xfrm>
            <a:off x="3378718" y="653954"/>
            <a:ext cx="943406" cy="422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Raleway"/>
              <a:buChar char="●"/>
              <a:defRPr sz="1800" b="0" i="0" u="none" strike="noStrike" cap="none">
                <a:solidFill>
                  <a:schemeClr val="dk2"/>
                </a:solidFill>
                <a:latin typeface="Raleway"/>
                <a:ea typeface="Raleway"/>
                <a:cs typeface="Raleway"/>
                <a:sym typeface="Raleway"/>
              </a:defRPr>
            </a:lvl1pPr>
            <a:lvl2pPr marL="914400" marR="0" lvl="1"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2pPr>
            <a:lvl3pPr marL="1371600" marR="0" lvl="2"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3pPr>
            <a:lvl4pPr marL="1828800" marR="0" lvl="3"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4pPr>
            <a:lvl5pPr marL="2286000" marR="0" lvl="4"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5pPr>
            <a:lvl6pPr marL="2743200" marR="0" lvl="5"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6pPr>
            <a:lvl7pPr marL="3200400" marR="0" lvl="6"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7pPr>
            <a:lvl8pPr marL="3657600" marR="0" lvl="7"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8pPr>
            <a:lvl9pPr marL="4114800" marR="0" lvl="8"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9pPr>
          </a:lstStyle>
          <a:p>
            <a:pPr marL="0" indent="0" algn="ctr">
              <a:buFont typeface="Raleway"/>
              <a:buNone/>
            </a:pPr>
            <a:r>
              <a:rPr lang="fa-IR" sz="1600" b="1">
                <a:solidFill>
                  <a:schemeClr val="accent3"/>
                </a:solidFill>
                <a:cs typeface="Mitra" panose="00000400000000000000" pitchFamily="2" charset="-78"/>
              </a:rPr>
              <a:t>تحلیل داده</a:t>
            </a:r>
            <a:endParaRPr lang="fa-IR" sz="1600" b="1">
              <a:solidFill>
                <a:schemeClr val="accent3"/>
              </a:solidFill>
              <a:cs typeface="Mitra" panose="00000400000000000000" pitchFamily="2" charset="-78"/>
              <a:sym typeface="Fredoka One"/>
            </a:endParaRPr>
          </a:p>
        </p:txBody>
      </p:sp>
      <p:sp>
        <p:nvSpPr>
          <p:cNvPr id="61" name="Google Shape;1633;p57">
            <a:extLst>
              <a:ext uri="{FF2B5EF4-FFF2-40B4-BE49-F238E27FC236}">
                <a16:creationId xmlns:a16="http://schemas.microsoft.com/office/drawing/2014/main" id="{E3984A23-D347-BE0F-4127-D46791455C40}"/>
              </a:ext>
            </a:extLst>
          </p:cNvPr>
          <p:cNvSpPr txBox="1">
            <a:spLocks/>
          </p:cNvSpPr>
          <p:nvPr/>
        </p:nvSpPr>
        <p:spPr>
          <a:xfrm>
            <a:off x="6179707" y="640716"/>
            <a:ext cx="1206128" cy="422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Raleway"/>
              <a:buChar char="●"/>
              <a:defRPr sz="1800" b="0" i="0" u="none" strike="noStrike" cap="none">
                <a:solidFill>
                  <a:schemeClr val="dk2"/>
                </a:solidFill>
                <a:latin typeface="Raleway"/>
                <a:ea typeface="Raleway"/>
                <a:cs typeface="Raleway"/>
                <a:sym typeface="Raleway"/>
              </a:defRPr>
            </a:lvl1pPr>
            <a:lvl2pPr marL="914400" marR="0" lvl="1"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2pPr>
            <a:lvl3pPr marL="1371600" marR="0" lvl="2"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3pPr>
            <a:lvl4pPr marL="1828800" marR="0" lvl="3"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4pPr>
            <a:lvl5pPr marL="2286000" marR="0" lvl="4"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5pPr>
            <a:lvl6pPr marL="2743200" marR="0" lvl="5"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6pPr>
            <a:lvl7pPr marL="3200400" marR="0" lvl="6"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7pPr>
            <a:lvl8pPr marL="3657600" marR="0" lvl="7"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8pPr>
            <a:lvl9pPr marL="4114800" marR="0" lvl="8"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9pPr>
          </a:lstStyle>
          <a:p>
            <a:pPr marL="0" indent="0" algn="ctr">
              <a:buFont typeface="Raleway"/>
              <a:buNone/>
            </a:pPr>
            <a:r>
              <a:rPr lang="fa-IR" sz="1600" b="1">
                <a:solidFill>
                  <a:schemeClr val="accent3"/>
                </a:solidFill>
                <a:cs typeface="Mitra" panose="00000400000000000000" pitchFamily="2" charset="-78"/>
              </a:rPr>
              <a:t>جمع‌آوری داده</a:t>
            </a:r>
            <a:endParaRPr lang="fa-IR" sz="1600" b="1">
              <a:solidFill>
                <a:schemeClr val="accent3"/>
              </a:solidFill>
              <a:latin typeface="Fredoka One"/>
              <a:ea typeface="Fredoka One"/>
              <a:cs typeface="Mitra" panose="00000400000000000000" pitchFamily="2" charset="-78"/>
              <a:sym typeface="Fredoka One"/>
            </a:endParaRPr>
          </a:p>
        </p:txBody>
      </p:sp>
      <p:sp>
        <p:nvSpPr>
          <p:cNvPr id="62" name="Google Shape;1634;p57">
            <a:extLst>
              <a:ext uri="{FF2B5EF4-FFF2-40B4-BE49-F238E27FC236}">
                <a16:creationId xmlns:a16="http://schemas.microsoft.com/office/drawing/2014/main" id="{FD5CB11B-C173-9CCE-ED1C-FDE9EF0BCFF5}"/>
              </a:ext>
            </a:extLst>
          </p:cNvPr>
          <p:cNvSpPr txBox="1">
            <a:spLocks/>
          </p:cNvSpPr>
          <p:nvPr/>
        </p:nvSpPr>
        <p:spPr>
          <a:xfrm>
            <a:off x="1884920" y="656783"/>
            <a:ext cx="1047452" cy="47974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Raleway"/>
              <a:buChar char="●"/>
              <a:defRPr sz="1800" b="0" i="0" u="none" strike="noStrike" cap="none">
                <a:solidFill>
                  <a:schemeClr val="dk2"/>
                </a:solidFill>
                <a:latin typeface="Raleway"/>
                <a:ea typeface="Raleway"/>
                <a:cs typeface="Raleway"/>
                <a:sym typeface="Raleway"/>
              </a:defRPr>
            </a:lvl1pPr>
            <a:lvl2pPr marL="914400" marR="0" lvl="1"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2pPr>
            <a:lvl3pPr marL="1371600" marR="0" lvl="2"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3pPr>
            <a:lvl4pPr marL="1828800" marR="0" lvl="3"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4pPr>
            <a:lvl5pPr marL="2286000" marR="0" lvl="4"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5pPr>
            <a:lvl6pPr marL="2743200" marR="0" lvl="5"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6pPr>
            <a:lvl7pPr marL="3200400" marR="0" lvl="6"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7pPr>
            <a:lvl8pPr marL="3657600" marR="0" lvl="7"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8pPr>
            <a:lvl9pPr marL="4114800" marR="0" lvl="8"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9pPr>
          </a:lstStyle>
          <a:p>
            <a:pPr marL="0" indent="0" algn="ctr">
              <a:buFont typeface="Raleway"/>
              <a:buNone/>
            </a:pPr>
            <a:r>
              <a:rPr lang="fa-IR" sz="1600" b="1">
                <a:solidFill>
                  <a:schemeClr val="accent3"/>
                </a:solidFill>
                <a:cs typeface="Mitra" panose="00000400000000000000" pitchFamily="2" charset="-78"/>
              </a:rPr>
              <a:t>مدل‌سازی</a:t>
            </a:r>
            <a:endParaRPr lang="fa-IR" sz="1600" b="1">
              <a:solidFill>
                <a:schemeClr val="accent3"/>
              </a:solidFill>
              <a:cs typeface="Mitra" panose="00000400000000000000" pitchFamily="2" charset="-78"/>
              <a:sym typeface="Fredoka One"/>
            </a:endParaRPr>
          </a:p>
        </p:txBody>
      </p:sp>
      <p:sp>
        <p:nvSpPr>
          <p:cNvPr id="63" name="Google Shape;1615;p57">
            <a:extLst>
              <a:ext uri="{FF2B5EF4-FFF2-40B4-BE49-F238E27FC236}">
                <a16:creationId xmlns:a16="http://schemas.microsoft.com/office/drawing/2014/main" id="{B51B6127-7424-8865-7989-5C143406518D}"/>
              </a:ext>
            </a:extLst>
          </p:cNvPr>
          <p:cNvSpPr/>
          <p:nvPr/>
        </p:nvSpPr>
        <p:spPr>
          <a:xfrm>
            <a:off x="469061" y="268304"/>
            <a:ext cx="1109700" cy="11097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619;p57">
            <a:extLst>
              <a:ext uri="{FF2B5EF4-FFF2-40B4-BE49-F238E27FC236}">
                <a16:creationId xmlns:a16="http://schemas.microsoft.com/office/drawing/2014/main" id="{D67612E8-9B9B-2726-50E7-C7D7DDB4AE5B}"/>
              </a:ext>
            </a:extLst>
          </p:cNvPr>
          <p:cNvSpPr/>
          <p:nvPr/>
        </p:nvSpPr>
        <p:spPr>
          <a:xfrm rot="10800000">
            <a:off x="270007" y="845952"/>
            <a:ext cx="1444781" cy="722854"/>
          </a:xfrm>
          <a:custGeom>
            <a:avLst/>
            <a:gdLst/>
            <a:ahLst/>
            <a:cxnLst/>
            <a:rect l="l" t="t" r="r" b="b"/>
            <a:pathLst>
              <a:path w="44065" h="22050" fill="none" extrusionOk="0">
                <a:moveTo>
                  <a:pt x="0" y="22050"/>
                </a:moveTo>
                <a:cubicBezTo>
                  <a:pt x="0" y="9874"/>
                  <a:pt x="9874" y="1"/>
                  <a:pt x="22049" y="1"/>
                </a:cubicBezTo>
                <a:cubicBezTo>
                  <a:pt x="34191" y="1"/>
                  <a:pt x="44065" y="9874"/>
                  <a:pt x="44065" y="22050"/>
                </a:cubicBezTo>
              </a:path>
            </a:pathLst>
          </a:custGeom>
          <a:solidFill>
            <a:schemeClr val="lt1"/>
          </a:solidFill>
          <a:ln w="19050" cap="rnd"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Isosceles Triangle 64">
            <a:extLst>
              <a:ext uri="{FF2B5EF4-FFF2-40B4-BE49-F238E27FC236}">
                <a16:creationId xmlns:a16="http://schemas.microsoft.com/office/drawing/2014/main" id="{EF42EB31-1871-1CE5-F10B-B15569CA4CCE}"/>
              </a:ext>
            </a:extLst>
          </p:cNvPr>
          <p:cNvSpPr/>
          <p:nvPr/>
        </p:nvSpPr>
        <p:spPr>
          <a:xfrm>
            <a:off x="193745" y="750704"/>
            <a:ext cx="152522" cy="11430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Google Shape;1769;p57">
            <a:extLst>
              <a:ext uri="{FF2B5EF4-FFF2-40B4-BE49-F238E27FC236}">
                <a16:creationId xmlns:a16="http://schemas.microsoft.com/office/drawing/2014/main" id="{1ADBDF3E-E0EF-4B4F-C88F-64F7AE9492AF}"/>
              </a:ext>
            </a:extLst>
          </p:cNvPr>
          <p:cNvSpPr/>
          <p:nvPr/>
        </p:nvSpPr>
        <p:spPr>
          <a:xfrm>
            <a:off x="6631862" y="322399"/>
            <a:ext cx="302751" cy="304141"/>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a-IR" b="1">
                <a:solidFill>
                  <a:schemeClr val="bg1"/>
                </a:solidFill>
              </a:rPr>
              <a:t>1</a:t>
            </a:r>
            <a:endParaRPr b="1">
              <a:solidFill>
                <a:schemeClr val="bg1"/>
              </a:solidFill>
            </a:endParaRPr>
          </a:p>
        </p:txBody>
      </p:sp>
      <p:sp>
        <p:nvSpPr>
          <p:cNvPr id="67" name="Google Shape;1769;p57">
            <a:extLst>
              <a:ext uri="{FF2B5EF4-FFF2-40B4-BE49-F238E27FC236}">
                <a16:creationId xmlns:a16="http://schemas.microsoft.com/office/drawing/2014/main" id="{303621D6-961D-6CCB-B442-6E393B83DB5C}"/>
              </a:ext>
            </a:extLst>
          </p:cNvPr>
          <p:cNvSpPr/>
          <p:nvPr/>
        </p:nvSpPr>
        <p:spPr>
          <a:xfrm>
            <a:off x="5168821" y="336575"/>
            <a:ext cx="302751" cy="304141"/>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a-IR" b="1">
                <a:solidFill>
                  <a:schemeClr val="bg1"/>
                </a:solidFill>
              </a:rPr>
              <a:t>2</a:t>
            </a:r>
            <a:endParaRPr b="1">
              <a:solidFill>
                <a:schemeClr val="bg1"/>
              </a:solidFill>
            </a:endParaRPr>
          </a:p>
        </p:txBody>
      </p:sp>
      <p:sp>
        <p:nvSpPr>
          <p:cNvPr id="68" name="Google Shape;1769;p57">
            <a:extLst>
              <a:ext uri="{FF2B5EF4-FFF2-40B4-BE49-F238E27FC236}">
                <a16:creationId xmlns:a16="http://schemas.microsoft.com/office/drawing/2014/main" id="{8BCF2977-DEDA-6331-2F67-67CD40B3EFD0}"/>
              </a:ext>
            </a:extLst>
          </p:cNvPr>
          <p:cNvSpPr/>
          <p:nvPr/>
        </p:nvSpPr>
        <p:spPr>
          <a:xfrm>
            <a:off x="3700973" y="327893"/>
            <a:ext cx="302751" cy="304141"/>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a-IR" b="1">
                <a:solidFill>
                  <a:schemeClr val="bg1"/>
                </a:solidFill>
              </a:rPr>
              <a:t>3</a:t>
            </a:r>
            <a:endParaRPr b="1">
              <a:solidFill>
                <a:schemeClr val="bg1"/>
              </a:solidFill>
            </a:endParaRPr>
          </a:p>
        </p:txBody>
      </p:sp>
      <p:sp>
        <p:nvSpPr>
          <p:cNvPr id="69" name="Google Shape;1769;p57">
            <a:extLst>
              <a:ext uri="{FF2B5EF4-FFF2-40B4-BE49-F238E27FC236}">
                <a16:creationId xmlns:a16="http://schemas.microsoft.com/office/drawing/2014/main" id="{2BF5DA3E-FDBD-2C65-48E1-E6ECC7E38B23}"/>
              </a:ext>
            </a:extLst>
          </p:cNvPr>
          <p:cNvSpPr/>
          <p:nvPr/>
        </p:nvSpPr>
        <p:spPr>
          <a:xfrm>
            <a:off x="2245885" y="328623"/>
            <a:ext cx="302751" cy="304141"/>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a-IR" b="1">
                <a:solidFill>
                  <a:schemeClr val="bg1"/>
                </a:solidFill>
              </a:rPr>
              <a:t>4</a:t>
            </a:r>
            <a:endParaRPr b="1">
              <a:solidFill>
                <a:schemeClr val="bg1"/>
              </a:solidFill>
            </a:endParaRPr>
          </a:p>
        </p:txBody>
      </p:sp>
      <p:sp>
        <p:nvSpPr>
          <p:cNvPr id="70" name="Google Shape;1769;p57">
            <a:extLst>
              <a:ext uri="{FF2B5EF4-FFF2-40B4-BE49-F238E27FC236}">
                <a16:creationId xmlns:a16="http://schemas.microsoft.com/office/drawing/2014/main" id="{2CB487AA-6B73-8C74-187E-CD114B7F4860}"/>
              </a:ext>
            </a:extLst>
          </p:cNvPr>
          <p:cNvSpPr/>
          <p:nvPr/>
        </p:nvSpPr>
        <p:spPr>
          <a:xfrm>
            <a:off x="839509" y="338301"/>
            <a:ext cx="302751" cy="304141"/>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a-IR" b="1">
                <a:solidFill>
                  <a:schemeClr val="bg1"/>
                </a:solidFill>
              </a:rPr>
              <a:t>5</a:t>
            </a:r>
            <a:endParaRPr b="1">
              <a:solidFill>
                <a:schemeClr val="bg1"/>
              </a:solidFill>
            </a:endParaRPr>
          </a:p>
        </p:txBody>
      </p:sp>
      <p:sp>
        <p:nvSpPr>
          <p:cNvPr id="71" name="Google Shape;1631;p57">
            <a:extLst>
              <a:ext uri="{FF2B5EF4-FFF2-40B4-BE49-F238E27FC236}">
                <a16:creationId xmlns:a16="http://schemas.microsoft.com/office/drawing/2014/main" id="{772489AC-252E-59BE-0C55-14AB2821F293}"/>
              </a:ext>
            </a:extLst>
          </p:cNvPr>
          <p:cNvSpPr txBox="1">
            <a:spLocks/>
          </p:cNvSpPr>
          <p:nvPr/>
        </p:nvSpPr>
        <p:spPr>
          <a:xfrm>
            <a:off x="356366" y="606223"/>
            <a:ext cx="1281309" cy="5860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Raleway"/>
              <a:buChar char="●"/>
              <a:defRPr sz="1800" b="0" i="0" u="none" strike="noStrike" cap="none">
                <a:solidFill>
                  <a:schemeClr val="dk2"/>
                </a:solidFill>
                <a:latin typeface="Raleway"/>
                <a:ea typeface="Raleway"/>
                <a:cs typeface="Raleway"/>
                <a:sym typeface="Raleway"/>
              </a:defRPr>
            </a:lvl1pPr>
            <a:lvl2pPr marL="914400" marR="0" lvl="1"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2pPr>
            <a:lvl3pPr marL="1371600" marR="0" lvl="2"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3pPr>
            <a:lvl4pPr marL="1828800" marR="0" lvl="3"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4pPr>
            <a:lvl5pPr marL="2286000" marR="0" lvl="4"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5pPr>
            <a:lvl6pPr marL="2743200" marR="0" lvl="5"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6pPr>
            <a:lvl7pPr marL="3200400" marR="0" lvl="6"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7pPr>
            <a:lvl8pPr marL="3657600" marR="0" lvl="7"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8pPr>
            <a:lvl9pPr marL="4114800" marR="0" lvl="8" indent="-317500" algn="l" rtl="0">
              <a:lnSpc>
                <a:spcPct val="100000"/>
              </a:lnSpc>
              <a:spcBef>
                <a:spcPts val="0"/>
              </a:spcBef>
              <a:spcAft>
                <a:spcPts val="0"/>
              </a:spcAft>
              <a:buClr>
                <a:schemeClr val="dk2"/>
              </a:buClr>
              <a:buSzPts val="1400"/>
              <a:buFont typeface="Raleway"/>
              <a:buChar char="■"/>
              <a:defRPr sz="1400" b="0" i="0" u="none" strike="noStrike" cap="none">
                <a:solidFill>
                  <a:schemeClr val="dk2"/>
                </a:solidFill>
                <a:latin typeface="Raleway"/>
                <a:ea typeface="Raleway"/>
                <a:cs typeface="Raleway"/>
                <a:sym typeface="Raleway"/>
              </a:defRPr>
            </a:lvl9pPr>
          </a:lstStyle>
          <a:p>
            <a:pPr marL="0" indent="0" algn="ctr">
              <a:buFont typeface="Raleway"/>
              <a:buNone/>
            </a:pPr>
            <a:r>
              <a:rPr lang="fa-IR" sz="1500" b="1">
                <a:solidFill>
                  <a:schemeClr val="accent3"/>
                </a:solidFill>
                <a:cs typeface="Mitra" panose="00000400000000000000" pitchFamily="2" charset="-78"/>
              </a:rPr>
              <a:t>تفسیر و         ارائه نتایج</a:t>
            </a:r>
            <a:endParaRPr lang="fa-IR" sz="1500" b="1">
              <a:solidFill>
                <a:schemeClr val="accent3"/>
              </a:solidFill>
              <a:cs typeface="Mitra" panose="00000400000000000000" pitchFamily="2" charset="-78"/>
              <a:sym typeface="Fredoka One"/>
            </a:endParaRPr>
          </a:p>
        </p:txBody>
      </p:sp>
      <p:sp>
        <p:nvSpPr>
          <p:cNvPr id="72" name="TextBox 71">
            <a:extLst>
              <a:ext uri="{FF2B5EF4-FFF2-40B4-BE49-F238E27FC236}">
                <a16:creationId xmlns:a16="http://schemas.microsoft.com/office/drawing/2014/main" id="{B752B5BB-8A98-C293-0A28-B01387CC26CD}"/>
              </a:ext>
            </a:extLst>
          </p:cNvPr>
          <p:cNvSpPr txBox="1"/>
          <p:nvPr/>
        </p:nvSpPr>
        <p:spPr>
          <a:xfrm>
            <a:off x="7564291" y="528638"/>
            <a:ext cx="1391419" cy="523220"/>
          </a:xfrm>
          <a:prstGeom prst="rect">
            <a:avLst/>
          </a:prstGeom>
          <a:noFill/>
        </p:spPr>
        <p:txBody>
          <a:bodyPr wrap="square" rtlCol="0">
            <a:spAutoFit/>
          </a:bodyPr>
          <a:lstStyle/>
          <a:p>
            <a:pPr algn="r"/>
            <a:r>
              <a:rPr lang="fa-IR" b="1">
                <a:solidFill>
                  <a:schemeClr val="bg1"/>
                </a:solidFill>
              </a:rPr>
              <a:t>*یادآوری</a:t>
            </a:r>
          </a:p>
          <a:p>
            <a:pPr algn="r"/>
            <a:r>
              <a:rPr lang="fa-IR" b="1">
                <a:solidFill>
                  <a:schemeClr val="bg1"/>
                </a:solidFill>
              </a:rPr>
              <a:t> مراحل کار علم‌ داده</a:t>
            </a:r>
            <a:endParaRPr lang="en-US" b="1">
              <a:solidFill>
                <a:schemeClr val="bg1"/>
              </a:solidFill>
            </a:endParaRPr>
          </a:p>
        </p:txBody>
      </p:sp>
      <p:sp>
        <p:nvSpPr>
          <p:cNvPr id="73" name="Title 6">
            <a:extLst>
              <a:ext uri="{FF2B5EF4-FFF2-40B4-BE49-F238E27FC236}">
                <a16:creationId xmlns:a16="http://schemas.microsoft.com/office/drawing/2014/main" id="{5912605D-8418-4CD9-1645-6DBE985276CE}"/>
              </a:ext>
            </a:extLst>
          </p:cNvPr>
          <p:cNvSpPr txBox="1">
            <a:spLocks/>
          </p:cNvSpPr>
          <p:nvPr/>
        </p:nvSpPr>
        <p:spPr>
          <a:xfrm>
            <a:off x="5283921" y="1800394"/>
            <a:ext cx="2909631" cy="33554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r"/>
            <a:r>
              <a:rPr lang="fa-IR" sz="1700" b="1">
                <a:solidFill>
                  <a:schemeClr val="accent3"/>
                </a:solidFill>
                <a:latin typeface="Vazir" panose="020B0603030804020204" pitchFamily="34" charset="-78"/>
                <a:cs typeface="Vazir" panose="020B0603030804020204" pitchFamily="34" charset="-78"/>
              </a:rPr>
              <a:t>بررسی جزئی‌تر مرحله پاکسازی و آماده سازی داده:</a:t>
            </a:r>
          </a:p>
        </p:txBody>
      </p:sp>
      <p:sp>
        <p:nvSpPr>
          <p:cNvPr id="74" name="Rectangle: Rounded Corners 73">
            <a:extLst>
              <a:ext uri="{FF2B5EF4-FFF2-40B4-BE49-F238E27FC236}">
                <a16:creationId xmlns:a16="http://schemas.microsoft.com/office/drawing/2014/main" id="{BEDD73CD-1A43-5A74-4D67-D3E68A7799A2}"/>
              </a:ext>
            </a:extLst>
          </p:cNvPr>
          <p:cNvSpPr/>
          <p:nvPr/>
        </p:nvSpPr>
        <p:spPr>
          <a:xfrm>
            <a:off x="4507150" y="2568857"/>
            <a:ext cx="3743325" cy="1137714"/>
          </a:xfrm>
          <a:prstGeom prst="roundRect">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75" name="Rectangle: Rounded Corners 74">
            <a:extLst>
              <a:ext uri="{FF2B5EF4-FFF2-40B4-BE49-F238E27FC236}">
                <a16:creationId xmlns:a16="http://schemas.microsoft.com/office/drawing/2014/main" id="{08FB03E6-4774-939A-CBC0-CC07A4647E6F}"/>
              </a:ext>
            </a:extLst>
          </p:cNvPr>
          <p:cNvSpPr/>
          <p:nvPr/>
        </p:nvSpPr>
        <p:spPr>
          <a:xfrm>
            <a:off x="4516675" y="3855509"/>
            <a:ext cx="3743325" cy="1137714"/>
          </a:xfrm>
          <a:prstGeom prst="roundRect">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76" name="Rectangle: Rounded Corners 75">
            <a:extLst>
              <a:ext uri="{FF2B5EF4-FFF2-40B4-BE49-F238E27FC236}">
                <a16:creationId xmlns:a16="http://schemas.microsoft.com/office/drawing/2014/main" id="{D4C98FFF-C444-8ECE-8643-BD2D60E6F032}"/>
              </a:ext>
            </a:extLst>
          </p:cNvPr>
          <p:cNvSpPr/>
          <p:nvPr/>
        </p:nvSpPr>
        <p:spPr>
          <a:xfrm>
            <a:off x="525699" y="2574445"/>
            <a:ext cx="3743325" cy="1137714"/>
          </a:xfrm>
          <a:prstGeom prst="roundRect">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77" name="Rectangle: Rounded Corners 76">
            <a:extLst>
              <a:ext uri="{FF2B5EF4-FFF2-40B4-BE49-F238E27FC236}">
                <a16:creationId xmlns:a16="http://schemas.microsoft.com/office/drawing/2014/main" id="{777DC6A6-3E60-7EC5-90E6-ADAA73F59B98}"/>
              </a:ext>
            </a:extLst>
          </p:cNvPr>
          <p:cNvSpPr/>
          <p:nvPr/>
        </p:nvSpPr>
        <p:spPr>
          <a:xfrm>
            <a:off x="544749" y="3865034"/>
            <a:ext cx="3743325" cy="1137714"/>
          </a:xfrm>
          <a:prstGeom prst="roundRect">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78" name="TextBox 77">
            <a:extLst>
              <a:ext uri="{FF2B5EF4-FFF2-40B4-BE49-F238E27FC236}">
                <a16:creationId xmlns:a16="http://schemas.microsoft.com/office/drawing/2014/main" id="{8F7B935F-C6B7-5A92-B053-D61CE275A553}"/>
              </a:ext>
            </a:extLst>
          </p:cNvPr>
          <p:cNvSpPr txBox="1"/>
          <p:nvPr/>
        </p:nvSpPr>
        <p:spPr>
          <a:xfrm>
            <a:off x="4379275" y="2612486"/>
            <a:ext cx="3871428" cy="907941"/>
          </a:xfrm>
          <a:prstGeom prst="rect">
            <a:avLst/>
          </a:prstGeom>
          <a:noFill/>
        </p:spPr>
        <p:txBody>
          <a:bodyPr wrap="square" rtlCol="0">
            <a:spAutoFit/>
          </a:bodyPr>
          <a:lstStyle/>
          <a:p>
            <a:pPr algn="r" rtl="1"/>
            <a:r>
              <a:rPr lang="en-US" b="1">
                <a:solidFill>
                  <a:schemeClr val="accent3"/>
                </a:solidFill>
                <a:latin typeface="Vazir" panose="020B0603030804020204" pitchFamily="34" charset="-78"/>
                <a:cs typeface="Vazir" panose="020B0603030804020204" pitchFamily="34" charset="-78"/>
              </a:rPr>
              <a:t>1</a:t>
            </a:r>
            <a:r>
              <a:rPr lang="fa-IR" b="1">
                <a:solidFill>
                  <a:schemeClr val="accent3"/>
                </a:solidFill>
                <a:latin typeface="Vazir" panose="020B0603030804020204" pitchFamily="34" charset="-78"/>
                <a:cs typeface="Vazir" panose="020B0603030804020204" pitchFamily="34" charset="-78"/>
              </a:rPr>
              <a:t>.پاکسازی داده </a:t>
            </a:r>
            <a:r>
              <a:rPr lang="fa-IR" sz="1300" b="1">
                <a:solidFill>
                  <a:schemeClr val="accent3"/>
                </a:solidFill>
                <a:latin typeface="Vazir" panose="020B0603030804020204" pitchFamily="34" charset="-78"/>
                <a:cs typeface="Vazir" panose="020B0603030804020204" pitchFamily="34" charset="-78"/>
              </a:rPr>
              <a:t>(</a:t>
            </a:r>
            <a:r>
              <a:rPr lang="en-US" sz="1300" b="1">
                <a:solidFill>
                  <a:schemeClr val="accent3"/>
                </a:solidFill>
                <a:latin typeface="Vazir" panose="020B0603030804020204" pitchFamily="34" charset="-78"/>
                <a:cs typeface="Vazir" panose="020B0603030804020204" pitchFamily="34" charset="-78"/>
              </a:rPr>
              <a:t>data cleaning</a:t>
            </a:r>
            <a:r>
              <a:rPr lang="fa-IR" sz="1300" b="1">
                <a:solidFill>
                  <a:schemeClr val="accent3"/>
                </a:solidFill>
                <a:latin typeface="Vazir" panose="020B0603030804020204" pitchFamily="34" charset="-78"/>
                <a:cs typeface="Vazir" panose="020B0603030804020204" pitchFamily="34" charset="-78"/>
              </a:rPr>
              <a:t>)</a:t>
            </a:r>
            <a:endParaRPr lang="en-US" sz="1300" b="1">
              <a:solidFill>
                <a:schemeClr val="accent3"/>
              </a:solidFill>
              <a:latin typeface="Vazir" panose="020B0603030804020204" pitchFamily="34" charset="-78"/>
              <a:cs typeface="Vazir" panose="020B0603030804020204" pitchFamily="34" charset="-78"/>
            </a:endParaRPr>
          </a:p>
          <a:p>
            <a:pPr algn="r" rtl="1"/>
            <a:r>
              <a:rPr lang="fa-IR" sz="1300" b="1"/>
              <a:t>حذف خطاها، مقادیر گمشده، داده‌های غیرواقعی و نویز از دیتاست.</a:t>
            </a:r>
            <a:br>
              <a:rPr lang="fa-IR" sz="1300" b="1"/>
            </a:br>
            <a:r>
              <a:rPr lang="fa-IR" sz="1300" b="1"/>
              <a:t>هدف: داده‌های قابل اعتماد و منظم برای مدل‌سازی آماده شود.</a:t>
            </a:r>
            <a:endParaRPr lang="en-US" sz="1300" b="1"/>
          </a:p>
          <a:p>
            <a:pPr algn="r" rtl="1"/>
            <a:r>
              <a:rPr lang="fa-IR" sz="1300" b="1"/>
              <a:t>روش ها: </a:t>
            </a:r>
            <a:r>
              <a:rPr lang="en-US" sz="1300" b="1"/>
              <a:t>IQR, Z-Score</a:t>
            </a:r>
            <a:r>
              <a:rPr lang="fa-IR" sz="1300" b="1"/>
              <a:t>، حذف مقادیر گمشده</a:t>
            </a:r>
            <a:endParaRPr lang="en-US" sz="1300" b="1"/>
          </a:p>
        </p:txBody>
      </p:sp>
      <p:sp>
        <p:nvSpPr>
          <p:cNvPr id="79" name="TextBox 78">
            <a:extLst>
              <a:ext uri="{FF2B5EF4-FFF2-40B4-BE49-F238E27FC236}">
                <a16:creationId xmlns:a16="http://schemas.microsoft.com/office/drawing/2014/main" id="{E5BCAD83-EED1-3BB0-81AD-625CCAE7EC66}"/>
              </a:ext>
            </a:extLst>
          </p:cNvPr>
          <p:cNvSpPr txBox="1"/>
          <p:nvPr/>
        </p:nvSpPr>
        <p:spPr>
          <a:xfrm>
            <a:off x="4369522" y="3883893"/>
            <a:ext cx="3871428" cy="1107996"/>
          </a:xfrm>
          <a:prstGeom prst="rect">
            <a:avLst/>
          </a:prstGeom>
          <a:noFill/>
        </p:spPr>
        <p:txBody>
          <a:bodyPr wrap="square" rtlCol="0">
            <a:spAutoFit/>
          </a:bodyPr>
          <a:lstStyle/>
          <a:p>
            <a:pPr algn="r" rtl="1"/>
            <a:r>
              <a:rPr lang="fa-IR" b="1">
                <a:solidFill>
                  <a:schemeClr val="accent3"/>
                </a:solidFill>
                <a:latin typeface="Vazir" panose="020B0603030804020204" pitchFamily="34" charset="-78"/>
                <a:cs typeface="Vazir" panose="020B0603030804020204" pitchFamily="34" charset="-78"/>
              </a:rPr>
              <a:t>2.ساده‌سازی داده</a:t>
            </a:r>
            <a:r>
              <a:rPr lang="en-US" sz="1300" b="1">
                <a:solidFill>
                  <a:schemeClr val="accent3"/>
                </a:solidFill>
                <a:latin typeface="Vazir" panose="020B0603030804020204" pitchFamily="34" charset="-78"/>
                <a:cs typeface="Vazir" panose="020B0603030804020204" pitchFamily="34" charset="-78"/>
              </a:rPr>
              <a:t>Data Reduction or Featur) </a:t>
            </a:r>
            <a:endParaRPr lang="fa-IR" sz="1300" b="1">
              <a:solidFill>
                <a:schemeClr val="accent3"/>
              </a:solidFill>
              <a:latin typeface="Vazir" panose="020B0603030804020204" pitchFamily="34" charset="-78"/>
              <a:cs typeface="Vazir" panose="020B0603030804020204" pitchFamily="34" charset="-78"/>
            </a:endParaRPr>
          </a:p>
          <a:p>
            <a:pPr algn="r" rtl="1"/>
            <a:r>
              <a:rPr lang="en-US" sz="1300" b="1">
                <a:solidFill>
                  <a:schemeClr val="accent3"/>
                </a:solidFill>
                <a:latin typeface="Vazir" panose="020B0603030804020204" pitchFamily="34" charset="-78"/>
                <a:cs typeface="Vazir" panose="020B0603030804020204" pitchFamily="34" charset="-78"/>
              </a:rPr>
              <a:t>Selection</a:t>
            </a:r>
            <a:r>
              <a:rPr lang="fa-IR" sz="1300" b="1">
                <a:solidFill>
                  <a:schemeClr val="accent3"/>
                </a:solidFill>
                <a:latin typeface="Vazir" panose="020B0603030804020204" pitchFamily="34" charset="-78"/>
                <a:cs typeface="Vazir" panose="020B0603030804020204" pitchFamily="34" charset="-78"/>
              </a:rPr>
              <a:t>)</a:t>
            </a:r>
          </a:p>
          <a:p>
            <a:pPr algn="r" rtl="1"/>
            <a:r>
              <a:rPr lang="fa-IR" sz="1300" b="1"/>
              <a:t>کم کردن حجم یا ابعاد داده‌ها بدون از دست دادن اطلاعات مهم.</a:t>
            </a:r>
            <a:br>
              <a:rPr lang="fa-IR" sz="1300" b="1"/>
            </a:br>
            <a:r>
              <a:rPr lang="fa-IR" sz="1300" b="1"/>
              <a:t>هدف: مدل سریع‌تر، قابل فهم‌تر و بهینه‌تر می‌شود.</a:t>
            </a:r>
            <a:endParaRPr lang="en-US" sz="1300" b="1"/>
          </a:p>
          <a:p>
            <a:pPr algn="r" rtl="1"/>
            <a:r>
              <a:rPr lang="fa-IR" sz="1300" b="1"/>
              <a:t>روش ها: </a:t>
            </a:r>
            <a:r>
              <a:rPr lang="en-US" sz="1300" b="1"/>
              <a:t>Feature Selection, PCA</a:t>
            </a:r>
          </a:p>
        </p:txBody>
      </p:sp>
      <p:sp>
        <p:nvSpPr>
          <p:cNvPr id="80" name="TextBox 79">
            <a:extLst>
              <a:ext uri="{FF2B5EF4-FFF2-40B4-BE49-F238E27FC236}">
                <a16:creationId xmlns:a16="http://schemas.microsoft.com/office/drawing/2014/main" id="{94052F8C-990A-B317-31CF-DBCFDFC0CE51}"/>
              </a:ext>
            </a:extLst>
          </p:cNvPr>
          <p:cNvSpPr txBox="1"/>
          <p:nvPr/>
        </p:nvSpPr>
        <p:spPr>
          <a:xfrm>
            <a:off x="379259" y="2626964"/>
            <a:ext cx="3871428" cy="1107996"/>
          </a:xfrm>
          <a:prstGeom prst="rect">
            <a:avLst/>
          </a:prstGeom>
          <a:noFill/>
        </p:spPr>
        <p:txBody>
          <a:bodyPr wrap="square" rtlCol="0">
            <a:spAutoFit/>
          </a:bodyPr>
          <a:lstStyle/>
          <a:p>
            <a:pPr algn="r" rtl="1"/>
            <a:r>
              <a:rPr lang="fa-IR" b="1">
                <a:solidFill>
                  <a:schemeClr val="accent3"/>
                </a:solidFill>
                <a:latin typeface="Vazir" panose="020B0603030804020204" pitchFamily="34" charset="-78"/>
                <a:cs typeface="Vazir" panose="020B0603030804020204" pitchFamily="34" charset="-78"/>
              </a:rPr>
              <a:t>3. نرمال‌سازی داده </a:t>
            </a:r>
            <a:r>
              <a:rPr lang="fa-IR" sz="1300" b="1">
                <a:solidFill>
                  <a:schemeClr val="accent3"/>
                </a:solidFill>
                <a:latin typeface="Vazir" panose="020B0603030804020204" pitchFamily="34" charset="-78"/>
                <a:cs typeface="Vazir" panose="020B0603030804020204" pitchFamily="34" charset="-78"/>
              </a:rPr>
              <a:t>(</a:t>
            </a:r>
            <a:r>
              <a:rPr lang="en-US" sz="1300" b="1">
                <a:solidFill>
                  <a:schemeClr val="accent3"/>
                </a:solidFill>
                <a:latin typeface="Vazir" panose="020B0603030804020204" pitchFamily="34" charset="-78"/>
                <a:cs typeface="Vazir" panose="020B0603030804020204" pitchFamily="34" charset="-78"/>
              </a:rPr>
              <a:t>(</a:t>
            </a:r>
            <a:r>
              <a:rPr lang="en-US" sz="1200" b="1">
                <a:solidFill>
                  <a:schemeClr val="accent3"/>
                </a:solidFill>
                <a:latin typeface="Vazir" panose="020B0603030804020204" pitchFamily="34" charset="-78"/>
                <a:cs typeface="Vazir" panose="020B0603030804020204" pitchFamily="34" charset="-78"/>
              </a:rPr>
              <a:t>Data Normalization or Scaling</a:t>
            </a:r>
            <a:endParaRPr lang="fa-IR" sz="1200" b="1">
              <a:solidFill>
                <a:schemeClr val="accent3"/>
              </a:solidFill>
              <a:latin typeface="Vazir" panose="020B0603030804020204" pitchFamily="34" charset="-78"/>
              <a:cs typeface="Vazir" panose="020B0603030804020204" pitchFamily="34" charset="-78"/>
            </a:endParaRPr>
          </a:p>
          <a:p>
            <a:pPr algn="r" rtl="1"/>
            <a:r>
              <a:rPr lang="fa-IR" sz="1300" b="1"/>
              <a:t>همسان‌سازی مقیاس ویژگی‌ها برای</a:t>
            </a:r>
            <a:r>
              <a:rPr lang="en-US" sz="1300" b="1"/>
              <a:t> </a:t>
            </a:r>
            <a:r>
              <a:rPr lang="fa-IR" sz="1300" b="1"/>
              <a:t>ممکن ساختن مقایسه درست.</a:t>
            </a:r>
            <a:br>
              <a:rPr lang="fa-IR" sz="1300" b="1"/>
            </a:br>
            <a:r>
              <a:rPr lang="fa-IR" sz="1300" b="1"/>
              <a:t>هدف: جلوگیری از این‌که ویژگی‌هایی با مقیاس بزرگتر، مدل را گمراه کنند.</a:t>
            </a:r>
            <a:endParaRPr lang="en-US" sz="1300" b="1"/>
          </a:p>
          <a:p>
            <a:pPr algn="r" rtl="1"/>
            <a:r>
              <a:rPr lang="fa-IR" sz="1300" b="1"/>
              <a:t>روش ها: </a:t>
            </a:r>
            <a:r>
              <a:rPr lang="en-US" sz="1300" b="1"/>
              <a:t>Min-Max Scaling, Z-Score</a:t>
            </a:r>
          </a:p>
        </p:txBody>
      </p:sp>
      <p:sp>
        <p:nvSpPr>
          <p:cNvPr id="81" name="TextBox 80">
            <a:extLst>
              <a:ext uri="{FF2B5EF4-FFF2-40B4-BE49-F238E27FC236}">
                <a16:creationId xmlns:a16="http://schemas.microsoft.com/office/drawing/2014/main" id="{93FF7B57-D501-D930-CCD2-3419270538AA}"/>
              </a:ext>
            </a:extLst>
          </p:cNvPr>
          <p:cNvSpPr txBox="1"/>
          <p:nvPr/>
        </p:nvSpPr>
        <p:spPr>
          <a:xfrm>
            <a:off x="397596" y="3907167"/>
            <a:ext cx="3871428" cy="1092607"/>
          </a:xfrm>
          <a:prstGeom prst="rect">
            <a:avLst/>
          </a:prstGeom>
          <a:noFill/>
        </p:spPr>
        <p:txBody>
          <a:bodyPr wrap="square" rtlCol="0">
            <a:spAutoFit/>
          </a:bodyPr>
          <a:lstStyle/>
          <a:p>
            <a:pPr algn="r" rtl="1"/>
            <a:r>
              <a:rPr lang="fa-IR" b="1">
                <a:solidFill>
                  <a:schemeClr val="accent3"/>
                </a:solidFill>
                <a:latin typeface="Vazir" panose="020B0603030804020204" pitchFamily="34" charset="-78"/>
                <a:cs typeface="Vazir" panose="020B0603030804020204" pitchFamily="34" charset="-78"/>
              </a:rPr>
              <a:t>4. تبدیل داده های غیر عددی </a:t>
            </a:r>
            <a:r>
              <a:rPr lang="fa-IR" sz="1300" b="1">
                <a:solidFill>
                  <a:schemeClr val="accent3"/>
                </a:solidFill>
                <a:latin typeface="Vazir" panose="020B0603030804020204" pitchFamily="34" charset="-78"/>
                <a:cs typeface="Vazir" panose="020B0603030804020204" pitchFamily="34" charset="-78"/>
              </a:rPr>
              <a:t>(</a:t>
            </a:r>
            <a:r>
              <a:rPr lang="en-US" sz="1300" b="1">
                <a:solidFill>
                  <a:schemeClr val="accent3"/>
                </a:solidFill>
                <a:latin typeface="Vazir" panose="020B0603030804020204" pitchFamily="34" charset="-78"/>
                <a:cs typeface="Vazir" panose="020B0603030804020204" pitchFamily="34" charset="-78"/>
              </a:rPr>
              <a:t>(Encoding</a:t>
            </a:r>
            <a:endParaRPr lang="fa-IR" sz="1200" b="1">
              <a:solidFill>
                <a:schemeClr val="accent3"/>
              </a:solidFill>
              <a:latin typeface="Vazir" panose="020B0603030804020204" pitchFamily="34" charset="-78"/>
              <a:cs typeface="Vazir" panose="020B0603030804020204" pitchFamily="34" charset="-78"/>
            </a:endParaRPr>
          </a:p>
          <a:p>
            <a:pPr algn="r" rtl="1"/>
            <a:r>
              <a:rPr lang="fa-IR" sz="1300" b="1"/>
              <a:t>تبدیل داده های غیر عددی(</a:t>
            </a:r>
            <a:r>
              <a:rPr lang="en-US" sz="1300" b="1"/>
              <a:t>categorical</a:t>
            </a:r>
            <a:r>
              <a:rPr lang="fa-IR" sz="1300" b="1"/>
              <a:t>) به داده های عددی.</a:t>
            </a:r>
            <a:br>
              <a:rPr lang="fa-IR" sz="1300" b="1"/>
            </a:br>
            <a:r>
              <a:rPr lang="fa-IR" sz="1300" b="1"/>
              <a:t>هدف: امکان کار با الگوریتم های یادگیری ماشین .</a:t>
            </a:r>
          </a:p>
          <a:p>
            <a:pPr algn="r" rtl="1"/>
            <a:r>
              <a:rPr lang="fa-IR" sz="1300" b="1"/>
              <a:t>روش ها:</a:t>
            </a:r>
            <a:r>
              <a:rPr lang="en-US" sz="1150" b="1"/>
              <a:t>, Label Encoding, One-Hot Encoding, OrdinalEncoding, Binary Encoding</a:t>
            </a:r>
          </a:p>
        </p:txBody>
      </p:sp>
    </p:spTree>
    <p:extLst>
      <p:ext uri="{BB962C8B-B14F-4D97-AF65-F5344CB8AC3E}">
        <p14:creationId xmlns:p14="http://schemas.microsoft.com/office/powerpoint/2010/main" val="3910914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913" name="Google Shape;913;p46"/>
          <p:cNvSpPr/>
          <p:nvPr/>
        </p:nvSpPr>
        <p:spPr>
          <a:xfrm>
            <a:off x="772304" y="686554"/>
            <a:ext cx="210566" cy="18078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6">
            <a:extLst>
              <a:ext uri="{FF2B5EF4-FFF2-40B4-BE49-F238E27FC236}">
                <a16:creationId xmlns:a16="http://schemas.microsoft.com/office/drawing/2014/main" id="{28139C30-0CE9-5ECE-6298-8FFEFA72296F}"/>
              </a:ext>
            </a:extLst>
          </p:cNvPr>
          <p:cNvSpPr txBox="1">
            <a:spLocks/>
          </p:cNvSpPr>
          <p:nvPr/>
        </p:nvSpPr>
        <p:spPr>
          <a:xfrm>
            <a:off x="2358191" y="229157"/>
            <a:ext cx="4200558" cy="57845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Fredoka One"/>
              <a:buNone/>
              <a:defRPr sz="2800" b="0" i="0" u="none" strike="noStrike" cap="none">
                <a:solidFill>
                  <a:srgbClr val="FFFFFF"/>
                </a:solidFill>
                <a:latin typeface="Fredoka One"/>
                <a:ea typeface="Fredoka One"/>
                <a:cs typeface="Fredoka One"/>
                <a:sym typeface="Fredoka One"/>
              </a:defRPr>
            </a:lvl1pPr>
            <a:lvl2pPr marR="0" lvl="1"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2pPr>
            <a:lvl3pPr marR="0" lvl="2"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3pPr>
            <a:lvl4pPr marR="0" lvl="3"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4pPr>
            <a:lvl5pPr marR="0" lvl="4"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5pPr>
            <a:lvl6pPr marR="0" lvl="5"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6pPr>
            <a:lvl7pPr marR="0" lvl="6"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7pPr>
            <a:lvl8pPr marR="0" lvl="7"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8pPr>
            <a:lvl9pPr marR="0" lvl="8"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9pPr>
          </a:lstStyle>
          <a:p>
            <a:pPr marL="114300"/>
            <a:r>
              <a:rPr lang="fa-IR" sz="2000" b="1">
                <a:latin typeface="Vazir" panose="020B0603030804020204" pitchFamily="34" charset="-78"/>
                <a:cs typeface="Vazir" panose="020B0603030804020204" pitchFamily="34" charset="-78"/>
              </a:rPr>
              <a:t>الگوریتم های پر استفاده در علم داده:</a:t>
            </a:r>
          </a:p>
        </p:txBody>
      </p:sp>
      <p:sp>
        <p:nvSpPr>
          <p:cNvPr id="905" name="Rectangle: Rounded Corners 904">
            <a:extLst>
              <a:ext uri="{FF2B5EF4-FFF2-40B4-BE49-F238E27FC236}">
                <a16:creationId xmlns:a16="http://schemas.microsoft.com/office/drawing/2014/main" id="{496C31F9-ECE3-019F-E3FE-23B501FAAC51}"/>
              </a:ext>
            </a:extLst>
          </p:cNvPr>
          <p:cNvSpPr/>
          <p:nvPr/>
        </p:nvSpPr>
        <p:spPr>
          <a:xfrm>
            <a:off x="3283891" y="1820849"/>
            <a:ext cx="2647784" cy="3172570"/>
          </a:xfrm>
          <a:prstGeom prst="roundRect">
            <a:avLst/>
          </a:prstGeom>
          <a:ln w="28575">
            <a:solidFill>
              <a:srgbClr val="01FB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4" name="Google Shape;889;p46">
            <a:extLst>
              <a:ext uri="{FF2B5EF4-FFF2-40B4-BE49-F238E27FC236}">
                <a16:creationId xmlns:a16="http://schemas.microsoft.com/office/drawing/2014/main" id="{48E3E203-747D-89FE-C16B-D20EA066AC45}"/>
              </a:ext>
            </a:extLst>
          </p:cNvPr>
          <p:cNvSpPr/>
          <p:nvPr/>
        </p:nvSpPr>
        <p:spPr>
          <a:xfrm>
            <a:off x="3769307" y="717222"/>
            <a:ext cx="1595968" cy="1439449"/>
          </a:xfrm>
          <a:prstGeom prst="ellipse">
            <a:avLst/>
          </a:prstGeom>
          <a:solidFill>
            <a:schemeClr val="lt1"/>
          </a:solidFill>
          <a:ln w="28575">
            <a:solidFill>
              <a:srgbClr val="01FBC8"/>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Rectangle: Rounded Corners 905">
            <a:extLst>
              <a:ext uri="{FF2B5EF4-FFF2-40B4-BE49-F238E27FC236}">
                <a16:creationId xmlns:a16="http://schemas.microsoft.com/office/drawing/2014/main" id="{95BC1C54-CB0A-1E23-400F-B8E6322A4438}"/>
              </a:ext>
            </a:extLst>
          </p:cNvPr>
          <p:cNvSpPr/>
          <p:nvPr/>
        </p:nvSpPr>
        <p:spPr>
          <a:xfrm>
            <a:off x="360308" y="1820849"/>
            <a:ext cx="2647784" cy="3172570"/>
          </a:xfrm>
          <a:prstGeom prst="roundRect">
            <a:avLst/>
          </a:prstGeom>
          <a:ln w="28575">
            <a:solidFill>
              <a:srgbClr val="01FB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Google Shape;889;p46">
            <a:extLst>
              <a:ext uri="{FF2B5EF4-FFF2-40B4-BE49-F238E27FC236}">
                <a16:creationId xmlns:a16="http://schemas.microsoft.com/office/drawing/2014/main" id="{05007781-B3F1-5BB1-EA1D-A35400D65967}"/>
              </a:ext>
            </a:extLst>
          </p:cNvPr>
          <p:cNvSpPr/>
          <p:nvPr/>
        </p:nvSpPr>
        <p:spPr>
          <a:xfrm>
            <a:off x="845724" y="717222"/>
            <a:ext cx="1595968" cy="1439449"/>
          </a:xfrm>
          <a:prstGeom prst="ellipse">
            <a:avLst/>
          </a:prstGeom>
          <a:solidFill>
            <a:schemeClr val="lt1"/>
          </a:solidFill>
          <a:ln w="28575">
            <a:solidFill>
              <a:srgbClr val="01FBC8"/>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Rectangle: Rounded Corners 917">
            <a:extLst>
              <a:ext uri="{FF2B5EF4-FFF2-40B4-BE49-F238E27FC236}">
                <a16:creationId xmlns:a16="http://schemas.microsoft.com/office/drawing/2014/main" id="{56390773-792F-3E33-ECB2-53382D0FDF34}"/>
              </a:ext>
            </a:extLst>
          </p:cNvPr>
          <p:cNvSpPr/>
          <p:nvPr/>
        </p:nvSpPr>
        <p:spPr>
          <a:xfrm>
            <a:off x="6223376" y="1820849"/>
            <a:ext cx="2647784" cy="3172570"/>
          </a:xfrm>
          <a:prstGeom prst="roundRect">
            <a:avLst/>
          </a:prstGeom>
          <a:ln w="28575">
            <a:solidFill>
              <a:srgbClr val="01FB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9" name="Google Shape;889;p46">
            <a:extLst>
              <a:ext uri="{FF2B5EF4-FFF2-40B4-BE49-F238E27FC236}">
                <a16:creationId xmlns:a16="http://schemas.microsoft.com/office/drawing/2014/main" id="{9A57C891-A9BC-A227-B6A1-D81DCA3EA6BC}"/>
              </a:ext>
            </a:extLst>
          </p:cNvPr>
          <p:cNvSpPr/>
          <p:nvPr/>
        </p:nvSpPr>
        <p:spPr>
          <a:xfrm>
            <a:off x="6775728" y="686554"/>
            <a:ext cx="1595968" cy="1439449"/>
          </a:xfrm>
          <a:prstGeom prst="ellipse">
            <a:avLst/>
          </a:prstGeom>
          <a:solidFill>
            <a:schemeClr val="lt1"/>
          </a:solidFill>
          <a:ln w="28575">
            <a:solidFill>
              <a:srgbClr val="01FBC8"/>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sz="1900">
              <a:solidFill>
                <a:schemeClr val="accent3"/>
              </a:solidFill>
              <a:latin typeface="Fredoka One"/>
            </a:endParaRPr>
          </a:p>
        </p:txBody>
      </p:sp>
      <p:sp>
        <p:nvSpPr>
          <p:cNvPr id="920" name="TextBox 919">
            <a:extLst>
              <a:ext uri="{FF2B5EF4-FFF2-40B4-BE49-F238E27FC236}">
                <a16:creationId xmlns:a16="http://schemas.microsoft.com/office/drawing/2014/main" id="{BD9BB1CB-228F-05D0-C4C6-041E64F18A3A}"/>
              </a:ext>
            </a:extLst>
          </p:cNvPr>
          <p:cNvSpPr txBox="1"/>
          <p:nvPr/>
        </p:nvSpPr>
        <p:spPr>
          <a:xfrm>
            <a:off x="6939549" y="844122"/>
            <a:ext cx="1268326" cy="1015663"/>
          </a:xfrm>
          <a:prstGeom prst="rect">
            <a:avLst/>
          </a:prstGeom>
          <a:noFill/>
        </p:spPr>
        <p:txBody>
          <a:bodyPr wrap="square" rtlCol="0">
            <a:spAutoFit/>
          </a:bodyPr>
          <a:lstStyle/>
          <a:p>
            <a:pPr marL="0" lvl="0" indent="0" algn="ctr" rtl="0">
              <a:spcBef>
                <a:spcPts val="0"/>
              </a:spcBef>
              <a:spcAft>
                <a:spcPts val="0"/>
              </a:spcAft>
              <a:buNone/>
            </a:pPr>
            <a:r>
              <a:rPr lang="en-US" sz="2000" b="1">
                <a:solidFill>
                  <a:schemeClr val="accent3"/>
                </a:solidFill>
                <a:latin typeface="Fredoka One"/>
                <a:sym typeface="Raleway"/>
              </a:rPr>
              <a:t>01</a:t>
            </a:r>
          </a:p>
          <a:p>
            <a:pPr marL="0" lvl="0" indent="0" algn="ctr" rtl="0">
              <a:spcBef>
                <a:spcPts val="0"/>
              </a:spcBef>
              <a:spcAft>
                <a:spcPts val="0"/>
              </a:spcAft>
              <a:buNone/>
            </a:pPr>
            <a:r>
              <a:rPr lang="en-US" sz="2000">
                <a:solidFill>
                  <a:schemeClr val="accent3"/>
                </a:solidFill>
                <a:latin typeface="Fredoka One"/>
                <a:sym typeface="Raleway"/>
              </a:rPr>
              <a:t>Decision </a:t>
            </a:r>
            <a:r>
              <a:rPr lang="en-US" sz="2000">
                <a:solidFill>
                  <a:schemeClr val="accent3"/>
                </a:solidFill>
                <a:latin typeface="Fredoka One"/>
              </a:rPr>
              <a:t>Tree</a:t>
            </a:r>
          </a:p>
        </p:txBody>
      </p:sp>
      <p:sp>
        <p:nvSpPr>
          <p:cNvPr id="921" name="TextBox 920">
            <a:extLst>
              <a:ext uri="{FF2B5EF4-FFF2-40B4-BE49-F238E27FC236}">
                <a16:creationId xmlns:a16="http://schemas.microsoft.com/office/drawing/2014/main" id="{CC71A60D-73D4-7794-96F4-11A011036B56}"/>
              </a:ext>
            </a:extLst>
          </p:cNvPr>
          <p:cNvSpPr txBox="1"/>
          <p:nvPr/>
        </p:nvSpPr>
        <p:spPr>
          <a:xfrm>
            <a:off x="3774929" y="920212"/>
            <a:ext cx="1595968" cy="707886"/>
          </a:xfrm>
          <a:prstGeom prst="rect">
            <a:avLst/>
          </a:prstGeom>
          <a:noFill/>
        </p:spPr>
        <p:txBody>
          <a:bodyPr wrap="square" rtlCol="0">
            <a:spAutoFit/>
          </a:bodyPr>
          <a:lstStyle/>
          <a:p>
            <a:pPr marL="0" lvl="0" indent="0" algn="ctr" rtl="0">
              <a:spcBef>
                <a:spcPts val="0"/>
              </a:spcBef>
              <a:spcAft>
                <a:spcPts val="0"/>
              </a:spcAft>
              <a:buNone/>
            </a:pPr>
            <a:r>
              <a:rPr lang="en-US" sz="2000" b="1">
                <a:solidFill>
                  <a:schemeClr val="accent3"/>
                </a:solidFill>
                <a:latin typeface="Fredoka One"/>
                <a:sym typeface="Raleway"/>
              </a:rPr>
              <a:t>02</a:t>
            </a:r>
          </a:p>
          <a:p>
            <a:pPr marL="0" lvl="0" indent="0" algn="ctr" rtl="0">
              <a:spcBef>
                <a:spcPts val="0"/>
              </a:spcBef>
              <a:spcAft>
                <a:spcPts val="0"/>
              </a:spcAft>
              <a:buNone/>
            </a:pPr>
            <a:r>
              <a:rPr lang="en-US" sz="2000">
                <a:solidFill>
                  <a:schemeClr val="accent3"/>
                </a:solidFill>
                <a:latin typeface="Fredoka One"/>
              </a:rPr>
              <a:t>Regression</a:t>
            </a:r>
          </a:p>
        </p:txBody>
      </p:sp>
      <p:sp>
        <p:nvSpPr>
          <p:cNvPr id="922" name="TextBox 921">
            <a:extLst>
              <a:ext uri="{FF2B5EF4-FFF2-40B4-BE49-F238E27FC236}">
                <a16:creationId xmlns:a16="http://schemas.microsoft.com/office/drawing/2014/main" id="{6344CB2C-E5C4-DC89-5360-25D97E45DB31}"/>
              </a:ext>
            </a:extLst>
          </p:cNvPr>
          <p:cNvSpPr txBox="1"/>
          <p:nvPr/>
        </p:nvSpPr>
        <p:spPr>
          <a:xfrm>
            <a:off x="828626" y="991771"/>
            <a:ext cx="1595968" cy="707886"/>
          </a:xfrm>
          <a:prstGeom prst="rect">
            <a:avLst/>
          </a:prstGeom>
          <a:noFill/>
        </p:spPr>
        <p:txBody>
          <a:bodyPr wrap="square" rtlCol="0">
            <a:spAutoFit/>
          </a:bodyPr>
          <a:lstStyle/>
          <a:p>
            <a:pPr marL="0" lvl="0" indent="0" algn="ctr" rtl="0">
              <a:spcBef>
                <a:spcPts val="0"/>
              </a:spcBef>
              <a:spcAft>
                <a:spcPts val="0"/>
              </a:spcAft>
              <a:buNone/>
            </a:pPr>
            <a:r>
              <a:rPr lang="en-US" sz="2000" b="1">
                <a:solidFill>
                  <a:schemeClr val="accent3"/>
                </a:solidFill>
                <a:latin typeface="Fredoka One"/>
                <a:sym typeface="Raleway"/>
              </a:rPr>
              <a:t>03</a:t>
            </a:r>
          </a:p>
          <a:p>
            <a:pPr marL="0" lvl="0" indent="0" algn="ctr" rtl="0">
              <a:spcBef>
                <a:spcPts val="0"/>
              </a:spcBef>
              <a:spcAft>
                <a:spcPts val="0"/>
              </a:spcAft>
              <a:buNone/>
            </a:pPr>
            <a:r>
              <a:rPr lang="en-US" sz="2000">
                <a:solidFill>
                  <a:schemeClr val="accent3"/>
                </a:solidFill>
                <a:latin typeface="Fredoka One"/>
              </a:rPr>
              <a:t>KNN</a:t>
            </a:r>
          </a:p>
        </p:txBody>
      </p:sp>
      <p:sp>
        <p:nvSpPr>
          <p:cNvPr id="924" name="TextBox 923">
            <a:extLst>
              <a:ext uri="{FF2B5EF4-FFF2-40B4-BE49-F238E27FC236}">
                <a16:creationId xmlns:a16="http://schemas.microsoft.com/office/drawing/2014/main" id="{577EB8B8-5A09-E058-42E1-97B1BA329B7F}"/>
              </a:ext>
            </a:extLst>
          </p:cNvPr>
          <p:cNvSpPr txBox="1"/>
          <p:nvPr/>
        </p:nvSpPr>
        <p:spPr>
          <a:xfrm>
            <a:off x="6239146" y="2154771"/>
            <a:ext cx="2595083" cy="2369880"/>
          </a:xfrm>
          <a:prstGeom prst="rect">
            <a:avLst/>
          </a:prstGeom>
          <a:noFill/>
        </p:spPr>
        <p:txBody>
          <a:bodyPr wrap="square" rtlCol="0">
            <a:spAutoFit/>
          </a:bodyPr>
          <a:lstStyle/>
          <a:p>
            <a:pPr algn="ctr" rtl="1"/>
            <a:r>
              <a:rPr lang="fa-IR" b="1">
                <a:solidFill>
                  <a:schemeClr val="accent3"/>
                </a:solidFill>
                <a:latin typeface="Vazir" panose="020B0603030804020204" pitchFamily="34" charset="-78"/>
                <a:cs typeface="Vazir" panose="020B0603030804020204" pitchFamily="34" charset="-78"/>
              </a:rPr>
              <a:t>درخت تصمیم گیری</a:t>
            </a:r>
          </a:p>
          <a:p>
            <a:pPr algn="r" rtl="1"/>
            <a:r>
              <a:rPr lang="fa-IR" b="1">
                <a:solidFill>
                  <a:schemeClr val="tx1"/>
                </a:solidFill>
                <a:latin typeface="Vazir" panose="020B0603030804020204" pitchFamily="34" charset="-78"/>
                <a:cs typeface="Mitra" panose="00000400000000000000" pitchFamily="2" charset="-78"/>
              </a:rPr>
              <a:t>مدل سازی شهودی و ساده سازی داده ها</a:t>
            </a:r>
            <a:endParaRPr lang="en-US" b="1">
              <a:solidFill>
                <a:schemeClr val="tx1"/>
              </a:solidFill>
              <a:latin typeface="Vazir" panose="020B0603030804020204" pitchFamily="34" charset="-78"/>
              <a:cs typeface="Mitra" panose="00000400000000000000" pitchFamily="2" charset="-78"/>
            </a:endParaRPr>
          </a:p>
          <a:p>
            <a:pPr algn="r" rtl="1"/>
            <a:endParaRPr lang="en-US" b="1">
              <a:solidFill>
                <a:schemeClr val="tx1"/>
              </a:solidFill>
              <a:latin typeface="Vazir" panose="020B0603030804020204" pitchFamily="34" charset="-78"/>
              <a:cs typeface="Mitra" panose="00000400000000000000" pitchFamily="2" charset="-78"/>
            </a:endParaRPr>
          </a:p>
          <a:p>
            <a:pPr lvl="0" algn="r" defTabSz="914400" rtl="1" eaLnBrk="0" fontAlgn="base" latinLnBrk="0" hangingPunct="0">
              <a:buSzTx/>
              <a:tabLst/>
            </a:pPr>
            <a:r>
              <a:rPr lang="ar-SA" altLang="en-US" sz="700" b="1">
                <a:solidFill>
                  <a:schemeClr val="tx1"/>
                </a:solidFill>
                <a:latin typeface="Vazir" panose="020B0603030804020204" pitchFamily="34" charset="-78"/>
                <a:cs typeface="Mitra" panose="00000400000000000000" pitchFamily="2" charset="-78"/>
              </a:rPr>
              <a:t>🔵</a:t>
            </a:r>
            <a:r>
              <a:rPr lang="en-US" altLang="en-US" sz="700" b="1">
                <a:solidFill>
                  <a:schemeClr val="tx1"/>
                </a:solidFill>
                <a:latin typeface="Vazir" panose="020B0603030804020204" pitchFamily="34" charset="-78"/>
                <a:cs typeface="Mitra" panose="00000400000000000000" pitchFamily="2" charset="-78"/>
              </a:rPr>
              <a:t> </a:t>
            </a:r>
            <a:r>
              <a:rPr lang="ar-SA" altLang="en-US" sz="1300" b="1">
                <a:solidFill>
                  <a:schemeClr val="tx1"/>
                </a:solidFill>
                <a:latin typeface="Vazir" panose="020B0603030804020204" pitchFamily="34" charset="-78"/>
                <a:cs typeface="Mitra" panose="00000400000000000000" pitchFamily="2" charset="-78"/>
              </a:rPr>
              <a:t>شاخص جینی</a:t>
            </a:r>
            <a:r>
              <a:rPr lang="en-US" altLang="en-US" sz="1300" b="1">
                <a:solidFill>
                  <a:schemeClr val="tx1"/>
                </a:solidFill>
                <a:latin typeface="Vazir" panose="020B0603030804020204" pitchFamily="34" charset="-78"/>
                <a:cs typeface="Mitra" panose="00000400000000000000" pitchFamily="2" charset="-78"/>
              </a:rPr>
              <a:t> (Gini Index)</a:t>
            </a:r>
          </a:p>
          <a:p>
            <a:pPr lvl="0" algn="r" defTabSz="914400" rtl="1" eaLnBrk="0" fontAlgn="base" latinLnBrk="0" hangingPunct="0">
              <a:buSzTx/>
              <a:tabLst/>
            </a:pPr>
            <a:endParaRPr lang="en-US" altLang="en-US" sz="1300" b="1">
              <a:solidFill>
                <a:schemeClr val="tx1"/>
              </a:solidFill>
              <a:latin typeface="Vazir" panose="020B0603030804020204" pitchFamily="34" charset="-78"/>
              <a:cs typeface="Mitra" panose="00000400000000000000" pitchFamily="2" charset="-78"/>
            </a:endParaRPr>
          </a:p>
          <a:p>
            <a:pPr lvl="0" algn="r" defTabSz="914400" rtl="1" eaLnBrk="0" fontAlgn="base" latinLnBrk="0" hangingPunct="0">
              <a:buClr>
                <a:schemeClr val="accent3"/>
              </a:buClr>
              <a:buSzTx/>
              <a:tabLst/>
            </a:pPr>
            <a:r>
              <a:rPr lang="ar-SA" altLang="en-US" sz="700" b="1">
                <a:solidFill>
                  <a:schemeClr val="tx1"/>
                </a:solidFill>
                <a:latin typeface="Vazir" panose="020B0603030804020204" pitchFamily="34" charset="-78"/>
                <a:cs typeface="Mitra" panose="00000400000000000000" pitchFamily="2" charset="-78"/>
              </a:rPr>
              <a:t>🔵</a:t>
            </a:r>
            <a:r>
              <a:rPr lang="en-US" altLang="en-US" sz="800" b="1">
                <a:solidFill>
                  <a:schemeClr val="tx1"/>
                </a:solidFill>
                <a:latin typeface="Vazir" panose="020B0603030804020204" pitchFamily="34" charset="-78"/>
                <a:cs typeface="Mitra" panose="00000400000000000000" pitchFamily="2" charset="-78"/>
              </a:rPr>
              <a:t> </a:t>
            </a:r>
            <a:r>
              <a:rPr lang="fa-IR" altLang="en-US" sz="1300" b="1">
                <a:solidFill>
                  <a:schemeClr val="tx1"/>
                </a:solidFill>
                <a:latin typeface="Vazir" panose="020B0603030804020204" pitchFamily="34" charset="-78"/>
                <a:cs typeface="Mitra" panose="00000400000000000000" pitchFamily="2" charset="-78"/>
              </a:rPr>
              <a:t>ا</a:t>
            </a:r>
            <a:r>
              <a:rPr lang="ar-SA" altLang="en-US" sz="1300" b="1">
                <a:solidFill>
                  <a:schemeClr val="tx1"/>
                </a:solidFill>
                <a:latin typeface="Vazir" panose="020B0603030804020204" pitchFamily="34" charset="-78"/>
                <a:cs typeface="Mitra" panose="00000400000000000000" pitchFamily="2" charset="-78"/>
              </a:rPr>
              <a:t>نتروپی و سود اطلاعاتی</a:t>
            </a:r>
            <a:r>
              <a:rPr lang="en-US" altLang="en-US" sz="1300" b="1">
                <a:solidFill>
                  <a:schemeClr val="tx1"/>
                </a:solidFill>
                <a:latin typeface="Vazir" panose="020B0603030804020204" pitchFamily="34" charset="-78"/>
                <a:cs typeface="Mitra" panose="00000400000000000000" pitchFamily="2" charset="-78"/>
              </a:rPr>
              <a:t> (Entropy &amp; Information Gain)</a:t>
            </a:r>
          </a:p>
          <a:p>
            <a:pPr lvl="0" algn="r" defTabSz="914400" rtl="1" eaLnBrk="0" fontAlgn="base" latinLnBrk="0" hangingPunct="0">
              <a:buClr>
                <a:schemeClr val="accent3"/>
              </a:buClr>
              <a:buSzTx/>
              <a:tabLst/>
            </a:pPr>
            <a:endParaRPr lang="en-US" altLang="en-US" sz="1300" b="1">
              <a:solidFill>
                <a:schemeClr val="tx1"/>
              </a:solidFill>
              <a:latin typeface="Vazir" panose="020B0603030804020204" pitchFamily="34" charset="-78"/>
              <a:cs typeface="Mitra" panose="00000400000000000000" pitchFamily="2" charset="-78"/>
            </a:endParaRPr>
          </a:p>
          <a:p>
            <a:pPr lvl="0" algn="r" defTabSz="914400" rtl="1" eaLnBrk="0" fontAlgn="base" latinLnBrk="0" hangingPunct="0">
              <a:buSzTx/>
              <a:tabLst/>
            </a:pPr>
            <a:r>
              <a:rPr lang="ar-SA" altLang="en-US" sz="700" b="1">
                <a:solidFill>
                  <a:schemeClr val="tx1"/>
                </a:solidFill>
                <a:latin typeface="Vazir" panose="020B0603030804020204" pitchFamily="34" charset="-78"/>
                <a:cs typeface="Mitra" panose="00000400000000000000" pitchFamily="2" charset="-78"/>
              </a:rPr>
              <a:t>🔵</a:t>
            </a:r>
            <a:r>
              <a:rPr lang="en-US" altLang="en-US" sz="800" b="1">
                <a:solidFill>
                  <a:schemeClr val="tx1"/>
                </a:solidFill>
                <a:latin typeface="Vazir" panose="020B0603030804020204" pitchFamily="34" charset="-78"/>
                <a:cs typeface="Mitra" panose="00000400000000000000" pitchFamily="2" charset="-78"/>
              </a:rPr>
              <a:t> </a:t>
            </a:r>
            <a:r>
              <a:rPr lang="ar-SA" altLang="en-US" sz="1300" b="1">
                <a:solidFill>
                  <a:schemeClr val="tx1"/>
                </a:solidFill>
                <a:latin typeface="Vazir" panose="020B0603030804020204" pitchFamily="34" charset="-78"/>
                <a:cs typeface="Mitra" panose="00000400000000000000" pitchFamily="2" charset="-78"/>
              </a:rPr>
              <a:t>کاهش خطا با هرس کردن</a:t>
            </a:r>
            <a:r>
              <a:rPr lang="en-US" altLang="en-US" sz="1300" b="1">
                <a:solidFill>
                  <a:schemeClr val="tx1"/>
                </a:solidFill>
                <a:latin typeface="Vazir" panose="020B0603030804020204" pitchFamily="34" charset="-78"/>
                <a:cs typeface="Mitra" panose="00000400000000000000" pitchFamily="2" charset="-78"/>
              </a:rPr>
              <a:t> (Pruning)</a:t>
            </a:r>
          </a:p>
          <a:p>
            <a:pPr algn="r" rtl="1"/>
            <a:endParaRPr lang="en-US" b="1">
              <a:solidFill>
                <a:schemeClr val="tx1"/>
              </a:solidFill>
              <a:latin typeface="Vazir" panose="020B0603030804020204" pitchFamily="34" charset="-78"/>
              <a:cs typeface="Mitra" panose="00000400000000000000" pitchFamily="2" charset="-78"/>
            </a:endParaRPr>
          </a:p>
        </p:txBody>
      </p:sp>
      <p:sp>
        <p:nvSpPr>
          <p:cNvPr id="926" name="TextBox 925">
            <a:extLst>
              <a:ext uri="{FF2B5EF4-FFF2-40B4-BE49-F238E27FC236}">
                <a16:creationId xmlns:a16="http://schemas.microsoft.com/office/drawing/2014/main" id="{026FE081-4503-473F-8EED-794C784C9CD8}"/>
              </a:ext>
            </a:extLst>
          </p:cNvPr>
          <p:cNvSpPr txBox="1"/>
          <p:nvPr/>
        </p:nvSpPr>
        <p:spPr>
          <a:xfrm>
            <a:off x="3283891" y="2175379"/>
            <a:ext cx="2647784" cy="2569934"/>
          </a:xfrm>
          <a:prstGeom prst="rect">
            <a:avLst/>
          </a:prstGeom>
          <a:noFill/>
        </p:spPr>
        <p:txBody>
          <a:bodyPr wrap="square" rtlCol="0">
            <a:spAutoFit/>
          </a:bodyPr>
          <a:lstStyle/>
          <a:p>
            <a:pPr algn="ctr" rtl="1"/>
            <a:r>
              <a:rPr lang="fa-IR" b="1">
                <a:solidFill>
                  <a:schemeClr val="accent3"/>
                </a:solidFill>
                <a:latin typeface="Vazir" panose="020B0603030804020204" pitchFamily="34" charset="-78"/>
                <a:cs typeface="Vazir" panose="020B0603030804020204" pitchFamily="34" charset="-78"/>
              </a:rPr>
              <a:t>رگرسیون</a:t>
            </a:r>
          </a:p>
          <a:p>
            <a:pPr algn="r" rtl="1"/>
            <a:r>
              <a:rPr lang="fa-IR" b="1">
                <a:solidFill>
                  <a:schemeClr val="tx1"/>
                </a:solidFill>
                <a:latin typeface="Vazir" panose="020B0603030804020204" pitchFamily="34" charset="-78"/>
                <a:cs typeface="Mitra" panose="00000400000000000000" pitchFamily="2" charset="-78"/>
              </a:rPr>
              <a:t>مدل های ضابطه ای برای پیش بینی عددی</a:t>
            </a:r>
            <a:endParaRPr lang="en-US" b="1">
              <a:solidFill>
                <a:schemeClr val="tx1"/>
              </a:solidFill>
              <a:latin typeface="Vazir" panose="020B0603030804020204" pitchFamily="34" charset="-78"/>
              <a:cs typeface="Mitra" panose="00000400000000000000" pitchFamily="2" charset="-78"/>
            </a:endParaRPr>
          </a:p>
          <a:p>
            <a:pPr algn="r" rtl="1"/>
            <a:endParaRPr lang="en-US" b="1">
              <a:solidFill>
                <a:schemeClr val="tx1"/>
              </a:solidFill>
              <a:latin typeface="Vazir" panose="020B0603030804020204" pitchFamily="34" charset="-78"/>
              <a:cs typeface="Mitra" panose="00000400000000000000" pitchFamily="2" charset="-78"/>
            </a:endParaRPr>
          </a:p>
          <a:p>
            <a:pPr lvl="0" algn="r" defTabSz="914400" rtl="1" eaLnBrk="0" fontAlgn="base" latinLnBrk="0" hangingPunct="0">
              <a:buSzTx/>
              <a:tabLst/>
            </a:pPr>
            <a:r>
              <a:rPr lang="ar-SA" altLang="en-US" sz="700" b="1">
                <a:solidFill>
                  <a:schemeClr val="tx1"/>
                </a:solidFill>
                <a:latin typeface="Vazir" panose="020B0603030804020204" pitchFamily="34" charset="-78"/>
                <a:cs typeface="Mitra" panose="00000400000000000000" pitchFamily="2" charset="-78"/>
              </a:rPr>
              <a:t>🔵</a:t>
            </a:r>
            <a:r>
              <a:rPr lang="en-US" altLang="en-US" sz="700" b="1">
                <a:solidFill>
                  <a:schemeClr val="tx1"/>
                </a:solidFill>
                <a:latin typeface="Vazir" panose="020B0603030804020204" pitchFamily="34" charset="-78"/>
                <a:cs typeface="Mitra" panose="00000400000000000000" pitchFamily="2" charset="-78"/>
              </a:rPr>
              <a:t> </a:t>
            </a:r>
            <a:r>
              <a:rPr lang="fa-IR" altLang="en-US" sz="1300" b="1">
                <a:solidFill>
                  <a:schemeClr val="tx1"/>
                </a:solidFill>
                <a:latin typeface="Vazir" panose="020B0603030804020204" pitchFamily="34" charset="-78"/>
                <a:cs typeface="Mitra" panose="00000400000000000000" pitchFamily="2" charset="-78"/>
              </a:rPr>
              <a:t> </a:t>
            </a:r>
            <a:r>
              <a:rPr lang="fa-IR" sz="1300" b="1">
                <a:solidFill>
                  <a:schemeClr val="tx1"/>
                </a:solidFill>
                <a:latin typeface="Vazir" panose="020B0603030804020204" pitchFamily="34" charset="-78"/>
                <a:cs typeface="Mitra" panose="00000400000000000000" pitchFamily="2" charset="-78"/>
              </a:rPr>
              <a:t>رگرسیون خطی</a:t>
            </a:r>
            <a:r>
              <a:rPr lang="en-US" sz="1300" b="1">
                <a:solidFill>
                  <a:schemeClr val="tx1"/>
                </a:solidFill>
                <a:latin typeface="Vazir" panose="020B0603030804020204" pitchFamily="34" charset="-78"/>
                <a:cs typeface="Mitra" panose="00000400000000000000" pitchFamily="2" charset="-78"/>
              </a:rPr>
              <a:t>(</a:t>
            </a:r>
            <a:r>
              <a:rPr lang="en-US" sz="1200" b="1">
                <a:solidFill>
                  <a:schemeClr val="tx1"/>
                </a:solidFill>
                <a:latin typeface="Vazir" panose="020B0603030804020204" pitchFamily="34" charset="-78"/>
                <a:cs typeface="Mitra" panose="00000400000000000000" pitchFamily="2" charset="-78"/>
              </a:rPr>
              <a:t>Linear Regression)</a:t>
            </a:r>
            <a:endParaRPr lang="en-US" altLang="en-US" sz="1200" b="1">
              <a:solidFill>
                <a:schemeClr val="tx1"/>
              </a:solidFill>
              <a:latin typeface="Vazir" panose="020B0603030804020204" pitchFamily="34" charset="-78"/>
              <a:cs typeface="Mitra" panose="00000400000000000000" pitchFamily="2" charset="-78"/>
            </a:endParaRPr>
          </a:p>
          <a:p>
            <a:pPr lvl="0" algn="r" defTabSz="914400" rtl="1" eaLnBrk="0" fontAlgn="base" latinLnBrk="0" hangingPunct="0">
              <a:buSzTx/>
              <a:tabLst/>
            </a:pPr>
            <a:endParaRPr lang="en-US" altLang="en-US" sz="1300" b="1">
              <a:solidFill>
                <a:schemeClr val="tx1"/>
              </a:solidFill>
              <a:latin typeface="Vazir" panose="020B0603030804020204" pitchFamily="34" charset="-78"/>
              <a:cs typeface="Mitra" panose="00000400000000000000" pitchFamily="2" charset="-78"/>
            </a:endParaRPr>
          </a:p>
          <a:p>
            <a:pPr lvl="0" algn="r" defTabSz="914400" rtl="1" eaLnBrk="0" fontAlgn="base" latinLnBrk="0" hangingPunct="0">
              <a:buClr>
                <a:schemeClr val="accent3"/>
              </a:buClr>
              <a:buSzTx/>
              <a:tabLst/>
            </a:pPr>
            <a:r>
              <a:rPr lang="ar-SA" altLang="en-US" sz="700" b="1">
                <a:solidFill>
                  <a:schemeClr val="tx1"/>
                </a:solidFill>
                <a:latin typeface="Vazir" panose="020B0603030804020204" pitchFamily="34" charset="-78"/>
                <a:cs typeface="Mitra" panose="00000400000000000000" pitchFamily="2" charset="-78"/>
              </a:rPr>
              <a:t>🔵</a:t>
            </a:r>
            <a:r>
              <a:rPr lang="en-US" altLang="en-US" sz="800" b="1">
                <a:solidFill>
                  <a:schemeClr val="tx1"/>
                </a:solidFill>
                <a:latin typeface="Vazir" panose="020B0603030804020204" pitchFamily="34" charset="-78"/>
                <a:cs typeface="Mitra" panose="00000400000000000000" pitchFamily="2" charset="-78"/>
              </a:rPr>
              <a:t> </a:t>
            </a:r>
            <a:r>
              <a:rPr lang="fa-IR" sz="1300" b="1">
                <a:solidFill>
                  <a:schemeClr val="tx1"/>
                </a:solidFill>
                <a:latin typeface="Vazir" panose="020B0603030804020204" pitchFamily="34" charset="-78"/>
                <a:cs typeface="Mitra" panose="00000400000000000000" pitchFamily="2" charset="-78"/>
              </a:rPr>
              <a:t>رگرسیون لجستیک (</a:t>
            </a:r>
            <a:r>
              <a:rPr lang="en-US" sz="1300" b="1">
                <a:solidFill>
                  <a:schemeClr val="tx1"/>
                </a:solidFill>
                <a:latin typeface="Vazir" panose="020B0603030804020204" pitchFamily="34" charset="-78"/>
                <a:cs typeface="Mitra" panose="00000400000000000000" pitchFamily="2" charset="-78"/>
              </a:rPr>
              <a:t>Logistic Regression)</a:t>
            </a:r>
          </a:p>
          <a:p>
            <a:pPr lvl="0" algn="r" defTabSz="914400" rtl="1" eaLnBrk="0" fontAlgn="base" latinLnBrk="0" hangingPunct="0">
              <a:buClr>
                <a:schemeClr val="accent3"/>
              </a:buClr>
              <a:buSzTx/>
              <a:tabLst/>
            </a:pPr>
            <a:endParaRPr lang="en-US" sz="1300" b="1">
              <a:solidFill>
                <a:schemeClr val="tx1"/>
              </a:solidFill>
              <a:latin typeface="Vazir" panose="020B0603030804020204" pitchFamily="34" charset="-78"/>
              <a:cs typeface="Mitra" panose="00000400000000000000" pitchFamily="2" charset="-78"/>
            </a:endParaRPr>
          </a:p>
          <a:p>
            <a:pPr lvl="0" algn="r" defTabSz="914400" rtl="1" eaLnBrk="0" fontAlgn="base" latinLnBrk="0" hangingPunct="0">
              <a:buClr>
                <a:schemeClr val="accent3"/>
              </a:buClr>
              <a:buSzTx/>
              <a:tabLst/>
            </a:pPr>
            <a:r>
              <a:rPr lang="ar-SA" altLang="en-US" sz="700" b="1">
                <a:solidFill>
                  <a:schemeClr val="tx1"/>
                </a:solidFill>
                <a:latin typeface="Vazir" panose="020B0603030804020204" pitchFamily="34" charset="-78"/>
                <a:cs typeface="Mitra" panose="00000400000000000000" pitchFamily="2" charset="-78"/>
              </a:rPr>
              <a:t>🔵</a:t>
            </a:r>
            <a:r>
              <a:rPr lang="en-US" altLang="en-US" sz="800" b="1">
                <a:solidFill>
                  <a:schemeClr val="tx1"/>
                </a:solidFill>
                <a:latin typeface="Vazir" panose="020B0603030804020204" pitchFamily="34" charset="-78"/>
                <a:cs typeface="Mitra" panose="00000400000000000000" pitchFamily="2" charset="-78"/>
              </a:rPr>
              <a:t> </a:t>
            </a:r>
            <a:r>
              <a:rPr lang="fa-IR" altLang="en-US" sz="1300" b="1">
                <a:solidFill>
                  <a:schemeClr val="tx1"/>
                </a:solidFill>
                <a:latin typeface="Vazir" panose="020B0603030804020204" pitchFamily="34" charset="-78"/>
                <a:cs typeface="Mitra" panose="00000400000000000000" pitchFamily="2" charset="-78"/>
              </a:rPr>
              <a:t> و انواع دیگر رگرسیون ها شامل رگرسیون های ترکیبی و ...</a:t>
            </a:r>
            <a:endParaRPr lang="en-US" altLang="en-US" sz="1300" b="1">
              <a:solidFill>
                <a:schemeClr val="tx1"/>
              </a:solidFill>
              <a:latin typeface="Vazir" panose="020B0603030804020204" pitchFamily="34" charset="-78"/>
              <a:cs typeface="Mitra" panose="00000400000000000000" pitchFamily="2" charset="-78"/>
            </a:endParaRPr>
          </a:p>
          <a:p>
            <a:pPr algn="r" rtl="1"/>
            <a:endParaRPr lang="en-US" b="1">
              <a:solidFill>
                <a:schemeClr val="tx1"/>
              </a:solidFill>
              <a:latin typeface="Vazir" panose="020B0603030804020204" pitchFamily="34" charset="-78"/>
              <a:cs typeface="Mitra" panose="00000400000000000000" pitchFamily="2" charset="-78"/>
            </a:endParaRPr>
          </a:p>
        </p:txBody>
      </p:sp>
      <p:sp>
        <p:nvSpPr>
          <p:cNvPr id="928" name="TextBox 927">
            <a:extLst>
              <a:ext uri="{FF2B5EF4-FFF2-40B4-BE49-F238E27FC236}">
                <a16:creationId xmlns:a16="http://schemas.microsoft.com/office/drawing/2014/main" id="{29A756B5-91DD-241D-7F96-6F9E46407CE3}"/>
              </a:ext>
            </a:extLst>
          </p:cNvPr>
          <p:cNvSpPr txBox="1"/>
          <p:nvPr/>
        </p:nvSpPr>
        <p:spPr>
          <a:xfrm>
            <a:off x="323377" y="2154771"/>
            <a:ext cx="2684649" cy="1954381"/>
          </a:xfrm>
          <a:prstGeom prst="rect">
            <a:avLst/>
          </a:prstGeom>
          <a:noFill/>
        </p:spPr>
        <p:txBody>
          <a:bodyPr wrap="square" rtlCol="0">
            <a:spAutoFit/>
          </a:bodyPr>
          <a:lstStyle/>
          <a:p>
            <a:pPr algn="ctr" rtl="1"/>
            <a:r>
              <a:rPr lang="fa-IR" b="1">
                <a:solidFill>
                  <a:schemeClr val="accent3"/>
                </a:solidFill>
                <a:latin typeface="Vazir" panose="020B0603030804020204" pitchFamily="34" charset="-78"/>
                <a:cs typeface="Vazir" panose="020B0603030804020204" pitchFamily="34" charset="-78"/>
              </a:rPr>
              <a:t>کلاس بندی نزدیک‌ترین همسایه</a:t>
            </a:r>
            <a:endParaRPr lang="fa-IR" b="1">
              <a:solidFill>
                <a:schemeClr val="tx1"/>
              </a:solidFill>
              <a:latin typeface="Vazir" panose="020B0603030804020204" pitchFamily="34" charset="-78"/>
              <a:cs typeface="Mitra" panose="00000400000000000000" pitchFamily="2" charset="-78"/>
            </a:endParaRPr>
          </a:p>
          <a:p>
            <a:pPr algn="r" rtl="1"/>
            <a:r>
              <a:rPr lang="fa-IR" b="1">
                <a:solidFill>
                  <a:schemeClr val="tx1"/>
                </a:solidFill>
                <a:latin typeface="Vazir" panose="020B0603030804020204" pitchFamily="34" charset="-78"/>
                <a:cs typeface="Mitra" panose="00000400000000000000" pitchFamily="2" charset="-78"/>
              </a:rPr>
              <a:t>مدل ساده و شهودی برای دسته‌بندی نمونه‌ها براساس فاصله در دیتاست</a:t>
            </a:r>
          </a:p>
          <a:p>
            <a:pPr algn="r" rtl="1"/>
            <a:endParaRPr lang="en-US" b="1">
              <a:solidFill>
                <a:schemeClr val="tx1"/>
              </a:solidFill>
              <a:latin typeface="Vazir" panose="020B0603030804020204" pitchFamily="34" charset="-78"/>
              <a:cs typeface="Mitra" panose="00000400000000000000" pitchFamily="2" charset="-78"/>
            </a:endParaRPr>
          </a:p>
          <a:p>
            <a:pPr lvl="0" algn="r" defTabSz="914400" rtl="1" eaLnBrk="0" fontAlgn="base" latinLnBrk="0" hangingPunct="0">
              <a:buSzTx/>
              <a:tabLst/>
            </a:pPr>
            <a:r>
              <a:rPr lang="ar-SA" altLang="en-US" sz="700" b="1">
                <a:solidFill>
                  <a:schemeClr val="tx1"/>
                </a:solidFill>
                <a:latin typeface="Vazir" panose="020B0603030804020204" pitchFamily="34" charset="-78"/>
                <a:cs typeface="Mitra" panose="00000400000000000000" pitchFamily="2" charset="-78"/>
              </a:rPr>
              <a:t>🔵</a:t>
            </a:r>
            <a:r>
              <a:rPr lang="en-US" altLang="en-US" sz="700" b="1">
                <a:solidFill>
                  <a:schemeClr val="tx1"/>
                </a:solidFill>
                <a:latin typeface="Vazir" panose="020B0603030804020204" pitchFamily="34" charset="-78"/>
                <a:cs typeface="Mitra" panose="00000400000000000000" pitchFamily="2" charset="-78"/>
              </a:rPr>
              <a:t> </a:t>
            </a:r>
            <a:r>
              <a:rPr lang="en-US" sz="1300" b="1">
                <a:solidFill>
                  <a:schemeClr val="tx1"/>
                </a:solidFill>
                <a:latin typeface="Vazir" panose="020B0603030804020204" pitchFamily="34" charset="-78"/>
                <a:cs typeface="Mitra" panose="00000400000000000000" pitchFamily="2" charset="-78"/>
              </a:rPr>
              <a:t>KNN </a:t>
            </a:r>
            <a:r>
              <a:rPr lang="fa-IR" sz="1300" b="1">
                <a:solidFill>
                  <a:schemeClr val="tx1"/>
                </a:solidFill>
                <a:latin typeface="Vazir" panose="020B0603030804020204" pitchFamily="34" charset="-78"/>
                <a:cs typeface="Mitra" panose="00000400000000000000" pitchFamily="2" charset="-78"/>
              </a:rPr>
              <a:t>برای دسته‌بندی </a:t>
            </a:r>
            <a:r>
              <a:rPr lang="fa-IR" sz="1200" b="1">
                <a:solidFill>
                  <a:schemeClr val="tx1"/>
                </a:solidFill>
                <a:latin typeface="Vazir" panose="020B0603030804020204" pitchFamily="34" charset="-78"/>
                <a:cs typeface="Mitra" panose="00000400000000000000" pitchFamily="2" charset="-78"/>
              </a:rPr>
              <a:t>(</a:t>
            </a:r>
            <a:r>
              <a:rPr lang="en-US" sz="1200" b="1">
                <a:solidFill>
                  <a:schemeClr val="tx1"/>
                </a:solidFill>
                <a:latin typeface="Vazir" panose="020B0603030804020204" pitchFamily="34" charset="-78"/>
                <a:cs typeface="Mitra" panose="00000400000000000000" pitchFamily="2" charset="-78"/>
              </a:rPr>
              <a:t>Classification</a:t>
            </a:r>
            <a:r>
              <a:rPr lang="fa-IR" sz="1200" b="1">
                <a:solidFill>
                  <a:schemeClr val="tx1"/>
                </a:solidFill>
                <a:latin typeface="Vazir" panose="020B0603030804020204" pitchFamily="34" charset="-78"/>
                <a:cs typeface="Mitra" panose="00000400000000000000" pitchFamily="2" charset="-78"/>
              </a:rPr>
              <a:t>)</a:t>
            </a:r>
          </a:p>
          <a:p>
            <a:pPr lvl="0" algn="r" defTabSz="914400" rtl="1" eaLnBrk="0" fontAlgn="base" latinLnBrk="0" hangingPunct="0">
              <a:buSzTx/>
              <a:tabLst/>
            </a:pPr>
            <a:endParaRPr lang="en-US" altLang="en-US" sz="1200" b="1">
              <a:solidFill>
                <a:schemeClr val="tx1"/>
              </a:solidFill>
              <a:latin typeface="Vazir" panose="020B0603030804020204" pitchFamily="34" charset="-78"/>
              <a:cs typeface="Mitra" panose="00000400000000000000" pitchFamily="2" charset="-78"/>
            </a:endParaRPr>
          </a:p>
          <a:p>
            <a:pPr lvl="0" algn="r" defTabSz="914400" rtl="1" eaLnBrk="0" fontAlgn="base" latinLnBrk="0" hangingPunct="0">
              <a:buClr>
                <a:schemeClr val="accent3"/>
              </a:buClr>
              <a:buSzTx/>
              <a:tabLst/>
            </a:pPr>
            <a:r>
              <a:rPr lang="ar-SA" altLang="en-US" sz="700" b="1">
                <a:solidFill>
                  <a:schemeClr val="tx1"/>
                </a:solidFill>
                <a:latin typeface="Vazir" panose="020B0603030804020204" pitchFamily="34" charset="-78"/>
                <a:cs typeface="Mitra" panose="00000400000000000000" pitchFamily="2" charset="-78"/>
              </a:rPr>
              <a:t>🔵</a:t>
            </a:r>
            <a:r>
              <a:rPr lang="en-US" altLang="en-US" sz="800" b="1">
                <a:solidFill>
                  <a:schemeClr val="tx1"/>
                </a:solidFill>
                <a:latin typeface="Vazir" panose="020B0603030804020204" pitchFamily="34" charset="-78"/>
                <a:cs typeface="Mitra" panose="00000400000000000000" pitchFamily="2" charset="-78"/>
              </a:rPr>
              <a:t> </a:t>
            </a:r>
            <a:r>
              <a:rPr lang="fa-IR" sz="1300" b="1">
                <a:solidFill>
                  <a:schemeClr val="tx1"/>
                </a:solidFill>
                <a:latin typeface="Vazir" panose="020B0603030804020204" pitchFamily="34" charset="-78"/>
                <a:cs typeface="Mitra" panose="00000400000000000000" pitchFamily="2" charset="-78"/>
              </a:rPr>
              <a:t>ترکیب</a:t>
            </a:r>
            <a:r>
              <a:rPr lang="en-US" sz="1300" b="1">
                <a:solidFill>
                  <a:schemeClr val="tx1"/>
                </a:solidFill>
                <a:latin typeface="Vazir" panose="020B0603030804020204" pitchFamily="34" charset="-78"/>
                <a:cs typeface="Mitra" panose="00000400000000000000" pitchFamily="2" charset="-78"/>
              </a:rPr>
              <a:t> KNN</a:t>
            </a:r>
            <a:r>
              <a:rPr lang="fa-IR" sz="1300" b="1">
                <a:solidFill>
                  <a:schemeClr val="tx1"/>
                </a:solidFill>
                <a:latin typeface="Vazir" panose="020B0603030804020204" pitchFamily="34" charset="-78"/>
                <a:cs typeface="Mitra" panose="00000400000000000000" pitchFamily="2" charset="-78"/>
              </a:rPr>
              <a:t> با رگرسیون برای پیش‌بینی عددی </a:t>
            </a:r>
            <a:r>
              <a:rPr lang="fa-IR" sz="1200" b="1">
                <a:solidFill>
                  <a:schemeClr val="tx1"/>
                </a:solidFill>
                <a:latin typeface="Vazir" panose="020B0603030804020204" pitchFamily="34" charset="-78"/>
                <a:cs typeface="Mitra" panose="00000400000000000000" pitchFamily="2" charset="-78"/>
              </a:rPr>
              <a:t>(</a:t>
            </a:r>
            <a:r>
              <a:rPr lang="en-US" sz="1200" b="1">
                <a:solidFill>
                  <a:schemeClr val="tx1"/>
                </a:solidFill>
                <a:latin typeface="Vazir" panose="020B0603030804020204" pitchFamily="34" charset="-78"/>
                <a:cs typeface="Mitra" panose="00000400000000000000" pitchFamily="2" charset="-78"/>
              </a:rPr>
              <a:t>Regression with KNN</a:t>
            </a:r>
            <a:r>
              <a:rPr lang="fa-IR" sz="1200" b="1">
                <a:solidFill>
                  <a:schemeClr val="tx1"/>
                </a:solidFill>
                <a:latin typeface="Vazir" panose="020B0603030804020204" pitchFamily="34" charset="-78"/>
                <a:cs typeface="Mitra" panose="00000400000000000000" pitchFamily="2" charset="-78"/>
              </a:rPr>
              <a:t>)</a:t>
            </a:r>
            <a:endParaRPr lang="en-US" altLang="en-US" sz="1200" b="1">
              <a:solidFill>
                <a:schemeClr val="tx1"/>
              </a:solidFill>
              <a:latin typeface="Vazir" panose="020B0603030804020204" pitchFamily="34" charset="-78"/>
              <a:cs typeface="Mitra" panose="00000400000000000000" pitchFamily="2" charset="-78"/>
            </a:endParaRPr>
          </a:p>
          <a:p>
            <a:pPr algn="r" rtl="1"/>
            <a:endParaRPr lang="en-US" b="1">
              <a:solidFill>
                <a:schemeClr val="tx1"/>
              </a:solidFill>
              <a:latin typeface="Vazir" panose="020B0603030804020204" pitchFamily="34" charset="-78"/>
              <a:cs typeface="Mitra" panose="00000400000000000000" pitchFamily="2" charset="-78"/>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87">
          <a:extLst>
            <a:ext uri="{FF2B5EF4-FFF2-40B4-BE49-F238E27FC236}">
              <a16:creationId xmlns:a16="http://schemas.microsoft.com/office/drawing/2014/main" id="{300CFF2D-42CE-FDD4-72FF-9F9E26C6F4A4}"/>
            </a:ext>
          </a:extLst>
        </p:cNvPr>
        <p:cNvGrpSpPr/>
        <p:nvPr/>
      </p:nvGrpSpPr>
      <p:grpSpPr>
        <a:xfrm>
          <a:off x="0" y="0"/>
          <a:ext cx="0" cy="0"/>
          <a:chOff x="0" y="0"/>
          <a:chExt cx="0" cy="0"/>
        </a:xfrm>
      </p:grpSpPr>
      <p:sp>
        <p:nvSpPr>
          <p:cNvPr id="2" name="Title 6">
            <a:extLst>
              <a:ext uri="{FF2B5EF4-FFF2-40B4-BE49-F238E27FC236}">
                <a16:creationId xmlns:a16="http://schemas.microsoft.com/office/drawing/2014/main" id="{E72A4154-43A0-E6A5-4DF3-899A45BEAD50}"/>
              </a:ext>
            </a:extLst>
          </p:cNvPr>
          <p:cNvSpPr txBox="1">
            <a:spLocks/>
          </p:cNvSpPr>
          <p:nvPr/>
        </p:nvSpPr>
        <p:spPr>
          <a:xfrm>
            <a:off x="2358191" y="229157"/>
            <a:ext cx="4200558" cy="57845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Fredoka One"/>
              <a:buNone/>
              <a:defRPr sz="2800" b="0" i="0" u="none" strike="noStrike" cap="none">
                <a:solidFill>
                  <a:srgbClr val="FFFFFF"/>
                </a:solidFill>
                <a:latin typeface="Fredoka One"/>
                <a:ea typeface="Fredoka One"/>
                <a:cs typeface="Fredoka One"/>
                <a:sym typeface="Fredoka One"/>
              </a:defRPr>
            </a:lvl1pPr>
            <a:lvl2pPr marR="0" lvl="1"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2pPr>
            <a:lvl3pPr marR="0" lvl="2"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3pPr>
            <a:lvl4pPr marR="0" lvl="3"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4pPr>
            <a:lvl5pPr marR="0" lvl="4"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5pPr>
            <a:lvl6pPr marR="0" lvl="5"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6pPr>
            <a:lvl7pPr marR="0" lvl="6"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7pPr>
            <a:lvl8pPr marR="0" lvl="7"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8pPr>
            <a:lvl9pPr marR="0" lvl="8"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9pPr>
          </a:lstStyle>
          <a:p>
            <a:pPr marL="114300"/>
            <a:r>
              <a:rPr lang="fa-IR" sz="2000" b="1">
                <a:latin typeface="Vazir" panose="020B0603030804020204" pitchFamily="34" charset="-78"/>
                <a:cs typeface="Vazir" panose="020B0603030804020204" pitchFamily="34" charset="-78"/>
              </a:rPr>
              <a:t>الگوریتم های پر استفاده در علم داده:</a:t>
            </a:r>
          </a:p>
        </p:txBody>
      </p:sp>
      <p:sp>
        <p:nvSpPr>
          <p:cNvPr id="905" name="Rectangle: Rounded Corners 904">
            <a:extLst>
              <a:ext uri="{FF2B5EF4-FFF2-40B4-BE49-F238E27FC236}">
                <a16:creationId xmlns:a16="http://schemas.microsoft.com/office/drawing/2014/main" id="{5B7EBC29-9FE2-AEE7-E09C-26A51A9E01D9}"/>
              </a:ext>
            </a:extLst>
          </p:cNvPr>
          <p:cNvSpPr/>
          <p:nvPr/>
        </p:nvSpPr>
        <p:spPr>
          <a:xfrm>
            <a:off x="3283891" y="1820849"/>
            <a:ext cx="2647784" cy="3172570"/>
          </a:xfrm>
          <a:prstGeom prst="roundRect">
            <a:avLst/>
          </a:prstGeom>
          <a:ln w="28575">
            <a:solidFill>
              <a:srgbClr val="01FB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4" name="Google Shape;889;p46">
            <a:extLst>
              <a:ext uri="{FF2B5EF4-FFF2-40B4-BE49-F238E27FC236}">
                <a16:creationId xmlns:a16="http://schemas.microsoft.com/office/drawing/2014/main" id="{5067EF58-FDF4-2E37-F083-AA44262FEA5D}"/>
              </a:ext>
            </a:extLst>
          </p:cNvPr>
          <p:cNvSpPr/>
          <p:nvPr/>
        </p:nvSpPr>
        <p:spPr>
          <a:xfrm>
            <a:off x="3769307" y="717222"/>
            <a:ext cx="1595968" cy="1439449"/>
          </a:xfrm>
          <a:prstGeom prst="ellipse">
            <a:avLst/>
          </a:prstGeom>
          <a:solidFill>
            <a:schemeClr val="lt1"/>
          </a:solidFill>
          <a:ln w="28575">
            <a:solidFill>
              <a:srgbClr val="01FBC8"/>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Rectangle: Rounded Corners 905">
            <a:extLst>
              <a:ext uri="{FF2B5EF4-FFF2-40B4-BE49-F238E27FC236}">
                <a16:creationId xmlns:a16="http://schemas.microsoft.com/office/drawing/2014/main" id="{1E4D7E7F-E8AF-E473-350A-860FB1FEF00E}"/>
              </a:ext>
            </a:extLst>
          </p:cNvPr>
          <p:cNvSpPr/>
          <p:nvPr/>
        </p:nvSpPr>
        <p:spPr>
          <a:xfrm>
            <a:off x="360308" y="1820849"/>
            <a:ext cx="2647784" cy="3172570"/>
          </a:xfrm>
          <a:prstGeom prst="roundRect">
            <a:avLst/>
          </a:prstGeom>
          <a:ln w="28575">
            <a:solidFill>
              <a:srgbClr val="01FB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Google Shape;889;p46">
            <a:extLst>
              <a:ext uri="{FF2B5EF4-FFF2-40B4-BE49-F238E27FC236}">
                <a16:creationId xmlns:a16="http://schemas.microsoft.com/office/drawing/2014/main" id="{86E88BCC-C0F1-A2FD-40BD-04D0B996EBB3}"/>
              </a:ext>
            </a:extLst>
          </p:cNvPr>
          <p:cNvSpPr/>
          <p:nvPr/>
        </p:nvSpPr>
        <p:spPr>
          <a:xfrm>
            <a:off x="845724" y="717222"/>
            <a:ext cx="1595968" cy="1439449"/>
          </a:xfrm>
          <a:prstGeom prst="ellipse">
            <a:avLst/>
          </a:prstGeom>
          <a:solidFill>
            <a:schemeClr val="lt1"/>
          </a:solidFill>
          <a:ln w="28575">
            <a:solidFill>
              <a:srgbClr val="01FBC8"/>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Rectangle: Rounded Corners 917">
            <a:extLst>
              <a:ext uri="{FF2B5EF4-FFF2-40B4-BE49-F238E27FC236}">
                <a16:creationId xmlns:a16="http://schemas.microsoft.com/office/drawing/2014/main" id="{812C8646-D508-2E92-42F8-DAAADBC48ACD}"/>
              </a:ext>
            </a:extLst>
          </p:cNvPr>
          <p:cNvSpPr/>
          <p:nvPr/>
        </p:nvSpPr>
        <p:spPr>
          <a:xfrm>
            <a:off x="6223376" y="1820849"/>
            <a:ext cx="2647784" cy="3172570"/>
          </a:xfrm>
          <a:prstGeom prst="roundRect">
            <a:avLst/>
          </a:prstGeom>
          <a:ln w="28575">
            <a:solidFill>
              <a:srgbClr val="01FB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9" name="Google Shape;889;p46">
            <a:extLst>
              <a:ext uri="{FF2B5EF4-FFF2-40B4-BE49-F238E27FC236}">
                <a16:creationId xmlns:a16="http://schemas.microsoft.com/office/drawing/2014/main" id="{7815343E-6E8F-A984-4273-00DE3DB47CA9}"/>
              </a:ext>
            </a:extLst>
          </p:cNvPr>
          <p:cNvSpPr/>
          <p:nvPr/>
        </p:nvSpPr>
        <p:spPr>
          <a:xfrm>
            <a:off x="6775728" y="686554"/>
            <a:ext cx="1595968" cy="1439449"/>
          </a:xfrm>
          <a:prstGeom prst="ellipse">
            <a:avLst/>
          </a:prstGeom>
          <a:solidFill>
            <a:schemeClr val="lt1"/>
          </a:solidFill>
          <a:ln w="28575">
            <a:solidFill>
              <a:srgbClr val="01FBC8"/>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sz="1900">
              <a:solidFill>
                <a:schemeClr val="accent3"/>
              </a:solidFill>
              <a:latin typeface="Fredoka One"/>
            </a:endParaRPr>
          </a:p>
        </p:txBody>
      </p:sp>
      <p:sp>
        <p:nvSpPr>
          <p:cNvPr id="920" name="TextBox 919">
            <a:extLst>
              <a:ext uri="{FF2B5EF4-FFF2-40B4-BE49-F238E27FC236}">
                <a16:creationId xmlns:a16="http://schemas.microsoft.com/office/drawing/2014/main" id="{AC8043CD-7054-515A-ACB8-04A7B2804650}"/>
              </a:ext>
            </a:extLst>
          </p:cNvPr>
          <p:cNvSpPr txBox="1"/>
          <p:nvPr/>
        </p:nvSpPr>
        <p:spPr>
          <a:xfrm>
            <a:off x="6941251" y="920212"/>
            <a:ext cx="1268326" cy="707886"/>
          </a:xfrm>
          <a:prstGeom prst="rect">
            <a:avLst/>
          </a:prstGeom>
          <a:noFill/>
        </p:spPr>
        <p:txBody>
          <a:bodyPr wrap="square" rtlCol="0">
            <a:spAutoFit/>
          </a:bodyPr>
          <a:lstStyle/>
          <a:p>
            <a:pPr marL="0" lvl="0" indent="0" algn="ctr" rtl="0">
              <a:spcBef>
                <a:spcPts val="0"/>
              </a:spcBef>
              <a:spcAft>
                <a:spcPts val="0"/>
              </a:spcAft>
              <a:buNone/>
            </a:pPr>
            <a:r>
              <a:rPr lang="en-US" sz="2000" b="1">
                <a:solidFill>
                  <a:schemeClr val="accent3"/>
                </a:solidFill>
                <a:latin typeface="Fredoka One"/>
                <a:sym typeface="Raleway"/>
              </a:rPr>
              <a:t>04</a:t>
            </a:r>
          </a:p>
          <a:p>
            <a:pPr marL="0" lvl="0" indent="0" algn="ctr" rtl="0">
              <a:spcBef>
                <a:spcPts val="0"/>
              </a:spcBef>
              <a:spcAft>
                <a:spcPts val="0"/>
              </a:spcAft>
              <a:buNone/>
            </a:pPr>
            <a:r>
              <a:rPr lang="en-US" sz="2000">
                <a:solidFill>
                  <a:schemeClr val="accent3"/>
                </a:solidFill>
                <a:latin typeface="Fredoka One"/>
                <a:sym typeface="Raleway"/>
              </a:rPr>
              <a:t>SVM</a:t>
            </a:r>
            <a:endParaRPr lang="en-US" sz="2000">
              <a:solidFill>
                <a:schemeClr val="accent3"/>
              </a:solidFill>
              <a:latin typeface="Fredoka One"/>
            </a:endParaRPr>
          </a:p>
        </p:txBody>
      </p:sp>
      <p:sp>
        <p:nvSpPr>
          <p:cNvPr id="921" name="TextBox 920">
            <a:extLst>
              <a:ext uri="{FF2B5EF4-FFF2-40B4-BE49-F238E27FC236}">
                <a16:creationId xmlns:a16="http://schemas.microsoft.com/office/drawing/2014/main" id="{546A4EC1-5F0B-2F7F-4641-9A88F2B85E91}"/>
              </a:ext>
            </a:extLst>
          </p:cNvPr>
          <p:cNvSpPr txBox="1"/>
          <p:nvPr/>
        </p:nvSpPr>
        <p:spPr>
          <a:xfrm>
            <a:off x="3774929" y="920212"/>
            <a:ext cx="1595968" cy="707886"/>
          </a:xfrm>
          <a:prstGeom prst="rect">
            <a:avLst/>
          </a:prstGeom>
          <a:noFill/>
        </p:spPr>
        <p:txBody>
          <a:bodyPr wrap="square" rtlCol="0">
            <a:spAutoFit/>
          </a:bodyPr>
          <a:lstStyle/>
          <a:p>
            <a:pPr marL="0" lvl="0" indent="0" algn="ctr" rtl="0">
              <a:spcBef>
                <a:spcPts val="0"/>
              </a:spcBef>
              <a:spcAft>
                <a:spcPts val="0"/>
              </a:spcAft>
              <a:buNone/>
            </a:pPr>
            <a:r>
              <a:rPr lang="en-US" sz="2000" b="1">
                <a:solidFill>
                  <a:schemeClr val="accent3"/>
                </a:solidFill>
                <a:latin typeface="Fredoka One"/>
                <a:sym typeface="Raleway"/>
              </a:rPr>
              <a:t>05</a:t>
            </a:r>
          </a:p>
          <a:p>
            <a:pPr marL="0" lvl="0" indent="0" algn="ctr" rtl="0">
              <a:spcBef>
                <a:spcPts val="0"/>
              </a:spcBef>
              <a:spcAft>
                <a:spcPts val="0"/>
              </a:spcAft>
              <a:buNone/>
            </a:pPr>
            <a:r>
              <a:rPr lang="en-US" sz="2000">
                <a:solidFill>
                  <a:schemeClr val="accent3"/>
                </a:solidFill>
                <a:latin typeface="Fredoka One"/>
              </a:rPr>
              <a:t>Clustering</a:t>
            </a:r>
          </a:p>
        </p:txBody>
      </p:sp>
      <p:sp>
        <p:nvSpPr>
          <p:cNvPr id="922" name="TextBox 921">
            <a:extLst>
              <a:ext uri="{FF2B5EF4-FFF2-40B4-BE49-F238E27FC236}">
                <a16:creationId xmlns:a16="http://schemas.microsoft.com/office/drawing/2014/main" id="{27926F3D-00A0-8D47-582F-BFB5C3EEBF50}"/>
              </a:ext>
            </a:extLst>
          </p:cNvPr>
          <p:cNvSpPr txBox="1"/>
          <p:nvPr/>
        </p:nvSpPr>
        <p:spPr>
          <a:xfrm>
            <a:off x="845724" y="895576"/>
            <a:ext cx="1595968" cy="1015663"/>
          </a:xfrm>
          <a:prstGeom prst="rect">
            <a:avLst/>
          </a:prstGeom>
          <a:noFill/>
        </p:spPr>
        <p:txBody>
          <a:bodyPr wrap="square" rtlCol="0">
            <a:spAutoFit/>
          </a:bodyPr>
          <a:lstStyle/>
          <a:p>
            <a:pPr marL="0" lvl="0" indent="0" algn="ctr" rtl="0">
              <a:spcBef>
                <a:spcPts val="0"/>
              </a:spcBef>
              <a:spcAft>
                <a:spcPts val="0"/>
              </a:spcAft>
              <a:buNone/>
            </a:pPr>
            <a:r>
              <a:rPr lang="fa-IR" sz="2000" b="1">
                <a:solidFill>
                  <a:schemeClr val="accent3"/>
                </a:solidFill>
                <a:latin typeface="Fredoka One"/>
                <a:sym typeface="Raleway"/>
              </a:rPr>
              <a:t>06</a:t>
            </a:r>
            <a:endParaRPr lang="en-US" sz="2000" b="1">
              <a:solidFill>
                <a:schemeClr val="accent3"/>
              </a:solidFill>
              <a:latin typeface="Fredoka One"/>
              <a:sym typeface="Raleway"/>
            </a:endParaRPr>
          </a:p>
          <a:p>
            <a:pPr marL="0" lvl="0" indent="0" algn="ctr" rtl="0">
              <a:spcBef>
                <a:spcPts val="0"/>
              </a:spcBef>
              <a:spcAft>
                <a:spcPts val="0"/>
              </a:spcAft>
              <a:buNone/>
            </a:pPr>
            <a:r>
              <a:rPr lang="en-US" sz="2000">
                <a:solidFill>
                  <a:schemeClr val="accent3"/>
                </a:solidFill>
                <a:latin typeface="Fredoka One"/>
              </a:rPr>
              <a:t>Ensemble Methods</a:t>
            </a:r>
          </a:p>
        </p:txBody>
      </p:sp>
      <p:sp>
        <p:nvSpPr>
          <p:cNvPr id="5" name="TextBox 4">
            <a:extLst>
              <a:ext uri="{FF2B5EF4-FFF2-40B4-BE49-F238E27FC236}">
                <a16:creationId xmlns:a16="http://schemas.microsoft.com/office/drawing/2014/main" id="{3B5F3F5B-A7DC-43CE-8ACB-398A7077E9EE}"/>
              </a:ext>
            </a:extLst>
          </p:cNvPr>
          <p:cNvSpPr txBox="1"/>
          <p:nvPr/>
        </p:nvSpPr>
        <p:spPr>
          <a:xfrm>
            <a:off x="6223376" y="2154771"/>
            <a:ext cx="2610853" cy="2339102"/>
          </a:xfrm>
          <a:prstGeom prst="rect">
            <a:avLst/>
          </a:prstGeom>
          <a:noFill/>
        </p:spPr>
        <p:txBody>
          <a:bodyPr wrap="square" rtlCol="0">
            <a:spAutoFit/>
          </a:bodyPr>
          <a:lstStyle/>
          <a:p>
            <a:pPr algn="ctr" rtl="1"/>
            <a:r>
              <a:rPr lang="en-US" b="1">
                <a:solidFill>
                  <a:schemeClr val="accent3"/>
                </a:solidFill>
                <a:latin typeface="Vazir" panose="020B0603030804020204" pitchFamily="34" charset="-78"/>
                <a:cs typeface="Vazir" panose="020B0603030804020204" pitchFamily="34" charset="-78"/>
              </a:rPr>
              <a:t>Support Vector Machine</a:t>
            </a:r>
            <a:endParaRPr lang="fa-IR" b="1">
              <a:solidFill>
                <a:schemeClr val="accent3"/>
              </a:solidFill>
              <a:latin typeface="Vazir" panose="020B0603030804020204" pitchFamily="34" charset="-78"/>
              <a:cs typeface="Vazir" panose="020B0603030804020204" pitchFamily="34" charset="-78"/>
            </a:endParaRPr>
          </a:p>
          <a:p>
            <a:pPr algn="r" rtl="1"/>
            <a:r>
              <a:rPr lang="fa-IR" b="1">
                <a:solidFill>
                  <a:schemeClr val="tx1"/>
                </a:solidFill>
                <a:latin typeface="Vazir" panose="020B0603030804020204" pitchFamily="34" charset="-78"/>
                <a:cs typeface="Mitra" panose="00000400000000000000" pitchFamily="2" charset="-78"/>
              </a:rPr>
              <a:t>مدلی قوی برای تفکیک داده‌های دسته‌بندی‌شده</a:t>
            </a:r>
          </a:p>
          <a:p>
            <a:pPr algn="r" rtl="1"/>
            <a:endParaRPr lang="en-US" b="1">
              <a:solidFill>
                <a:schemeClr val="tx1"/>
              </a:solidFill>
              <a:latin typeface="Vazir" panose="020B0603030804020204" pitchFamily="34" charset="-78"/>
              <a:cs typeface="Mitra" panose="00000400000000000000" pitchFamily="2" charset="-78"/>
            </a:endParaRPr>
          </a:p>
          <a:p>
            <a:pPr lvl="0" algn="r" defTabSz="914400" rtl="1" eaLnBrk="0" fontAlgn="base" latinLnBrk="0" hangingPunct="0">
              <a:buSzTx/>
              <a:tabLst/>
            </a:pPr>
            <a:r>
              <a:rPr lang="ar-SA" altLang="en-US" sz="700" b="1">
                <a:solidFill>
                  <a:schemeClr val="tx1"/>
                </a:solidFill>
                <a:latin typeface="Vazir" panose="020B0603030804020204" pitchFamily="34" charset="-78"/>
                <a:cs typeface="Mitra" panose="00000400000000000000" pitchFamily="2" charset="-78"/>
              </a:rPr>
              <a:t>🔵</a:t>
            </a:r>
            <a:r>
              <a:rPr lang="en-US" altLang="en-US" sz="1300" b="1">
                <a:solidFill>
                  <a:schemeClr val="tx1"/>
                </a:solidFill>
                <a:latin typeface="Vazir" panose="020B0603030804020204" pitchFamily="34" charset="-78"/>
                <a:cs typeface="Mitra" panose="00000400000000000000" pitchFamily="2" charset="-78"/>
              </a:rPr>
              <a:t> </a:t>
            </a:r>
            <a:r>
              <a:rPr lang="en-US" sz="1200" b="1">
                <a:solidFill>
                  <a:schemeClr val="tx1"/>
                </a:solidFill>
                <a:latin typeface="Vazir" panose="020B0603030804020204" pitchFamily="34" charset="-78"/>
                <a:cs typeface="Mitra" panose="00000400000000000000" pitchFamily="2" charset="-78"/>
              </a:rPr>
              <a:t>SVM</a:t>
            </a:r>
            <a:r>
              <a:rPr lang="en-US" sz="1300" b="1">
                <a:solidFill>
                  <a:schemeClr val="tx1"/>
                </a:solidFill>
                <a:latin typeface="Vazir" panose="020B0603030804020204" pitchFamily="34" charset="-78"/>
                <a:cs typeface="Mitra" panose="00000400000000000000" pitchFamily="2" charset="-78"/>
              </a:rPr>
              <a:t> </a:t>
            </a:r>
            <a:r>
              <a:rPr lang="fa-IR" sz="1300" b="1">
                <a:solidFill>
                  <a:schemeClr val="tx1"/>
                </a:solidFill>
                <a:latin typeface="Vazir" panose="020B0603030804020204" pitchFamily="34" charset="-78"/>
                <a:cs typeface="Mitra" panose="00000400000000000000" pitchFamily="2" charset="-78"/>
              </a:rPr>
              <a:t>خطی</a:t>
            </a:r>
            <a:r>
              <a:rPr lang="en-US" sz="1200" b="1">
                <a:solidFill>
                  <a:schemeClr val="tx1"/>
                </a:solidFill>
                <a:latin typeface="Vazir" panose="020B0603030804020204" pitchFamily="34" charset="-78"/>
                <a:cs typeface="Mitra" panose="00000400000000000000" pitchFamily="2" charset="-78"/>
              </a:rPr>
              <a:t>Linear SVM)</a:t>
            </a:r>
            <a:r>
              <a:rPr lang="fa-IR" sz="1200" b="1">
                <a:solidFill>
                  <a:schemeClr val="tx1"/>
                </a:solidFill>
                <a:latin typeface="Vazir" panose="020B0603030804020204" pitchFamily="34" charset="-78"/>
                <a:cs typeface="Mitra" panose="00000400000000000000" pitchFamily="2" charset="-78"/>
              </a:rPr>
              <a:t>)</a:t>
            </a:r>
          </a:p>
          <a:p>
            <a:pPr lvl="0" algn="r" defTabSz="914400" rtl="1" eaLnBrk="0" fontAlgn="base" latinLnBrk="0" hangingPunct="0">
              <a:buSzTx/>
              <a:tabLst/>
            </a:pPr>
            <a:endParaRPr lang="en-US" altLang="en-US" sz="1300" b="1">
              <a:solidFill>
                <a:schemeClr val="tx1"/>
              </a:solidFill>
              <a:latin typeface="Vazir" panose="020B0603030804020204" pitchFamily="34" charset="-78"/>
              <a:cs typeface="Mitra" panose="00000400000000000000" pitchFamily="2" charset="-78"/>
            </a:endParaRPr>
          </a:p>
          <a:p>
            <a:pPr lvl="0" algn="r" defTabSz="914400" rtl="1" eaLnBrk="0" fontAlgn="base" latinLnBrk="0" hangingPunct="0">
              <a:buClr>
                <a:schemeClr val="accent3"/>
              </a:buClr>
              <a:buSzTx/>
              <a:tabLst/>
            </a:pPr>
            <a:r>
              <a:rPr lang="ar-SA" altLang="en-US" sz="700" b="1">
                <a:solidFill>
                  <a:schemeClr val="tx1"/>
                </a:solidFill>
                <a:latin typeface="Vazir" panose="020B0603030804020204" pitchFamily="34" charset="-78"/>
                <a:cs typeface="Mitra" panose="00000400000000000000" pitchFamily="2" charset="-78"/>
              </a:rPr>
              <a:t>🔵</a:t>
            </a:r>
            <a:r>
              <a:rPr lang="en-US" altLang="en-US" sz="1300" b="1">
                <a:solidFill>
                  <a:schemeClr val="tx1"/>
                </a:solidFill>
                <a:latin typeface="Vazir" panose="020B0603030804020204" pitchFamily="34" charset="-78"/>
                <a:cs typeface="Mitra" panose="00000400000000000000" pitchFamily="2" charset="-78"/>
              </a:rPr>
              <a:t> </a:t>
            </a:r>
            <a:r>
              <a:rPr lang="en-US" sz="1200" b="1">
                <a:solidFill>
                  <a:schemeClr val="tx1"/>
                </a:solidFill>
                <a:latin typeface="Vazir" panose="020B0603030804020204" pitchFamily="34" charset="-78"/>
                <a:cs typeface="Mitra" panose="00000400000000000000" pitchFamily="2" charset="-78"/>
              </a:rPr>
              <a:t>SVM</a:t>
            </a:r>
            <a:r>
              <a:rPr lang="en-US" sz="1300" b="1">
                <a:solidFill>
                  <a:schemeClr val="tx1"/>
                </a:solidFill>
                <a:latin typeface="Vazir" panose="020B0603030804020204" pitchFamily="34" charset="-78"/>
                <a:cs typeface="Mitra" panose="00000400000000000000" pitchFamily="2" charset="-78"/>
              </a:rPr>
              <a:t> </a:t>
            </a:r>
            <a:r>
              <a:rPr lang="fa-IR" sz="1300" b="1">
                <a:solidFill>
                  <a:schemeClr val="tx1"/>
                </a:solidFill>
                <a:latin typeface="Vazir" panose="020B0603030804020204" pitchFamily="34" charset="-78"/>
                <a:cs typeface="Mitra" panose="00000400000000000000" pitchFamily="2" charset="-78"/>
              </a:rPr>
              <a:t>با کرنل غیرخطی (</a:t>
            </a:r>
            <a:r>
              <a:rPr lang="en-US" sz="1200" b="1">
                <a:solidFill>
                  <a:schemeClr val="tx1"/>
                </a:solidFill>
                <a:latin typeface="Vazir" panose="020B0603030804020204" pitchFamily="34" charset="-78"/>
                <a:cs typeface="Mitra" panose="00000400000000000000" pitchFamily="2" charset="-78"/>
              </a:rPr>
              <a:t>Non-linear</a:t>
            </a:r>
            <a:r>
              <a:rPr lang="en-US" sz="1300" b="1">
                <a:solidFill>
                  <a:schemeClr val="tx1"/>
                </a:solidFill>
                <a:latin typeface="Vazir" panose="020B0603030804020204" pitchFamily="34" charset="-78"/>
                <a:cs typeface="Mitra" panose="00000400000000000000" pitchFamily="2" charset="-78"/>
              </a:rPr>
              <a:t> </a:t>
            </a:r>
            <a:r>
              <a:rPr lang="en-US" sz="1200" b="1">
                <a:solidFill>
                  <a:schemeClr val="tx1"/>
                </a:solidFill>
                <a:latin typeface="Vazir" panose="020B0603030804020204" pitchFamily="34" charset="-78"/>
                <a:cs typeface="Mitra" panose="00000400000000000000" pitchFamily="2" charset="-78"/>
              </a:rPr>
              <a:t>Kernel SVM</a:t>
            </a:r>
            <a:r>
              <a:rPr lang="fa-IR" sz="1200" b="1">
                <a:solidFill>
                  <a:schemeClr val="tx1"/>
                </a:solidFill>
                <a:latin typeface="Vazir" panose="020B0603030804020204" pitchFamily="34" charset="-78"/>
                <a:cs typeface="Mitra" panose="00000400000000000000" pitchFamily="2" charset="-78"/>
              </a:rPr>
              <a:t>)</a:t>
            </a:r>
          </a:p>
          <a:p>
            <a:pPr lvl="0" algn="r" defTabSz="914400" rtl="1" eaLnBrk="0" fontAlgn="base" latinLnBrk="0" hangingPunct="0">
              <a:buClr>
                <a:schemeClr val="accent3"/>
              </a:buClr>
              <a:buSzTx/>
              <a:tabLst/>
            </a:pPr>
            <a:endParaRPr lang="en-US" altLang="en-US" sz="1300" b="1">
              <a:solidFill>
                <a:schemeClr val="tx1"/>
              </a:solidFill>
              <a:latin typeface="Vazir" panose="020B0603030804020204" pitchFamily="34" charset="-78"/>
              <a:cs typeface="Mitra" panose="00000400000000000000" pitchFamily="2" charset="-78"/>
            </a:endParaRPr>
          </a:p>
          <a:p>
            <a:pPr lvl="0" algn="r" defTabSz="914400" rtl="1" eaLnBrk="0" fontAlgn="base" latinLnBrk="0" hangingPunct="0">
              <a:buSzTx/>
              <a:tabLst/>
            </a:pPr>
            <a:r>
              <a:rPr lang="ar-SA" altLang="en-US" sz="700" b="1">
                <a:solidFill>
                  <a:schemeClr val="tx1"/>
                </a:solidFill>
                <a:latin typeface="Vazir" panose="020B0603030804020204" pitchFamily="34" charset="-78"/>
                <a:cs typeface="Mitra" panose="00000400000000000000" pitchFamily="2" charset="-78"/>
              </a:rPr>
              <a:t>🔵</a:t>
            </a:r>
            <a:r>
              <a:rPr lang="en-US" altLang="en-US" sz="800" b="1">
                <a:solidFill>
                  <a:schemeClr val="tx1"/>
                </a:solidFill>
                <a:latin typeface="Vazir" panose="020B0603030804020204" pitchFamily="34" charset="-78"/>
                <a:cs typeface="Mitra" panose="00000400000000000000" pitchFamily="2" charset="-78"/>
              </a:rPr>
              <a:t> </a:t>
            </a:r>
            <a:r>
              <a:rPr lang="en-US" sz="1200" b="1">
                <a:solidFill>
                  <a:schemeClr val="tx1"/>
                </a:solidFill>
                <a:latin typeface="Vazir" panose="020B0603030804020204" pitchFamily="34" charset="-78"/>
                <a:cs typeface="Mitra" panose="00000400000000000000" pitchFamily="2" charset="-78"/>
              </a:rPr>
              <a:t>SVM </a:t>
            </a:r>
            <a:r>
              <a:rPr lang="fa-IR" sz="1300" b="1">
                <a:solidFill>
                  <a:schemeClr val="tx1"/>
                </a:solidFill>
                <a:latin typeface="Vazir" panose="020B0603030804020204" pitchFamily="34" charset="-78"/>
                <a:cs typeface="Mitra" panose="00000400000000000000" pitchFamily="2" charset="-78"/>
              </a:rPr>
              <a:t>برای مسائل چندکلاسه </a:t>
            </a:r>
            <a:r>
              <a:rPr lang="fa-IR" sz="1200" b="1">
                <a:solidFill>
                  <a:schemeClr val="tx1"/>
                </a:solidFill>
                <a:latin typeface="Vazir" panose="020B0603030804020204" pitchFamily="34" charset="-78"/>
                <a:cs typeface="Mitra" panose="00000400000000000000" pitchFamily="2" charset="-78"/>
              </a:rPr>
              <a:t>(</a:t>
            </a:r>
            <a:r>
              <a:rPr lang="en-US" sz="1200" b="1">
                <a:solidFill>
                  <a:schemeClr val="tx1"/>
                </a:solidFill>
                <a:latin typeface="Vazir" panose="020B0603030804020204" pitchFamily="34" charset="-78"/>
                <a:cs typeface="Mitra" panose="00000400000000000000" pitchFamily="2" charset="-78"/>
              </a:rPr>
              <a:t>Multiclass SVM</a:t>
            </a:r>
            <a:r>
              <a:rPr lang="fa-IR" sz="1200" b="1">
                <a:solidFill>
                  <a:schemeClr val="tx1"/>
                </a:solidFill>
                <a:latin typeface="Vazir" panose="020B0603030804020204" pitchFamily="34" charset="-78"/>
                <a:cs typeface="Mitra" panose="00000400000000000000" pitchFamily="2" charset="-78"/>
              </a:rPr>
              <a:t>)</a:t>
            </a:r>
            <a:endParaRPr lang="en-US" sz="1200" b="1">
              <a:solidFill>
                <a:schemeClr val="tx1"/>
              </a:solidFill>
              <a:latin typeface="Vazir" panose="020B0603030804020204" pitchFamily="34" charset="-78"/>
              <a:cs typeface="Mitra" panose="00000400000000000000" pitchFamily="2" charset="-78"/>
            </a:endParaRPr>
          </a:p>
        </p:txBody>
      </p:sp>
      <p:sp>
        <p:nvSpPr>
          <p:cNvPr id="6" name="TextBox 5">
            <a:extLst>
              <a:ext uri="{FF2B5EF4-FFF2-40B4-BE49-F238E27FC236}">
                <a16:creationId xmlns:a16="http://schemas.microsoft.com/office/drawing/2014/main" id="{0B092824-A7ED-EA03-BB66-2059A47B4692}"/>
              </a:ext>
            </a:extLst>
          </p:cNvPr>
          <p:cNvSpPr txBox="1"/>
          <p:nvPr/>
        </p:nvSpPr>
        <p:spPr>
          <a:xfrm>
            <a:off x="3310445" y="2154771"/>
            <a:ext cx="2610853" cy="2292935"/>
          </a:xfrm>
          <a:prstGeom prst="rect">
            <a:avLst/>
          </a:prstGeom>
          <a:noFill/>
        </p:spPr>
        <p:txBody>
          <a:bodyPr wrap="square" rtlCol="0">
            <a:spAutoFit/>
          </a:bodyPr>
          <a:lstStyle/>
          <a:p>
            <a:pPr algn="ctr" rtl="1"/>
            <a:r>
              <a:rPr lang="fa-IR" b="1">
                <a:solidFill>
                  <a:schemeClr val="accent3"/>
                </a:solidFill>
                <a:latin typeface="Vazir" panose="020B0603030804020204" pitchFamily="34" charset="-78"/>
                <a:cs typeface="Vazir" panose="020B0603030804020204" pitchFamily="34" charset="-78"/>
              </a:rPr>
              <a:t>خوشه‌بندی</a:t>
            </a:r>
          </a:p>
          <a:p>
            <a:pPr algn="r" rtl="1"/>
            <a:r>
              <a:rPr lang="fa-IR" b="1"/>
              <a:t>روش‌های تفکیک و گروه‌بندی داده‌ها</a:t>
            </a:r>
          </a:p>
          <a:p>
            <a:pPr algn="r" rtl="1"/>
            <a:endParaRPr lang="fa-IR" b="1">
              <a:solidFill>
                <a:schemeClr val="tx1"/>
              </a:solidFill>
              <a:latin typeface="Vazir" panose="020B0603030804020204" pitchFamily="34" charset="-78"/>
              <a:cs typeface="Mitra" panose="00000400000000000000" pitchFamily="2" charset="-78"/>
            </a:endParaRPr>
          </a:p>
          <a:p>
            <a:pPr algn="r" rtl="1"/>
            <a:endParaRPr lang="en-US" b="1">
              <a:solidFill>
                <a:schemeClr val="tx1"/>
              </a:solidFill>
              <a:latin typeface="Vazir" panose="020B0603030804020204" pitchFamily="34" charset="-78"/>
              <a:cs typeface="Mitra" panose="00000400000000000000" pitchFamily="2" charset="-78"/>
            </a:endParaRPr>
          </a:p>
          <a:p>
            <a:pPr lvl="0" algn="r" defTabSz="914400" rtl="1" eaLnBrk="0" fontAlgn="base" latinLnBrk="0" hangingPunct="0">
              <a:buSzTx/>
              <a:tabLst/>
            </a:pPr>
            <a:r>
              <a:rPr lang="ar-SA" altLang="en-US" sz="700" b="1">
                <a:solidFill>
                  <a:schemeClr val="tx1"/>
                </a:solidFill>
                <a:latin typeface="Vazir" panose="020B0603030804020204" pitchFamily="34" charset="-78"/>
                <a:cs typeface="Mitra" panose="00000400000000000000" pitchFamily="2" charset="-78"/>
              </a:rPr>
              <a:t>🔵</a:t>
            </a:r>
            <a:r>
              <a:rPr lang="en-US" altLang="en-US" sz="1300" b="1">
                <a:solidFill>
                  <a:schemeClr val="tx1"/>
                </a:solidFill>
                <a:latin typeface="Vazir" panose="020B0603030804020204" pitchFamily="34" charset="-78"/>
                <a:cs typeface="Mitra" panose="00000400000000000000" pitchFamily="2" charset="-78"/>
              </a:rPr>
              <a:t> </a:t>
            </a:r>
            <a:r>
              <a:rPr lang="fa-IR" sz="1300" b="1">
                <a:solidFill>
                  <a:schemeClr val="tx1"/>
                </a:solidFill>
                <a:latin typeface="Vazir" panose="020B0603030804020204" pitchFamily="34" charset="-78"/>
                <a:cs typeface="Mitra" panose="00000400000000000000" pitchFamily="2" charset="-78"/>
              </a:rPr>
              <a:t>خوشه‌بندی </a:t>
            </a:r>
            <a:r>
              <a:rPr lang="en-US" sz="1200" b="1">
                <a:solidFill>
                  <a:schemeClr val="tx1"/>
                </a:solidFill>
                <a:latin typeface="Vazir" panose="020B0603030804020204" pitchFamily="34" charset="-78"/>
                <a:cs typeface="Mitra" panose="00000400000000000000" pitchFamily="2" charset="-78"/>
              </a:rPr>
              <a:t>(K-Means Clustering)</a:t>
            </a:r>
            <a:endParaRPr lang="fa-IR" sz="1200" b="1">
              <a:solidFill>
                <a:schemeClr val="tx1"/>
              </a:solidFill>
              <a:latin typeface="Vazir" panose="020B0603030804020204" pitchFamily="34" charset="-78"/>
              <a:cs typeface="Mitra" panose="00000400000000000000" pitchFamily="2" charset="-78"/>
            </a:endParaRPr>
          </a:p>
          <a:p>
            <a:pPr lvl="0" algn="r" defTabSz="914400" rtl="1" eaLnBrk="0" fontAlgn="base" latinLnBrk="0" hangingPunct="0">
              <a:buSzTx/>
              <a:tabLst/>
            </a:pPr>
            <a:endParaRPr lang="en-US" altLang="en-US" sz="1200" b="1">
              <a:solidFill>
                <a:schemeClr val="tx1"/>
              </a:solidFill>
              <a:latin typeface="Vazir" panose="020B0603030804020204" pitchFamily="34" charset="-78"/>
              <a:cs typeface="Mitra" panose="00000400000000000000" pitchFamily="2" charset="-78"/>
            </a:endParaRPr>
          </a:p>
          <a:p>
            <a:pPr lvl="0" algn="r" defTabSz="914400" rtl="1" eaLnBrk="0" fontAlgn="base" latinLnBrk="0" hangingPunct="0">
              <a:buClr>
                <a:schemeClr val="accent3"/>
              </a:buClr>
              <a:buSzTx/>
              <a:tabLst/>
            </a:pPr>
            <a:r>
              <a:rPr lang="ar-SA" altLang="en-US" sz="700" b="1">
                <a:solidFill>
                  <a:schemeClr val="tx1"/>
                </a:solidFill>
                <a:latin typeface="Vazir" panose="020B0603030804020204" pitchFamily="34" charset="-78"/>
                <a:cs typeface="Mitra" panose="00000400000000000000" pitchFamily="2" charset="-78"/>
              </a:rPr>
              <a:t>🔵</a:t>
            </a:r>
            <a:r>
              <a:rPr lang="en-US" altLang="en-US" sz="1300" b="1">
                <a:solidFill>
                  <a:schemeClr val="tx1"/>
                </a:solidFill>
                <a:latin typeface="Vazir" panose="020B0603030804020204" pitchFamily="34" charset="-78"/>
                <a:cs typeface="Mitra" panose="00000400000000000000" pitchFamily="2" charset="-78"/>
              </a:rPr>
              <a:t> </a:t>
            </a:r>
            <a:r>
              <a:rPr lang="fa-IR" sz="1300" b="1">
                <a:solidFill>
                  <a:schemeClr val="tx1"/>
                </a:solidFill>
                <a:latin typeface="Vazir" panose="020B0603030804020204" pitchFamily="34" charset="-78"/>
                <a:cs typeface="Mitra" panose="00000400000000000000" pitchFamily="2" charset="-78"/>
              </a:rPr>
              <a:t>خوشه‌بندی سلسله‌مراتبی </a:t>
            </a:r>
            <a:r>
              <a:rPr lang="fa-IR" sz="1200" b="1">
                <a:solidFill>
                  <a:schemeClr val="tx1"/>
                </a:solidFill>
                <a:latin typeface="Vazir" panose="020B0603030804020204" pitchFamily="34" charset="-78"/>
                <a:cs typeface="Mitra" panose="00000400000000000000" pitchFamily="2" charset="-78"/>
              </a:rPr>
              <a:t>(</a:t>
            </a:r>
            <a:r>
              <a:rPr lang="en-US" sz="1200" b="1">
                <a:solidFill>
                  <a:schemeClr val="tx1"/>
                </a:solidFill>
                <a:latin typeface="Vazir" panose="020B0603030804020204" pitchFamily="34" charset="-78"/>
                <a:cs typeface="Mitra" panose="00000400000000000000" pitchFamily="2" charset="-78"/>
              </a:rPr>
              <a:t>Hierarchical Clustering</a:t>
            </a:r>
            <a:r>
              <a:rPr lang="fa-IR" sz="1200" b="1">
                <a:solidFill>
                  <a:schemeClr val="tx1"/>
                </a:solidFill>
                <a:latin typeface="Vazir" panose="020B0603030804020204" pitchFamily="34" charset="-78"/>
                <a:cs typeface="Mitra" panose="00000400000000000000" pitchFamily="2" charset="-78"/>
              </a:rPr>
              <a:t>)</a:t>
            </a:r>
          </a:p>
          <a:p>
            <a:pPr lvl="0" algn="r" defTabSz="914400" rtl="1" eaLnBrk="0" fontAlgn="base" latinLnBrk="0" hangingPunct="0">
              <a:buClr>
                <a:schemeClr val="accent3"/>
              </a:buClr>
              <a:buSzTx/>
              <a:tabLst/>
            </a:pPr>
            <a:endParaRPr lang="en-US" altLang="en-US" sz="1200" b="1">
              <a:solidFill>
                <a:schemeClr val="tx1"/>
              </a:solidFill>
              <a:latin typeface="Vazir" panose="020B0603030804020204" pitchFamily="34" charset="-78"/>
              <a:cs typeface="Mitra" panose="00000400000000000000" pitchFamily="2" charset="-78"/>
            </a:endParaRPr>
          </a:p>
          <a:p>
            <a:pPr lvl="0" algn="r" defTabSz="914400" rtl="1" eaLnBrk="0" fontAlgn="base" latinLnBrk="0" hangingPunct="0">
              <a:buSzTx/>
              <a:tabLst/>
            </a:pPr>
            <a:r>
              <a:rPr lang="ar-SA" altLang="en-US" sz="700" b="1">
                <a:solidFill>
                  <a:schemeClr val="tx1"/>
                </a:solidFill>
                <a:latin typeface="Vazir" panose="020B0603030804020204" pitchFamily="34" charset="-78"/>
                <a:cs typeface="Mitra" panose="00000400000000000000" pitchFamily="2" charset="-78"/>
              </a:rPr>
              <a:t>🔵</a:t>
            </a:r>
            <a:r>
              <a:rPr lang="fa-IR" sz="800" b="1">
                <a:solidFill>
                  <a:schemeClr val="tx1"/>
                </a:solidFill>
                <a:latin typeface="Vazir" panose="020B0603030804020204" pitchFamily="34" charset="-78"/>
                <a:cs typeface="Mitra" panose="00000400000000000000" pitchFamily="2" charset="-78"/>
              </a:rPr>
              <a:t> </a:t>
            </a:r>
            <a:r>
              <a:rPr lang="fa-IR" sz="1300" b="1">
                <a:solidFill>
                  <a:schemeClr val="tx1"/>
                </a:solidFill>
                <a:latin typeface="Vazir" panose="020B0603030804020204" pitchFamily="34" charset="-78"/>
                <a:cs typeface="Mitra" panose="00000400000000000000" pitchFamily="2" charset="-78"/>
              </a:rPr>
              <a:t>خوشه بندی برپایه تراکم</a:t>
            </a:r>
            <a:r>
              <a:rPr lang="fa-IR" altLang="en-US" sz="1300" b="1">
                <a:solidFill>
                  <a:schemeClr val="tx1"/>
                </a:solidFill>
                <a:latin typeface="Vazir" panose="020B0603030804020204" pitchFamily="34" charset="-78"/>
                <a:cs typeface="Mitra" panose="00000400000000000000" pitchFamily="2" charset="-78"/>
              </a:rPr>
              <a:t> </a:t>
            </a:r>
            <a:r>
              <a:rPr lang="en-US" sz="1200" b="1">
                <a:solidFill>
                  <a:schemeClr val="tx1"/>
                </a:solidFill>
                <a:latin typeface="Vazir" panose="020B0603030804020204" pitchFamily="34" charset="-78"/>
                <a:cs typeface="Mitra" panose="00000400000000000000" pitchFamily="2" charset="-78"/>
              </a:rPr>
              <a:t>DBSCAN (Density-BasedClustering)</a:t>
            </a:r>
          </a:p>
        </p:txBody>
      </p:sp>
      <p:sp>
        <p:nvSpPr>
          <p:cNvPr id="7" name="TextBox 6">
            <a:extLst>
              <a:ext uri="{FF2B5EF4-FFF2-40B4-BE49-F238E27FC236}">
                <a16:creationId xmlns:a16="http://schemas.microsoft.com/office/drawing/2014/main" id="{02312321-8F33-F517-8084-E349258C341D}"/>
              </a:ext>
            </a:extLst>
          </p:cNvPr>
          <p:cNvSpPr txBox="1"/>
          <p:nvPr/>
        </p:nvSpPr>
        <p:spPr>
          <a:xfrm>
            <a:off x="396324" y="2161185"/>
            <a:ext cx="2610853" cy="1954381"/>
          </a:xfrm>
          <a:prstGeom prst="rect">
            <a:avLst/>
          </a:prstGeom>
          <a:noFill/>
        </p:spPr>
        <p:txBody>
          <a:bodyPr wrap="square" rtlCol="0">
            <a:spAutoFit/>
          </a:bodyPr>
          <a:lstStyle/>
          <a:p>
            <a:pPr algn="ctr" rtl="1"/>
            <a:r>
              <a:rPr lang="fa-IR" b="1">
                <a:solidFill>
                  <a:schemeClr val="accent3"/>
                </a:solidFill>
                <a:latin typeface="Vazir" panose="020B0603030804020204" pitchFamily="34" charset="-78"/>
                <a:cs typeface="Vazir" panose="020B0603030804020204" pitchFamily="34" charset="-78"/>
              </a:rPr>
              <a:t>روش های تلفیقی</a:t>
            </a:r>
          </a:p>
          <a:p>
            <a:pPr algn="r" rtl="1"/>
            <a:r>
              <a:rPr lang="fa-IR" b="1"/>
              <a:t>ترکیب چندین مدل برای افزایش دقت، عمدتا مدل های یادگیری ماشین </a:t>
            </a:r>
          </a:p>
          <a:p>
            <a:pPr algn="r" rtl="1"/>
            <a:endParaRPr lang="en-US" b="1">
              <a:solidFill>
                <a:schemeClr val="tx1"/>
              </a:solidFill>
              <a:latin typeface="Vazir" panose="020B0603030804020204" pitchFamily="34" charset="-78"/>
              <a:cs typeface="Mitra" panose="00000400000000000000" pitchFamily="2" charset="-78"/>
            </a:endParaRPr>
          </a:p>
          <a:p>
            <a:pPr lvl="0" algn="r" defTabSz="914400" rtl="1" eaLnBrk="0" fontAlgn="base" latinLnBrk="0" hangingPunct="0">
              <a:buSzTx/>
              <a:tabLst/>
            </a:pPr>
            <a:r>
              <a:rPr lang="ar-SA" altLang="en-US" sz="700" b="1">
                <a:solidFill>
                  <a:schemeClr val="tx1"/>
                </a:solidFill>
                <a:latin typeface="Vazir" panose="020B0603030804020204" pitchFamily="34" charset="-78"/>
                <a:cs typeface="Mitra" panose="00000400000000000000" pitchFamily="2" charset="-78"/>
              </a:rPr>
              <a:t>🔵</a:t>
            </a:r>
            <a:r>
              <a:rPr lang="fa-IR" sz="1300" b="1">
                <a:solidFill>
                  <a:schemeClr val="tx1"/>
                </a:solidFill>
                <a:latin typeface="Vazir" panose="020B0603030804020204" pitchFamily="34" charset="-78"/>
                <a:cs typeface="Mitra" panose="00000400000000000000" pitchFamily="2" charset="-78"/>
              </a:rPr>
              <a:t>جنگل تصادفی</a:t>
            </a:r>
            <a:r>
              <a:rPr lang="fa-IR" sz="1200" b="1">
                <a:solidFill>
                  <a:schemeClr val="tx1"/>
                </a:solidFill>
                <a:latin typeface="Vazir" panose="020B0603030804020204" pitchFamily="34" charset="-78"/>
                <a:cs typeface="Mitra" panose="00000400000000000000" pitchFamily="2" charset="-78"/>
              </a:rPr>
              <a:t>(</a:t>
            </a:r>
            <a:r>
              <a:rPr lang="en-US" sz="1200" b="1">
                <a:solidFill>
                  <a:schemeClr val="tx1"/>
                </a:solidFill>
                <a:latin typeface="Vazir" panose="020B0603030804020204" pitchFamily="34" charset="-78"/>
                <a:cs typeface="Mitra" panose="00000400000000000000" pitchFamily="2" charset="-78"/>
              </a:rPr>
              <a:t>Random Forest</a:t>
            </a:r>
            <a:r>
              <a:rPr lang="fa-IR" sz="1200" b="1">
                <a:solidFill>
                  <a:schemeClr val="tx1"/>
                </a:solidFill>
                <a:latin typeface="Vazir" panose="020B0603030804020204" pitchFamily="34" charset="-78"/>
                <a:cs typeface="Mitra" panose="00000400000000000000" pitchFamily="2" charset="-78"/>
              </a:rPr>
              <a:t>)</a:t>
            </a:r>
            <a:r>
              <a:rPr lang="en-US" sz="1200" b="1">
                <a:solidFill>
                  <a:schemeClr val="tx1"/>
                </a:solidFill>
                <a:latin typeface="Vazir" panose="020B0603030804020204" pitchFamily="34" charset="-78"/>
                <a:cs typeface="Mitra" panose="00000400000000000000" pitchFamily="2" charset="-78"/>
              </a:rPr>
              <a:t> </a:t>
            </a:r>
            <a:r>
              <a:rPr lang="fa-IR" sz="1300" b="1">
                <a:solidFill>
                  <a:schemeClr val="tx1"/>
                </a:solidFill>
                <a:latin typeface="Vazir" panose="020B0603030804020204" pitchFamily="34" charset="-78"/>
                <a:cs typeface="Mitra" panose="00000400000000000000" pitchFamily="2" charset="-78"/>
              </a:rPr>
              <a:t>ترکیب درخت‌های تصمیم</a:t>
            </a:r>
          </a:p>
          <a:p>
            <a:pPr lvl="0" algn="r" defTabSz="914400" rtl="1" eaLnBrk="0" fontAlgn="base" latinLnBrk="0" hangingPunct="0">
              <a:buSzTx/>
              <a:tabLst/>
            </a:pPr>
            <a:endParaRPr lang="fa-IR" altLang="en-US" sz="1300" b="1">
              <a:solidFill>
                <a:schemeClr val="tx1"/>
              </a:solidFill>
              <a:latin typeface="Vazir" panose="020B0603030804020204" pitchFamily="34" charset="-78"/>
              <a:cs typeface="Mitra" panose="00000400000000000000" pitchFamily="2" charset="-78"/>
            </a:endParaRPr>
          </a:p>
          <a:p>
            <a:pPr algn="r" rtl="1" eaLnBrk="0" fontAlgn="base" hangingPunct="0"/>
            <a:r>
              <a:rPr lang="ar-SA" altLang="en-US" sz="700" b="1">
                <a:solidFill>
                  <a:schemeClr val="tx1"/>
                </a:solidFill>
                <a:latin typeface="Vazir" panose="020B0603030804020204" pitchFamily="34" charset="-78"/>
                <a:cs typeface="Mitra" panose="00000400000000000000" pitchFamily="2" charset="-78"/>
              </a:rPr>
              <a:t>🔵</a:t>
            </a:r>
            <a:r>
              <a:rPr lang="en-US" altLang="en-US" sz="700" b="1">
                <a:solidFill>
                  <a:schemeClr val="tx1"/>
                </a:solidFill>
                <a:latin typeface="Vazir" panose="020B0603030804020204" pitchFamily="34" charset="-78"/>
                <a:cs typeface="Mitra" panose="00000400000000000000" pitchFamily="2" charset="-78"/>
              </a:rPr>
              <a:t> </a:t>
            </a:r>
            <a:r>
              <a:rPr lang="fa-IR" altLang="en-US" sz="1300" b="1">
                <a:solidFill>
                  <a:schemeClr val="tx1"/>
                </a:solidFill>
                <a:latin typeface="Vazir" panose="020B0603030804020204" pitchFamily="34" charset="-78"/>
                <a:cs typeface="Mitra" panose="00000400000000000000" pitchFamily="2" charset="-78"/>
              </a:rPr>
              <a:t>روش تقویتی گرادیان </a:t>
            </a:r>
            <a:r>
              <a:rPr lang="en-US" altLang="en-US" sz="1300" b="1">
                <a:solidFill>
                  <a:schemeClr val="tx1"/>
                </a:solidFill>
                <a:latin typeface="Vazir" panose="020B0603030804020204" pitchFamily="34" charset="-78"/>
                <a:cs typeface="Mitra" panose="00000400000000000000" pitchFamily="2" charset="-78"/>
              </a:rPr>
              <a:t> Gradiant)</a:t>
            </a:r>
            <a:r>
              <a:rPr lang="fa-IR" altLang="en-US" sz="1300" b="1">
                <a:solidFill>
                  <a:schemeClr val="tx1"/>
                </a:solidFill>
                <a:latin typeface="Vazir" panose="020B0603030804020204" pitchFamily="34" charset="-78"/>
                <a:cs typeface="Mitra" panose="00000400000000000000" pitchFamily="2" charset="-78"/>
              </a:rPr>
              <a:t> </a:t>
            </a:r>
            <a:endParaRPr lang="en-US" altLang="en-US" sz="1300" b="1">
              <a:solidFill>
                <a:schemeClr val="tx1"/>
              </a:solidFill>
              <a:latin typeface="Vazir" panose="020B0603030804020204" pitchFamily="34" charset="-78"/>
              <a:cs typeface="Mitra" panose="00000400000000000000" pitchFamily="2" charset="-78"/>
            </a:endParaRPr>
          </a:p>
          <a:p>
            <a:pPr algn="r" rtl="1" eaLnBrk="0" fontAlgn="base" hangingPunct="0"/>
            <a:r>
              <a:rPr lang="en-US" altLang="en-US" sz="1300" b="1">
                <a:solidFill>
                  <a:schemeClr val="tx1"/>
                </a:solidFill>
                <a:latin typeface="Vazir" panose="020B0603030804020204" pitchFamily="34" charset="-78"/>
                <a:cs typeface="Mitra" panose="00000400000000000000" pitchFamily="2" charset="-78"/>
              </a:rPr>
              <a:t> boosting</a:t>
            </a:r>
            <a:r>
              <a:rPr lang="fa-IR" altLang="en-US" sz="1300" b="1">
                <a:solidFill>
                  <a:schemeClr val="tx1"/>
                </a:solidFill>
                <a:latin typeface="Vazir" panose="020B0603030804020204" pitchFamily="34" charset="-78"/>
                <a:cs typeface="Mitra" panose="00000400000000000000" pitchFamily="2" charset="-78"/>
              </a:rPr>
              <a:t>)</a:t>
            </a:r>
            <a:endParaRPr lang="fa-IR" sz="1200" b="1">
              <a:solidFill>
                <a:schemeClr val="tx1"/>
              </a:solidFill>
              <a:latin typeface="Vazir" panose="020B0603030804020204" pitchFamily="34" charset="-78"/>
              <a:cs typeface="Mitra" panose="00000400000000000000" pitchFamily="2" charset="-78"/>
            </a:endParaRPr>
          </a:p>
        </p:txBody>
      </p:sp>
    </p:spTree>
    <p:extLst>
      <p:ext uri="{BB962C8B-B14F-4D97-AF65-F5344CB8AC3E}">
        <p14:creationId xmlns:p14="http://schemas.microsoft.com/office/powerpoint/2010/main" val="2602216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1FBC8"/>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6DFF595-A90C-7418-D387-4E789EDFD21E}"/>
              </a:ext>
            </a:extLst>
          </p:cNvPr>
          <p:cNvSpPr/>
          <p:nvPr/>
        </p:nvSpPr>
        <p:spPr>
          <a:xfrm>
            <a:off x="82037" y="95250"/>
            <a:ext cx="8972550" cy="4953000"/>
          </a:xfrm>
          <a:prstGeom prst="rect">
            <a:avLst/>
          </a:prstGeom>
          <a:solidFill>
            <a:schemeClr val="bg1"/>
          </a:solidFill>
          <a:ln w="571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22" name="Title 6">
            <a:extLst>
              <a:ext uri="{FF2B5EF4-FFF2-40B4-BE49-F238E27FC236}">
                <a16:creationId xmlns:a16="http://schemas.microsoft.com/office/drawing/2014/main" id="{0161A3CD-8B86-AE43-3842-1B64AD5B60F9}"/>
              </a:ext>
            </a:extLst>
          </p:cNvPr>
          <p:cNvSpPr txBox="1">
            <a:spLocks/>
          </p:cNvSpPr>
          <p:nvPr/>
        </p:nvSpPr>
        <p:spPr>
          <a:xfrm>
            <a:off x="4800600" y="172008"/>
            <a:ext cx="3905250" cy="4852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Fredoka One"/>
              <a:buNone/>
              <a:defRPr sz="2800" b="0" i="0" u="none" strike="noStrike" cap="none">
                <a:solidFill>
                  <a:srgbClr val="FFFFFF"/>
                </a:solidFill>
                <a:latin typeface="Fredoka One"/>
                <a:ea typeface="Fredoka One"/>
                <a:cs typeface="Fredoka One"/>
                <a:sym typeface="Fredoka One"/>
              </a:defRPr>
            </a:lvl1pPr>
            <a:lvl2pPr marR="0" lvl="1"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2pPr>
            <a:lvl3pPr marR="0" lvl="2"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3pPr>
            <a:lvl4pPr marR="0" lvl="3"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4pPr>
            <a:lvl5pPr marR="0" lvl="4"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5pPr>
            <a:lvl6pPr marR="0" lvl="5"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6pPr>
            <a:lvl7pPr marR="0" lvl="6"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7pPr>
            <a:lvl8pPr marR="0" lvl="7"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8pPr>
            <a:lvl9pPr marR="0" lvl="8"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9pPr>
          </a:lstStyle>
          <a:p>
            <a:pPr marL="114300" algn="r" rtl="1"/>
            <a:r>
              <a:rPr lang="fa-IR" sz="2000" b="1">
                <a:solidFill>
                  <a:schemeClr val="accent3"/>
                </a:solidFill>
                <a:latin typeface="Vazir" panose="020B0603030804020204" pitchFamily="34" charset="-78"/>
                <a:cs typeface="Vazir" panose="020B0603030804020204" pitchFamily="34" charset="-78"/>
              </a:rPr>
              <a:t>درخت تصمیم: (</a:t>
            </a:r>
            <a:r>
              <a:rPr lang="en-US" sz="2000">
                <a:solidFill>
                  <a:schemeClr val="accent3"/>
                </a:solidFill>
                <a:latin typeface="Fredoka One"/>
                <a:sym typeface="Raleway"/>
              </a:rPr>
              <a:t> </a:t>
            </a:r>
            <a:r>
              <a:rPr lang="en-US" sz="2000">
                <a:solidFill>
                  <a:schemeClr val="accent3"/>
                </a:solidFill>
              </a:rPr>
              <a:t>(D</a:t>
            </a:r>
            <a:r>
              <a:rPr lang="en-US" sz="2000">
                <a:solidFill>
                  <a:schemeClr val="accent3"/>
                </a:solidFill>
                <a:latin typeface="Fredoka One"/>
                <a:sym typeface="Raleway"/>
              </a:rPr>
              <a:t>ecision </a:t>
            </a:r>
            <a:r>
              <a:rPr lang="en-US" sz="2000">
                <a:solidFill>
                  <a:schemeClr val="accent3"/>
                </a:solidFill>
                <a:latin typeface="Fredoka One"/>
              </a:rPr>
              <a:t>Tree</a:t>
            </a:r>
          </a:p>
          <a:p>
            <a:pPr marL="114300" algn="r" rtl="1"/>
            <a:endParaRPr lang="fa-IR" sz="2000" b="1">
              <a:solidFill>
                <a:schemeClr val="accent3"/>
              </a:solidFill>
              <a:latin typeface="Vazir" panose="020B0603030804020204" pitchFamily="34" charset="-78"/>
              <a:cs typeface="Vazir" panose="020B0603030804020204" pitchFamily="34" charset="-78"/>
            </a:endParaRPr>
          </a:p>
        </p:txBody>
      </p:sp>
      <p:sp>
        <p:nvSpPr>
          <p:cNvPr id="23" name="Flowchart: Connector 22">
            <a:extLst>
              <a:ext uri="{FF2B5EF4-FFF2-40B4-BE49-F238E27FC236}">
                <a16:creationId xmlns:a16="http://schemas.microsoft.com/office/drawing/2014/main" id="{B4957ED4-9F7C-29AD-440F-A595B66DB767}"/>
              </a:ext>
            </a:extLst>
          </p:cNvPr>
          <p:cNvSpPr/>
          <p:nvPr/>
        </p:nvSpPr>
        <p:spPr>
          <a:xfrm>
            <a:off x="8591550" y="267258"/>
            <a:ext cx="323850" cy="294717"/>
          </a:xfrm>
          <a:prstGeom prst="flowChartConnector">
            <a:avLst/>
          </a:prstGeom>
          <a:solidFill>
            <a:schemeClr val="bg1">
              <a:lumMod val="95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3B067C8-58EA-5900-A2EB-E65FCED73002}"/>
              </a:ext>
            </a:extLst>
          </p:cNvPr>
          <p:cNvSpPr txBox="1"/>
          <p:nvPr/>
        </p:nvSpPr>
        <p:spPr>
          <a:xfrm>
            <a:off x="8567738" y="264281"/>
            <a:ext cx="447675" cy="307777"/>
          </a:xfrm>
          <a:prstGeom prst="rect">
            <a:avLst/>
          </a:prstGeom>
          <a:noFill/>
        </p:spPr>
        <p:txBody>
          <a:bodyPr wrap="square" rtlCol="0">
            <a:spAutoFit/>
          </a:bodyPr>
          <a:lstStyle/>
          <a:p>
            <a:r>
              <a:rPr lang="en-US" b="1">
                <a:solidFill>
                  <a:schemeClr val="accent3"/>
                </a:solidFill>
              </a:rPr>
              <a:t>01</a:t>
            </a:r>
          </a:p>
        </p:txBody>
      </p:sp>
      <p:sp>
        <p:nvSpPr>
          <p:cNvPr id="25" name="TextBox 24">
            <a:extLst>
              <a:ext uri="{FF2B5EF4-FFF2-40B4-BE49-F238E27FC236}">
                <a16:creationId xmlns:a16="http://schemas.microsoft.com/office/drawing/2014/main" id="{9476AAB9-BB18-EF70-5A0A-50AD2C66C9A5}"/>
              </a:ext>
            </a:extLst>
          </p:cNvPr>
          <p:cNvSpPr txBox="1"/>
          <p:nvPr/>
        </p:nvSpPr>
        <p:spPr>
          <a:xfrm>
            <a:off x="285750" y="618052"/>
            <a:ext cx="8648700" cy="1169551"/>
          </a:xfrm>
          <a:prstGeom prst="rect">
            <a:avLst/>
          </a:prstGeom>
          <a:noFill/>
        </p:spPr>
        <p:txBody>
          <a:bodyPr wrap="square" rtlCol="0">
            <a:spAutoFit/>
          </a:bodyPr>
          <a:lstStyle/>
          <a:p>
            <a:pPr algn="r" rtl="1"/>
            <a:r>
              <a:rPr lang="fa-IR">
                <a:uFill>
                  <a:solidFill>
                    <a:schemeClr val="accent3"/>
                  </a:solidFill>
                </a:uFill>
                <a:cs typeface="+mn-cs"/>
              </a:rPr>
              <a:t>درخت تصمیم</a:t>
            </a:r>
            <a:r>
              <a:rPr lang="en-US">
                <a:uFill>
                  <a:solidFill>
                    <a:schemeClr val="accent3"/>
                  </a:solidFill>
                </a:uFill>
                <a:cs typeface="+mn-cs"/>
              </a:rPr>
              <a:t> </a:t>
            </a:r>
            <a:r>
              <a:rPr lang="fa-IR">
                <a:uFill>
                  <a:solidFill>
                    <a:schemeClr val="accent3"/>
                  </a:solidFill>
                </a:uFill>
                <a:cs typeface="+mn-cs"/>
              </a:rPr>
              <a:t>ازالگوریتم‌های اصلی علم‌داده است که با تقسیم داده‌ها بر اساس </a:t>
            </a:r>
            <a:r>
              <a:rPr lang="fa-IR" u="sng">
                <a:uFill>
                  <a:solidFill>
                    <a:schemeClr val="accent3"/>
                  </a:solidFill>
                </a:uFill>
                <a:cs typeface="+mn-cs"/>
              </a:rPr>
              <a:t>ویژگی‌های مهم</a:t>
            </a:r>
            <a:r>
              <a:rPr lang="fa-IR">
                <a:uFill>
                  <a:solidFill>
                    <a:schemeClr val="accent3"/>
                  </a:solidFill>
                </a:uFill>
                <a:cs typeface="+mn-cs"/>
              </a:rPr>
              <a:t>، تصمیم‌گیری می‌کند.</a:t>
            </a:r>
            <a:br>
              <a:rPr lang="fa-IR">
                <a:uFill>
                  <a:solidFill>
                    <a:schemeClr val="accent3"/>
                  </a:solidFill>
                </a:uFill>
                <a:cs typeface="+mn-cs"/>
              </a:rPr>
            </a:br>
            <a:r>
              <a:rPr lang="fa-IR">
                <a:uFill>
                  <a:solidFill>
                    <a:schemeClr val="accent3"/>
                  </a:solidFill>
                </a:uFill>
                <a:cs typeface="+mn-cs"/>
              </a:rPr>
              <a:t>هر </a:t>
            </a:r>
            <a:r>
              <a:rPr lang="fa-IR" u="sng">
                <a:uFill>
                  <a:solidFill>
                    <a:schemeClr val="accent3"/>
                  </a:solidFill>
                </a:uFill>
                <a:cs typeface="+mn-cs"/>
              </a:rPr>
              <a:t>گره‌ی درخت نمایانگر یک ویژگی</a:t>
            </a:r>
            <a:r>
              <a:rPr lang="fa-IR">
                <a:uFill>
                  <a:solidFill>
                    <a:schemeClr val="accent3"/>
                  </a:solidFill>
                </a:uFill>
                <a:cs typeface="+mn-cs"/>
              </a:rPr>
              <a:t>، </a:t>
            </a:r>
            <a:r>
              <a:rPr lang="fa-IR" u="sng">
                <a:uFill>
                  <a:solidFill>
                    <a:schemeClr val="accent3"/>
                  </a:solidFill>
                </a:uFill>
                <a:cs typeface="+mn-cs"/>
              </a:rPr>
              <a:t>هر شاخه یک تصمیم</a:t>
            </a:r>
            <a:r>
              <a:rPr lang="fa-IR">
                <a:uFill>
                  <a:solidFill>
                    <a:schemeClr val="accent3"/>
                  </a:solidFill>
                </a:uFill>
                <a:cs typeface="+mn-cs"/>
              </a:rPr>
              <a:t>، و هر </a:t>
            </a:r>
            <a:r>
              <a:rPr lang="fa-IR" u="sng">
                <a:uFill>
                  <a:solidFill>
                    <a:schemeClr val="accent3"/>
                  </a:solidFill>
                </a:uFill>
                <a:cs typeface="+mn-cs"/>
              </a:rPr>
              <a:t>برگ یک نتیجه یا پیش‌بینی </a:t>
            </a:r>
            <a:r>
              <a:rPr lang="fa-IR">
                <a:uFill>
                  <a:solidFill>
                    <a:schemeClr val="accent3"/>
                  </a:solidFill>
                </a:uFill>
                <a:cs typeface="+mn-cs"/>
              </a:rPr>
              <a:t>است.</a:t>
            </a:r>
          </a:p>
          <a:p>
            <a:pPr algn="r" rtl="1"/>
            <a:r>
              <a:rPr lang="fa-IR">
                <a:uFill>
                  <a:solidFill>
                    <a:schemeClr val="accent3"/>
                  </a:solidFill>
                </a:uFill>
                <a:cs typeface="+mn-cs"/>
              </a:rPr>
              <a:t>درخت تصمیم داده‌ها را گام به گام به گروه‌های کوچکتر تقسیم می‌کند. در هر گام، درخت یک ویژگی (ستون از داده‌ها)</a:t>
            </a:r>
          </a:p>
          <a:p>
            <a:pPr algn="r" rtl="1"/>
            <a:r>
              <a:rPr lang="fa-IR">
                <a:uFill>
                  <a:solidFill>
                    <a:schemeClr val="accent3"/>
                  </a:solidFill>
                </a:uFill>
                <a:cs typeface="+mn-cs"/>
              </a:rPr>
              <a:t>را انتخاب می‌کند که </a:t>
            </a:r>
            <a:r>
              <a:rPr lang="fa-IR" u="sng">
                <a:uFill>
                  <a:solidFill>
                    <a:schemeClr val="accent3"/>
                  </a:solidFill>
                </a:uFill>
                <a:cs typeface="+mn-cs"/>
              </a:rPr>
              <a:t>بهترین تقسیم </a:t>
            </a:r>
            <a:r>
              <a:rPr lang="fa-IR">
                <a:uFill>
                  <a:solidFill>
                    <a:schemeClr val="accent3"/>
                  </a:solidFill>
                </a:uFill>
                <a:cs typeface="+mn-cs"/>
              </a:rPr>
              <a:t>را ایجاد کند، یعنی </a:t>
            </a:r>
            <a:r>
              <a:rPr lang="fa-IR" u="sng">
                <a:uFill>
                  <a:solidFill>
                    <a:schemeClr val="accent3"/>
                  </a:solidFill>
                </a:uFill>
                <a:cs typeface="+mn-cs"/>
              </a:rPr>
              <a:t>داده‌ها را به شکل خالص‌تر</a:t>
            </a:r>
            <a:r>
              <a:rPr lang="fa-IR">
                <a:uFill>
                  <a:solidFill>
                    <a:schemeClr val="accent3"/>
                  </a:solidFill>
                </a:uFill>
                <a:cs typeface="+mn-cs"/>
              </a:rPr>
              <a:t> و مشخص‌تری جدا کند.</a:t>
            </a:r>
            <a:br>
              <a:rPr lang="fa-IR">
                <a:uFill>
                  <a:solidFill>
                    <a:schemeClr val="accent3"/>
                  </a:solidFill>
                </a:uFill>
                <a:cs typeface="+mn-cs"/>
              </a:rPr>
            </a:br>
            <a:r>
              <a:rPr lang="fa-IR" u="sng">
                <a:uFill>
                  <a:solidFill>
                    <a:schemeClr val="accent3"/>
                  </a:solidFill>
                </a:uFill>
                <a:cs typeface="+mn-cs"/>
              </a:rPr>
              <a:t>این کار تا جایی ادامه پیدا می‌کند که داده‌ها به اندازه کافی خالص.</a:t>
            </a:r>
            <a:endParaRPr lang="en-US" b="1">
              <a:uFill>
                <a:solidFill>
                  <a:schemeClr val="accent3"/>
                </a:solidFill>
              </a:uFill>
              <a:cs typeface="+mn-cs"/>
            </a:endParaRPr>
          </a:p>
        </p:txBody>
      </p:sp>
      <p:pic>
        <p:nvPicPr>
          <p:cNvPr id="31" name="Picture 30">
            <a:extLst>
              <a:ext uri="{FF2B5EF4-FFF2-40B4-BE49-F238E27FC236}">
                <a16:creationId xmlns:a16="http://schemas.microsoft.com/office/drawing/2014/main" id="{8CFD1128-572F-CC1E-5C1D-360E603086DC}"/>
              </a:ext>
            </a:extLst>
          </p:cNvPr>
          <p:cNvPicPr>
            <a:picLocks noChangeAspect="1"/>
          </p:cNvPicPr>
          <p:nvPr/>
        </p:nvPicPr>
        <p:blipFill>
          <a:blip r:embed="rId2"/>
          <a:stretch>
            <a:fillRect/>
          </a:stretch>
        </p:blipFill>
        <p:spPr>
          <a:xfrm>
            <a:off x="285750" y="2159358"/>
            <a:ext cx="3081338" cy="1951514"/>
          </a:xfrm>
          <a:prstGeom prst="rect">
            <a:avLst/>
          </a:prstGeom>
        </p:spPr>
      </p:pic>
      <p:pic>
        <p:nvPicPr>
          <p:cNvPr id="29" name="Picture 28">
            <a:extLst>
              <a:ext uri="{FF2B5EF4-FFF2-40B4-BE49-F238E27FC236}">
                <a16:creationId xmlns:a16="http://schemas.microsoft.com/office/drawing/2014/main" id="{8C823E5E-B60A-8FCB-E77A-3BB929C9314E}"/>
              </a:ext>
            </a:extLst>
          </p:cNvPr>
          <p:cNvPicPr>
            <a:picLocks noChangeAspect="1"/>
          </p:cNvPicPr>
          <p:nvPr/>
        </p:nvPicPr>
        <p:blipFill>
          <a:blip r:embed="rId3"/>
          <a:srcRect b="2321"/>
          <a:stretch/>
        </p:blipFill>
        <p:spPr>
          <a:xfrm>
            <a:off x="138112" y="131885"/>
            <a:ext cx="1833563" cy="2744666"/>
          </a:xfrm>
          <a:prstGeom prst="rect">
            <a:avLst/>
          </a:prstGeom>
        </p:spPr>
      </p:pic>
      <p:sp>
        <p:nvSpPr>
          <p:cNvPr id="32" name="Arc 31">
            <a:extLst>
              <a:ext uri="{FF2B5EF4-FFF2-40B4-BE49-F238E27FC236}">
                <a16:creationId xmlns:a16="http://schemas.microsoft.com/office/drawing/2014/main" id="{0F2B0039-BE8E-EC7C-778F-1FB906B6BBCB}"/>
              </a:ext>
            </a:extLst>
          </p:cNvPr>
          <p:cNvSpPr/>
          <p:nvPr/>
        </p:nvSpPr>
        <p:spPr>
          <a:xfrm>
            <a:off x="1919288" y="2728913"/>
            <a:ext cx="52387" cy="50006"/>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46" name="Picture 45">
            <a:extLst>
              <a:ext uri="{FF2B5EF4-FFF2-40B4-BE49-F238E27FC236}">
                <a16:creationId xmlns:a16="http://schemas.microsoft.com/office/drawing/2014/main" id="{5DE85599-8429-9AD3-685A-D5F82BCDFAE0}"/>
              </a:ext>
            </a:extLst>
          </p:cNvPr>
          <p:cNvPicPr>
            <a:picLocks noChangeAspect="1"/>
          </p:cNvPicPr>
          <p:nvPr/>
        </p:nvPicPr>
        <p:blipFill>
          <a:blip r:embed="rId4"/>
          <a:stretch>
            <a:fillRect/>
          </a:stretch>
        </p:blipFill>
        <p:spPr>
          <a:xfrm>
            <a:off x="228600" y="4102179"/>
            <a:ext cx="4838700" cy="869313"/>
          </a:xfrm>
          <a:prstGeom prst="rect">
            <a:avLst/>
          </a:prstGeom>
        </p:spPr>
      </p:pic>
      <p:sp>
        <p:nvSpPr>
          <p:cNvPr id="47" name="TextBox 46">
            <a:extLst>
              <a:ext uri="{FF2B5EF4-FFF2-40B4-BE49-F238E27FC236}">
                <a16:creationId xmlns:a16="http://schemas.microsoft.com/office/drawing/2014/main" id="{7E5A9FD0-A66F-12C6-6803-9DF0FE2868C2}"/>
              </a:ext>
            </a:extLst>
          </p:cNvPr>
          <p:cNvSpPr txBox="1"/>
          <p:nvPr/>
        </p:nvSpPr>
        <p:spPr>
          <a:xfrm>
            <a:off x="3276600" y="2011730"/>
            <a:ext cx="5638800" cy="2246769"/>
          </a:xfrm>
          <a:prstGeom prst="rect">
            <a:avLst/>
          </a:prstGeom>
          <a:noFill/>
        </p:spPr>
        <p:txBody>
          <a:bodyPr wrap="square" rtlCol="0">
            <a:spAutoFit/>
          </a:bodyPr>
          <a:lstStyle/>
          <a:p>
            <a:pPr algn="r" rtl="1"/>
            <a:r>
              <a:rPr lang="en-US" sz="1300" b="1"/>
              <a:t>🔹</a:t>
            </a:r>
            <a:r>
              <a:rPr lang="en-US" sz="1000" b="1">
                <a:solidFill>
                  <a:srgbClr val="305DBF"/>
                </a:solidFill>
                <a:latin typeface="Vazir" panose="020B0603030804020204" pitchFamily="34" charset="-78"/>
                <a:ea typeface="Arial" panose="020B0604020202020204" pitchFamily="34" charset="0"/>
                <a:cs typeface="Vazir" panose="020B0603030804020204" pitchFamily="34" charset="-78"/>
              </a:rPr>
              <a:t> </a:t>
            </a:r>
            <a:r>
              <a:rPr lang="fa-IR" b="1" i="0">
                <a:solidFill>
                  <a:srgbClr val="305DBF"/>
                </a:solidFill>
                <a:effectLst/>
                <a:latin typeface="Vazir" panose="020B0603030804020204" pitchFamily="34" charset="-78"/>
                <a:ea typeface="Arial" panose="020B0604020202020204" pitchFamily="34" charset="0"/>
                <a:cs typeface="Vazir" panose="020B0603030804020204" pitchFamily="34" charset="-78"/>
              </a:rPr>
              <a:t>انتروپی: </a:t>
            </a:r>
            <a:r>
              <a:rPr lang="en-US" b="1" i="0">
                <a:solidFill>
                  <a:srgbClr val="305DBF"/>
                </a:solidFill>
                <a:effectLst/>
                <a:latin typeface="Vazir" panose="020B0603030804020204" pitchFamily="34" charset="-78"/>
                <a:ea typeface="Arial" panose="020B0604020202020204" pitchFamily="34" charset="0"/>
                <a:cs typeface="Vazir" panose="020B0603030804020204" pitchFamily="34" charset="-78"/>
              </a:rPr>
              <a:t>Entropy)</a:t>
            </a:r>
            <a:r>
              <a:rPr lang="fa-IR" b="1" i="0">
                <a:solidFill>
                  <a:srgbClr val="305DBF"/>
                </a:solidFill>
                <a:effectLst/>
                <a:latin typeface="Vazir" panose="020B0603030804020204" pitchFamily="34" charset="-78"/>
                <a:ea typeface="Arial" panose="020B0604020202020204" pitchFamily="34" charset="0"/>
                <a:cs typeface="Vazir" panose="020B0603030804020204" pitchFamily="34" charset="-78"/>
              </a:rPr>
              <a:t>)</a:t>
            </a:r>
            <a:endParaRPr lang="fa-IR" b="1"/>
          </a:p>
          <a:p>
            <a:pPr algn="r" rtl="1"/>
            <a:r>
              <a:rPr lang="fa-IR"/>
              <a:t>انتروپی شاخصی برای میزان بی‌نظمی یا عدم قطعیت داده‌ها می‌باشد.</a:t>
            </a:r>
          </a:p>
          <a:p>
            <a:pPr algn="r" rtl="1"/>
            <a:r>
              <a:rPr lang="fa-IR"/>
              <a:t> کسب این اطلاعات، معیاری است برای انتخاب بهترین ویژگی که بیشترین کاهش در انتروپی را ایجاد ‌کند.</a:t>
            </a:r>
          </a:p>
          <a:p>
            <a:pPr algn="r" rtl="1"/>
            <a:r>
              <a:rPr lang="fa-IR"/>
              <a:t>برای به دست آوردن مقدار انتروپی داریم:</a:t>
            </a:r>
          </a:p>
          <a:p>
            <a:pPr algn="r" rtl="1"/>
            <a:endParaRPr lang="fa-IR"/>
          </a:p>
          <a:p>
            <a:pPr algn="r" rtl="1"/>
            <a:endParaRPr lang="fa-IR"/>
          </a:p>
          <a:p>
            <a:pPr algn="r"/>
            <a:r>
              <a:rPr lang="fa-IR"/>
              <a:t>که در آن:</a:t>
            </a:r>
          </a:p>
          <a:p>
            <a:pPr algn="r" rtl="1"/>
            <a:r>
              <a:rPr lang="fa-IR"/>
              <a:t> </a:t>
            </a:r>
            <a:r>
              <a:rPr lang="en-US"/>
              <a:t>Pi</a:t>
            </a:r>
            <a:r>
              <a:rPr lang="fa-IR"/>
              <a:t> نسبت نمونه های دسته </a:t>
            </a:r>
            <a:r>
              <a:rPr lang="en-US"/>
              <a:t>i</a:t>
            </a:r>
            <a:r>
              <a:rPr lang="fa-IR"/>
              <a:t> به کل نمونه ها است.</a:t>
            </a:r>
          </a:p>
          <a:p>
            <a:pPr algn="r" rtl="1"/>
            <a:r>
              <a:rPr lang="fa-IR"/>
              <a:t>همچنین از لگاریتم پایه </a:t>
            </a:r>
            <a:r>
              <a:rPr lang="fa-IR" sz="1200"/>
              <a:t>2</a:t>
            </a:r>
            <a:r>
              <a:rPr lang="fa-IR"/>
              <a:t> استفاده می‌شود که اعداد برمبنای بیت باینری بدست آیند.</a:t>
            </a:r>
          </a:p>
        </p:txBody>
      </p:sp>
      <p:pic>
        <p:nvPicPr>
          <p:cNvPr id="49" name="Picture 48">
            <a:extLst>
              <a:ext uri="{FF2B5EF4-FFF2-40B4-BE49-F238E27FC236}">
                <a16:creationId xmlns:a16="http://schemas.microsoft.com/office/drawing/2014/main" id="{42A436A7-2E26-DB6A-8D7F-09238D3D8897}"/>
              </a:ext>
            </a:extLst>
          </p:cNvPr>
          <p:cNvPicPr>
            <a:picLocks noChangeAspect="1"/>
          </p:cNvPicPr>
          <p:nvPr/>
        </p:nvPicPr>
        <p:blipFill>
          <a:blip r:embed="rId5"/>
          <a:stretch>
            <a:fillRect/>
          </a:stretch>
        </p:blipFill>
        <p:spPr>
          <a:xfrm>
            <a:off x="3416516" y="2835631"/>
            <a:ext cx="2557692" cy="860109"/>
          </a:xfrm>
          <a:prstGeom prst="rect">
            <a:avLst/>
          </a:prstGeom>
        </p:spPr>
      </p:pic>
      <p:sp>
        <p:nvSpPr>
          <p:cNvPr id="50" name="Rectangle: Rounded Corners 49">
            <a:extLst>
              <a:ext uri="{FF2B5EF4-FFF2-40B4-BE49-F238E27FC236}">
                <a16:creationId xmlns:a16="http://schemas.microsoft.com/office/drawing/2014/main" id="{BE887BFE-EF7D-E234-3876-8F25ABFB2131}"/>
              </a:ext>
            </a:extLst>
          </p:cNvPr>
          <p:cNvSpPr/>
          <p:nvPr/>
        </p:nvSpPr>
        <p:spPr>
          <a:xfrm>
            <a:off x="3505200" y="2835630"/>
            <a:ext cx="2510068" cy="770764"/>
          </a:xfrm>
          <a:prstGeom prst="round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E1B968CB-B1E4-55BE-F26C-976AA425791C}"/>
              </a:ext>
            </a:extLst>
          </p:cNvPr>
          <p:cNvCxnSpPr/>
          <p:nvPr/>
        </p:nvCxnSpPr>
        <p:spPr>
          <a:xfrm flipH="1">
            <a:off x="3914775" y="1925604"/>
            <a:ext cx="4895850"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009477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1FBC8"/>
        </a:solidFill>
        <a:effectLst/>
      </p:bgPr>
    </p:bg>
    <p:spTree>
      <p:nvGrpSpPr>
        <p:cNvPr id="1" name="">
          <a:extLst>
            <a:ext uri="{FF2B5EF4-FFF2-40B4-BE49-F238E27FC236}">
              <a16:creationId xmlns:a16="http://schemas.microsoft.com/office/drawing/2014/main" id="{C13242E3-3698-A7A7-99FF-6A5F60DF5A7F}"/>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00FB1793-5111-5C3B-5D91-E2934FEEC3E8}"/>
              </a:ext>
            </a:extLst>
          </p:cNvPr>
          <p:cNvSpPr/>
          <p:nvPr/>
        </p:nvSpPr>
        <p:spPr>
          <a:xfrm>
            <a:off x="85725" y="95250"/>
            <a:ext cx="8972550" cy="4953000"/>
          </a:xfrm>
          <a:prstGeom prst="rect">
            <a:avLst/>
          </a:prstGeom>
          <a:solidFill>
            <a:schemeClr val="bg1"/>
          </a:solidFill>
          <a:ln w="571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22" name="Title 6">
            <a:extLst>
              <a:ext uri="{FF2B5EF4-FFF2-40B4-BE49-F238E27FC236}">
                <a16:creationId xmlns:a16="http://schemas.microsoft.com/office/drawing/2014/main" id="{D25D8F10-91F2-7885-E765-AD69C9CFF59B}"/>
              </a:ext>
            </a:extLst>
          </p:cNvPr>
          <p:cNvSpPr txBox="1">
            <a:spLocks/>
          </p:cNvSpPr>
          <p:nvPr/>
        </p:nvSpPr>
        <p:spPr>
          <a:xfrm>
            <a:off x="4800600" y="172008"/>
            <a:ext cx="3905250" cy="4852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Fredoka One"/>
              <a:buNone/>
              <a:defRPr sz="2800" b="0" i="0" u="none" strike="noStrike" cap="none">
                <a:solidFill>
                  <a:srgbClr val="FFFFFF"/>
                </a:solidFill>
                <a:latin typeface="Fredoka One"/>
                <a:ea typeface="Fredoka One"/>
                <a:cs typeface="Fredoka One"/>
                <a:sym typeface="Fredoka One"/>
              </a:defRPr>
            </a:lvl1pPr>
            <a:lvl2pPr marR="0" lvl="1"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2pPr>
            <a:lvl3pPr marR="0" lvl="2"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3pPr>
            <a:lvl4pPr marR="0" lvl="3"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4pPr>
            <a:lvl5pPr marR="0" lvl="4"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5pPr>
            <a:lvl6pPr marR="0" lvl="5"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6pPr>
            <a:lvl7pPr marR="0" lvl="6"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7pPr>
            <a:lvl8pPr marR="0" lvl="7"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8pPr>
            <a:lvl9pPr marR="0" lvl="8"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9pPr>
          </a:lstStyle>
          <a:p>
            <a:pPr marL="114300" algn="r" rtl="1"/>
            <a:r>
              <a:rPr lang="fa-IR" sz="2000" b="1">
                <a:solidFill>
                  <a:schemeClr val="accent3"/>
                </a:solidFill>
                <a:latin typeface="Vazir" panose="020B0603030804020204" pitchFamily="34" charset="-78"/>
                <a:cs typeface="Vazir" panose="020B0603030804020204" pitchFamily="34" charset="-78"/>
              </a:rPr>
              <a:t>درخت تصمیم: (</a:t>
            </a:r>
            <a:r>
              <a:rPr lang="en-US" sz="2000">
                <a:solidFill>
                  <a:schemeClr val="accent3"/>
                </a:solidFill>
                <a:latin typeface="Fredoka One"/>
                <a:sym typeface="Raleway"/>
              </a:rPr>
              <a:t> </a:t>
            </a:r>
            <a:r>
              <a:rPr lang="en-US" sz="2000">
                <a:solidFill>
                  <a:schemeClr val="accent3"/>
                </a:solidFill>
              </a:rPr>
              <a:t>(D</a:t>
            </a:r>
            <a:r>
              <a:rPr lang="en-US" sz="2000">
                <a:solidFill>
                  <a:schemeClr val="accent3"/>
                </a:solidFill>
                <a:latin typeface="Fredoka One"/>
                <a:sym typeface="Raleway"/>
              </a:rPr>
              <a:t>ecision </a:t>
            </a:r>
            <a:r>
              <a:rPr lang="en-US" sz="2000">
                <a:solidFill>
                  <a:schemeClr val="accent3"/>
                </a:solidFill>
                <a:latin typeface="Fredoka One"/>
              </a:rPr>
              <a:t>Tree</a:t>
            </a:r>
          </a:p>
          <a:p>
            <a:pPr marL="114300" algn="r" rtl="1"/>
            <a:endParaRPr lang="fa-IR" sz="2000" b="1">
              <a:solidFill>
                <a:schemeClr val="accent3"/>
              </a:solidFill>
              <a:latin typeface="Vazir" panose="020B0603030804020204" pitchFamily="34" charset="-78"/>
              <a:cs typeface="Vazir" panose="020B0603030804020204" pitchFamily="34" charset="-78"/>
            </a:endParaRPr>
          </a:p>
        </p:txBody>
      </p:sp>
      <p:sp>
        <p:nvSpPr>
          <p:cNvPr id="23" name="Flowchart: Connector 22">
            <a:extLst>
              <a:ext uri="{FF2B5EF4-FFF2-40B4-BE49-F238E27FC236}">
                <a16:creationId xmlns:a16="http://schemas.microsoft.com/office/drawing/2014/main" id="{B96EFFA5-4A13-D349-101A-EA9254298DD2}"/>
              </a:ext>
            </a:extLst>
          </p:cNvPr>
          <p:cNvSpPr/>
          <p:nvPr/>
        </p:nvSpPr>
        <p:spPr>
          <a:xfrm>
            <a:off x="8591550" y="267258"/>
            <a:ext cx="323850" cy="294717"/>
          </a:xfrm>
          <a:prstGeom prst="flowChartConnector">
            <a:avLst/>
          </a:prstGeom>
          <a:solidFill>
            <a:schemeClr val="bg1">
              <a:lumMod val="95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8CCCF961-25A9-646B-F130-1E900FFBA185}"/>
              </a:ext>
            </a:extLst>
          </p:cNvPr>
          <p:cNvSpPr txBox="1"/>
          <p:nvPr/>
        </p:nvSpPr>
        <p:spPr>
          <a:xfrm>
            <a:off x="8567738" y="264281"/>
            <a:ext cx="447675" cy="307777"/>
          </a:xfrm>
          <a:prstGeom prst="rect">
            <a:avLst/>
          </a:prstGeom>
          <a:noFill/>
        </p:spPr>
        <p:txBody>
          <a:bodyPr wrap="square" rtlCol="0">
            <a:spAutoFit/>
          </a:bodyPr>
          <a:lstStyle/>
          <a:p>
            <a:r>
              <a:rPr lang="fa-IR" b="1">
                <a:solidFill>
                  <a:schemeClr val="accent3"/>
                </a:solidFill>
              </a:rPr>
              <a:t>01</a:t>
            </a:r>
            <a:endParaRPr lang="en-US" b="1">
              <a:solidFill>
                <a:schemeClr val="accent3"/>
              </a:solidFill>
            </a:endParaRPr>
          </a:p>
        </p:txBody>
      </p:sp>
      <p:sp>
        <p:nvSpPr>
          <p:cNvPr id="32" name="Arc 31">
            <a:extLst>
              <a:ext uri="{FF2B5EF4-FFF2-40B4-BE49-F238E27FC236}">
                <a16:creationId xmlns:a16="http://schemas.microsoft.com/office/drawing/2014/main" id="{12625A28-8A2C-FB7C-3F4A-D493FD1A55CA}"/>
              </a:ext>
            </a:extLst>
          </p:cNvPr>
          <p:cNvSpPr/>
          <p:nvPr/>
        </p:nvSpPr>
        <p:spPr>
          <a:xfrm>
            <a:off x="1919288" y="2728913"/>
            <a:ext cx="52387" cy="50006"/>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845770B4-B007-8BAD-2D42-7048EDD3232D}"/>
              </a:ext>
            </a:extLst>
          </p:cNvPr>
          <p:cNvSpPr txBox="1"/>
          <p:nvPr/>
        </p:nvSpPr>
        <p:spPr>
          <a:xfrm>
            <a:off x="4105275" y="771525"/>
            <a:ext cx="4810125" cy="3970318"/>
          </a:xfrm>
          <a:prstGeom prst="rect">
            <a:avLst/>
          </a:prstGeom>
          <a:noFill/>
        </p:spPr>
        <p:txBody>
          <a:bodyPr wrap="square" rtlCol="0">
            <a:spAutoFit/>
          </a:bodyPr>
          <a:lstStyle/>
          <a:p>
            <a:pPr algn="r" rtl="1"/>
            <a:r>
              <a:rPr lang="en-US" sz="1300" b="1"/>
              <a:t>🔹</a:t>
            </a:r>
            <a:r>
              <a:rPr lang="fa-IR" b="1" i="0">
                <a:solidFill>
                  <a:srgbClr val="305DBF"/>
                </a:solidFill>
                <a:effectLst/>
                <a:latin typeface="Vazir" panose="020B0603030804020204" pitchFamily="34" charset="-78"/>
                <a:ea typeface="Arial" panose="020B0604020202020204" pitchFamily="34" charset="0"/>
                <a:cs typeface="Vazir" panose="020B0603030804020204" pitchFamily="34" charset="-78"/>
              </a:rPr>
              <a:t>شاخص جینی: </a:t>
            </a:r>
            <a:r>
              <a:rPr lang="en-US" b="1" i="0">
                <a:solidFill>
                  <a:srgbClr val="305DBF"/>
                </a:solidFill>
                <a:effectLst/>
                <a:latin typeface="Vazir" panose="020B0603030804020204" pitchFamily="34" charset="-78"/>
                <a:ea typeface="Arial" panose="020B0604020202020204" pitchFamily="34" charset="0"/>
                <a:cs typeface="Vazir" panose="020B0603030804020204" pitchFamily="34" charset="-78"/>
              </a:rPr>
              <a:t>Gini index or Gini impurity)</a:t>
            </a:r>
            <a:r>
              <a:rPr lang="fa-IR" b="1" i="0">
                <a:solidFill>
                  <a:srgbClr val="305DBF"/>
                </a:solidFill>
                <a:effectLst/>
                <a:latin typeface="Vazir" panose="020B0603030804020204" pitchFamily="34" charset="-78"/>
                <a:ea typeface="Arial" panose="020B0604020202020204" pitchFamily="34" charset="0"/>
                <a:cs typeface="Vazir" panose="020B0603030804020204" pitchFamily="34" charset="-78"/>
              </a:rPr>
              <a:t>)</a:t>
            </a:r>
            <a:endParaRPr lang="fa-IR" b="1"/>
          </a:p>
          <a:p>
            <a:pPr algn="r" rtl="1"/>
            <a:r>
              <a:rPr lang="fa-IR"/>
              <a:t>شاخص جینی از کارآمد ترین فرمول های درخت تصمیم است که با تمرکز بر داده های منجر به موفقیت(جواب بله درشاخه مربوط) عددی بین صفر و یک را برمی‌گرداند که </a:t>
            </a:r>
            <a:r>
              <a:rPr lang="fa-IR" u="sng">
                <a:uFill>
                  <a:solidFill>
                    <a:schemeClr val="accent3"/>
                  </a:solidFill>
                </a:uFill>
              </a:rPr>
              <a:t>هرچه این عدد به صفر نزدیک تر باشد یعنی اهمیت آن فیچر بالا تر است.</a:t>
            </a:r>
          </a:p>
          <a:p>
            <a:pPr algn="r" rtl="1"/>
            <a:endParaRPr lang="fa-IR"/>
          </a:p>
          <a:p>
            <a:pPr algn="r" rtl="1"/>
            <a:r>
              <a:rPr lang="fa-IR"/>
              <a:t>برای فرمول شاخص جینی داریم:</a:t>
            </a:r>
            <a:endParaRPr lang="en-US"/>
          </a:p>
          <a:p>
            <a:pPr algn="r" rtl="1"/>
            <a:endParaRPr lang="en-US"/>
          </a:p>
          <a:p>
            <a:pPr algn="r" rtl="1"/>
            <a:endParaRPr lang="en-US"/>
          </a:p>
          <a:p>
            <a:pPr algn="r" rtl="1"/>
            <a:endParaRPr lang="en-US"/>
          </a:p>
          <a:p>
            <a:pPr algn="r" rtl="1"/>
            <a:endParaRPr lang="en-US"/>
          </a:p>
          <a:p>
            <a:pPr algn="r" rtl="1"/>
            <a:endParaRPr lang="en-US"/>
          </a:p>
          <a:p>
            <a:pPr algn="r" rtl="1"/>
            <a:endParaRPr lang="en-US"/>
          </a:p>
          <a:p>
            <a:pPr algn="r" rtl="1"/>
            <a:endParaRPr lang="en-US"/>
          </a:p>
          <a:p>
            <a:pPr algn="r" rtl="1"/>
            <a:r>
              <a:rPr lang="fa-IR"/>
              <a:t>که درآن:</a:t>
            </a:r>
          </a:p>
          <a:p>
            <a:pPr algn="r" rtl="1"/>
            <a:r>
              <a:rPr lang="en-US"/>
              <a:t>C</a:t>
            </a:r>
            <a:r>
              <a:rPr lang="fa-IR"/>
              <a:t> = تعداد کلاس هایی که در هر زیر کلاس قرار دارند.</a:t>
            </a:r>
          </a:p>
          <a:p>
            <a:pPr algn="r" rtl="1"/>
            <a:r>
              <a:rPr lang="en-US"/>
              <a:t>i </a:t>
            </a:r>
            <a:r>
              <a:rPr lang="fa-IR"/>
              <a:t> = کلاس </a:t>
            </a:r>
            <a:r>
              <a:rPr lang="en-US"/>
              <a:t>i</a:t>
            </a:r>
            <a:r>
              <a:rPr lang="fa-IR"/>
              <a:t> شامل </a:t>
            </a:r>
            <a:r>
              <a:rPr lang="en-US"/>
              <a:t>{1, 2, 3, …, C}</a:t>
            </a:r>
          </a:p>
          <a:p>
            <a:pPr algn="r" rtl="1"/>
            <a:r>
              <a:rPr lang="en-US"/>
              <a:t>Pi</a:t>
            </a:r>
            <a:r>
              <a:rPr lang="fa-IR"/>
              <a:t> = احتمال اتفاق افتادن یک کلاس خاص</a:t>
            </a:r>
            <a:endParaRPr lang="en-US"/>
          </a:p>
        </p:txBody>
      </p:sp>
      <p:pic>
        <p:nvPicPr>
          <p:cNvPr id="3" name="Image 7" descr="Gini Index formula.webp">
            <a:extLst>
              <a:ext uri="{FF2B5EF4-FFF2-40B4-BE49-F238E27FC236}">
                <a16:creationId xmlns:a16="http://schemas.microsoft.com/office/drawing/2014/main" id="{6D1ECF75-6117-C831-6F34-7BE73FA7733F}"/>
              </a:ext>
            </a:extLst>
          </p:cNvPr>
          <p:cNvPicPr/>
          <p:nvPr/>
        </p:nvPicPr>
        <p:blipFill>
          <a:blip r:embed="rId2" cstate="print"/>
          <a:stretch>
            <a:fillRect/>
          </a:stretch>
        </p:blipFill>
        <p:spPr>
          <a:xfrm>
            <a:off x="4286885" y="1911231"/>
            <a:ext cx="2125980" cy="706120"/>
          </a:xfrm>
          <a:prstGeom prst="rect">
            <a:avLst/>
          </a:prstGeom>
        </p:spPr>
      </p:pic>
      <p:pic>
        <p:nvPicPr>
          <p:cNvPr id="4" name="Picture 3">
            <a:extLst>
              <a:ext uri="{FF2B5EF4-FFF2-40B4-BE49-F238E27FC236}">
                <a16:creationId xmlns:a16="http://schemas.microsoft.com/office/drawing/2014/main" id="{1D45E42D-063A-A392-B2BE-6882EF643079}"/>
              </a:ext>
            </a:extLst>
          </p:cNvPr>
          <p:cNvPicPr>
            <a:picLocks noChangeAspect="1"/>
          </p:cNvPicPr>
          <p:nvPr/>
        </p:nvPicPr>
        <p:blipFill rotWithShape="1">
          <a:blip r:embed="rId3">
            <a:extLst>
              <a:ext uri="{28A0092B-C50C-407E-A947-70E740481C1C}">
                <a14:useLocalDpi xmlns:a14="http://schemas.microsoft.com/office/drawing/2010/main" val="0"/>
              </a:ext>
            </a:extLst>
          </a:blip>
          <a:srcRect l="4167" r="1786" b="5589"/>
          <a:stretch/>
        </p:blipFill>
        <p:spPr bwMode="auto">
          <a:xfrm>
            <a:off x="267335" y="721519"/>
            <a:ext cx="3837940" cy="1409102"/>
          </a:xfrm>
          <a:prstGeom prst="rect">
            <a:avLst/>
          </a:prstGeom>
          <a:ln>
            <a:noFill/>
          </a:ln>
          <a:extLst>
            <a:ext uri="{53640926-AAD7-44D8-BBD7-CCE9431645EC}">
              <a14:shadowObscured xmlns:a14="http://schemas.microsoft.com/office/drawing/2010/main"/>
            </a:ext>
          </a:extLst>
        </p:spPr>
      </p:pic>
      <p:sp>
        <p:nvSpPr>
          <p:cNvPr id="5" name="Rectangle: Rounded Corners 4">
            <a:extLst>
              <a:ext uri="{FF2B5EF4-FFF2-40B4-BE49-F238E27FC236}">
                <a16:creationId xmlns:a16="http://schemas.microsoft.com/office/drawing/2014/main" id="{25368C7A-44CA-7A6E-2D1F-E4DCD044E7E1}"/>
              </a:ext>
            </a:extLst>
          </p:cNvPr>
          <p:cNvSpPr/>
          <p:nvPr/>
        </p:nvSpPr>
        <p:spPr>
          <a:xfrm>
            <a:off x="4152900" y="1878909"/>
            <a:ext cx="2510068" cy="770764"/>
          </a:xfrm>
          <a:prstGeom prst="round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028AC66-3283-CDA0-D144-7D72E50AE946}"/>
              </a:ext>
            </a:extLst>
          </p:cNvPr>
          <p:cNvSpPr txBox="1"/>
          <p:nvPr/>
        </p:nvSpPr>
        <p:spPr>
          <a:xfrm>
            <a:off x="4884059" y="2690221"/>
            <a:ext cx="1047750" cy="307777"/>
          </a:xfrm>
          <a:prstGeom prst="rect">
            <a:avLst/>
          </a:prstGeom>
          <a:noFill/>
        </p:spPr>
        <p:txBody>
          <a:bodyPr wrap="square" rtlCol="0">
            <a:spAutoFit/>
          </a:bodyPr>
          <a:lstStyle/>
          <a:p>
            <a:pPr algn="ctr"/>
            <a:r>
              <a:rPr lang="fa-IR" b="1">
                <a:solidFill>
                  <a:schemeClr val="accent3"/>
                </a:solidFill>
                <a:latin typeface="Vazir" panose="020B0603030804020204" pitchFamily="34" charset="-78"/>
                <a:cs typeface="Vazir" panose="020B0603030804020204" pitchFamily="34" charset="-78"/>
              </a:rPr>
              <a:t>همچنین</a:t>
            </a:r>
            <a:endParaRPr lang="en-US" b="1">
              <a:solidFill>
                <a:schemeClr val="accent3"/>
              </a:solidFill>
              <a:latin typeface="Vazir" panose="020B0603030804020204" pitchFamily="34" charset="-78"/>
              <a:cs typeface="Vazir" panose="020B0603030804020204" pitchFamily="34" charset="-78"/>
            </a:endParaRPr>
          </a:p>
        </p:txBody>
      </p:sp>
      <p:pic>
        <p:nvPicPr>
          <p:cNvPr id="7" name="Picture 6">
            <a:extLst>
              <a:ext uri="{FF2B5EF4-FFF2-40B4-BE49-F238E27FC236}">
                <a16:creationId xmlns:a16="http://schemas.microsoft.com/office/drawing/2014/main" id="{5887C91E-6661-5328-AF40-F1E115DD1E75}"/>
              </a:ext>
            </a:extLst>
          </p:cNvPr>
          <p:cNvPicPr>
            <a:picLocks noChangeAspect="1"/>
          </p:cNvPicPr>
          <p:nvPr/>
        </p:nvPicPr>
        <p:blipFill rotWithShape="1">
          <a:blip r:embed="rId4">
            <a:extLst>
              <a:ext uri="{28A0092B-C50C-407E-A947-70E740481C1C}">
                <a14:useLocalDpi xmlns:a14="http://schemas.microsoft.com/office/drawing/2010/main" val="0"/>
              </a:ext>
            </a:extLst>
          </a:blip>
          <a:srcRect l="3046" b="2758"/>
          <a:stretch/>
        </p:blipFill>
        <p:spPr bwMode="auto">
          <a:xfrm>
            <a:off x="4191000" y="3076493"/>
            <a:ext cx="3941445" cy="447675"/>
          </a:xfrm>
          <a:prstGeom prst="rect">
            <a:avLst/>
          </a:prstGeom>
          <a:ln>
            <a:noFill/>
          </a:ln>
          <a:extLst>
            <a:ext uri="{53640926-AAD7-44D8-BBD7-CCE9431645EC}">
              <a14:shadowObscured xmlns:a14="http://schemas.microsoft.com/office/drawing/2010/main"/>
            </a:ext>
          </a:extLst>
        </p:spPr>
      </p:pic>
      <p:sp>
        <p:nvSpPr>
          <p:cNvPr id="8" name="Rectangle: Rounded Corners 7">
            <a:extLst>
              <a:ext uri="{FF2B5EF4-FFF2-40B4-BE49-F238E27FC236}">
                <a16:creationId xmlns:a16="http://schemas.microsoft.com/office/drawing/2014/main" id="{E4FF2DF8-04C2-B996-0FBA-0A085C51ADAA}"/>
              </a:ext>
            </a:extLst>
          </p:cNvPr>
          <p:cNvSpPr/>
          <p:nvPr/>
        </p:nvSpPr>
        <p:spPr>
          <a:xfrm>
            <a:off x="4152900" y="3057524"/>
            <a:ext cx="3941444" cy="532937"/>
          </a:xfrm>
          <a:prstGeom prst="round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oogle Shape;2593;p72">
            <a:extLst>
              <a:ext uri="{FF2B5EF4-FFF2-40B4-BE49-F238E27FC236}">
                <a16:creationId xmlns:a16="http://schemas.microsoft.com/office/drawing/2014/main" id="{64A3DFCD-2C8B-1868-ED72-2D48DE5A08C1}"/>
              </a:ext>
            </a:extLst>
          </p:cNvPr>
          <p:cNvGrpSpPr/>
          <p:nvPr/>
        </p:nvGrpSpPr>
        <p:grpSpPr>
          <a:xfrm flipH="1">
            <a:off x="159690" y="2845594"/>
            <a:ext cx="2674840" cy="2181206"/>
            <a:chOff x="6659900" y="3229575"/>
            <a:chExt cx="2245500" cy="1831100"/>
          </a:xfrm>
        </p:grpSpPr>
        <p:sp>
          <p:nvSpPr>
            <p:cNvPr id="10" name="Google Shape;2594;p72">
              <a:extLst>
                <a:ext uri="{FF2B5EF4-FFF2-40B4-BE49-F238E27FC236}">
                  <a16:creationId xmlns:a16="http://schemas.microsoft.com/office/drawing/2014/main" id="{D94009A5-27C1-24D4-21FE-D8E5B722AFBC}"/>
                </a:ext>
              </a:extLst>
            </p:cNvPr>
            <p:cNvSpPr/>
            <p:nvPr/>
          </p:nvSpPr>
          <p:spPr>
            <a:xfrm>
              <a:off x="7200175" y="3257325"/>
              <a:ext cx="18275" cy="17250"/>
            </a:xfrm>
            <a:custGeom>
              <a:avLst/>
              <a:gdLst/>
              <a:ahLst/>
              <a:cxnLst/>
              <a:rect l="l" t="t" r="r" b="b"/>
              <a:pathLst>
                <a:path w="731" h="690" extrusionOk="0">
                  <a:moveTo>
                    <a:pt x="45" y="0"/>
                  </a:moveTo>
                  <a:cubicBezTo>
                    <a:pt x="39" y="0"/>
                    <a:pt x="34" y="2"/>
                    <a:pt x="31" y="5"/>
                  </a:cubicBezTo>
                  <a:cubicBezTo>
                    <a:pt x="1" y="35"/>
                    <a:pt x="92" y="248"/>
                    <a:pt x="305" y="430"/>
                  </a:cubicBezTo>
                  <a:cubicBezTo>
                    <a:pt x="455" y="580"/>
                    <a:pt x="605" y="689"/>
                    <a:pt x="670" y="689"/>
                  </a:cubicBezTo>
                  <a:cubicBezTo>
                    <a:pt x="684" y="689"/>
                    <a:pt x="694" y="684"/>
                    <a:pt x="700" y="673"/>
                  </a:cubicBezTo>
                  <a:cubicBezTo>
                    <a:pt x="730" y="643"/>
                    <a:pt x="609" y="461"/>
                    <a:pt x="426" y="278"/>
                  </a:cubicBezTo>
                  <a:cubicBezTo>
                    <a:pt x="263" y="115"/>
                    <a:pt x="99" y="0"/>
                    <a:pt x="45"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595;p72">
              <a:extLst>
                <a:ext uri="{FF2B5EF4-FFF2-40B4-BE49-F238E27FC236}">
                  <a16:creationId xmlns:a16="http://schemas.microsoft.com/office/drawing/2014/main" id="{674F4EF2-A61F-6CF5-0D95-DFB19AF212B1}"/>
                </a:ext>
              </a:extLst>
            </p:cNvPr>
            <p:cNvSpPr/>
            <p:nvPr/>
          </p:nvSpPr>
          <p:spPr>
            <a:xfrm>
              <a:off x="8009475" y="3596975"/>
              <a:ext cx="895925" cy="1463700"/>
            </a:xfrm>
            <a:custGeom>
              <a:avLst/>
              <a:gdLst/>
              <a:ahLst/>
              <a:cxnLst/>
              <a:rect l="l" t="t" r="r" b="b"/>
              <a:pathLst>
                <a:path w="35837" h="58548" extrusionOk="0">
                  <a:moveTo>
                    <a:pt x="31610" y="0"/>
                  </a:moveTo>
                  <a:cubicBezTo>
                    <a:pt x="30506" y="0"/>
                    <a:pt x="28417" y="783"/>
                    <a:pt x="26444" y="5842"/>
                  </a:cubicBezTo>
                  <a:cubicBezTo>
                    <a:pt x="23587" y="13136"/>
                    <a:pt x="22645" y="17301"/>
                    <a:pt x="22645" y="17301"/>
                  </a:cubicBezTo>
                  <a:cubicBezTo>
                    <a:pt x="22645" y="17301"/>
                    <a:pt x="22166" y="18240"/>
                    <a:pt x="21437" y="18240"/>
                  </a:cubicBezTo>
                  <a:cubicBezTo>
                    <a:pt x="21230" y="18240"/>
                    <a:pt x="21003" y="18164"/>
                    <a:pt x="20760" y="17969"/>
                  </a:cubicBezTo>
                  <a:cubicBezTo>
                    <a:pt x="19758" y="17211"/>
                    <a:pt x="18370" y="15102"/>
                    <a:pt x="16897" y="15102"/>
                  </a:cubicBezTo>
                  <a:cubicBezTo>
                    <a:pt x="16717" y="15102"/>
                    <a:pt x="16535" y="15134"/>
                    <a:pt x="16353" y="15203"/>
                  </a:cubicBezTo>
                  <a:cubicBezTo>
                    <a:pt x="14712" y="15872"/>
                    <a:pt x="14256" y="17909"/>
                    <a:pt x="14864" y="20796"/>
                  </a:cubicBezTo>
                  <a:cubicBezTo>
                    <a:pt x="15502" y="23653"/>
                    <a:pt x="16626" y="29976"/>
                    <a:pt x="16718" y="30553"/>
                  </a:cubicBezTo>
                  <a:cubicBezTo>
                    <a:pt x="16814" y="31011"/>
                    <a:pt x="16681" y="31640"/>
                    <a:pt x="16199" y="31640"/>
                  </a:cubicBezTo>
                  <a:cubicBezTo>
                    <a:pt x="16072" y="31640"/>
                    <a:pt x="15922" y="31596"/>
                    <a:pt x="15745" y="31495"/>
                  </a:cubicBezTo>
                  <a:cubicBezTo>
                    <a:pt x="15075" y="31137"/>
                    <a:pt x="11829" y="28220"/>
                    <a:pt x="9483" y="28220"/>
                  </a:cubicBezTo>
                  <a:cubicBezTo>
                    <a:pt x="8847" y="28220"/>
                    <a:pt x="8277" y="28434"/>
                    <a:pt x="7842" y="28973"/>
                  </a:cubicBezTo>
                  <a:cubicBezTo>
                    <a:pt x="5806" y="31465"/>
                    <a:pt x="8845" y="39155"/>
                    <a:pt x="9180" y="40006"/>
                  </a:cubicBezTo>
                  <a:cubicBezTo>
                    <a:pt x="9483" y="40857"/>
                    <a:pt x="9362" y="41252"/>
                    <a:pt x="8967" y="41496"/>
                  </a:cubicBezTo>
                  <a:cubicBezTo>
                    <a:pt x="8938" y="41515"/>
                    <a:pt x="8903" y="41525"/>
                    <a:pt x="8863" y="41525"/>
                  </a:cubicBezTo>
                  <a:cubicBezTo>
                    <a:pt x="8347" y="41525"/>
                    <a:pt x="6913" y="39977"/>
                    <a:pt x="5532" y="38821"/>
                  </a:cubicBezTo>
                  <a:cubicBezTo>
                    <a:pt x="4543" y="37993"/>
                    <a:pt x="3367" y="37179"/>
                    <a:pt x="2376" y="37179"/>
                  </a:cubicBezTo>
                  <a:cubicBezTo>
                    <a:pt x="1875" y="37179"/>
                    <a:pt x="1421" y="37388"/>
                    <a:pt x="1064" y="37909"/>
                  </a:cubicBezTo>
                  <a:cubicBezTo>
                    <a:pt x="0" y="39459"/>
                    <a:pt x="213" y="45447"/>
                    <a:pt x="6809" y="54535"/>
                  </a:cubicBezTo>
                  <a:lnTo>
                    <a:pt x="10152" y="58547"/>
                  </a:lnTo>
                  <a:lnTo>
                    <a:pt x="15319" y="57757"/>
                  </a:lnTo>
                  <a:cubicBezTo>
                    <a:pt x="26292" y="55356"/>
                    <a:pt x="30426" y="51040"/>
                    <a:pt x="30669" y="49186"/>
                  </a:cubicBezTo>
                  <a:cubicBezTo>
                    <a:pt x="30912" y="47331"/>
                    <a:pt x="28694" y="46936"/>
                    <a:pt x="26748" y="46876"/>
                  </a:cubicBezTo>
                  <a:cubicBezTo>
                    <a:pt x="26502" y="46868"/>
                    <a:pt x="26251" y="46865"/>
                    <a:pt x="26000" y="46865"/>
                  </a:cubicBezTo>
                  <a:cubicBezTo>
                    <a:pt x="25297" y="46865"/>
                    <a:pt x="24591" y="46887"/>
                    <a:pt x="23993" y="46887"/>
                  </a:cubicBezTo>
                  <a:cubicBezTo>
                    <a:pt x="23112" y="46887"/>
                    <a:pt x="22465" y="46839"/>
                    <a:pt x="22402" y="46602"/>
                  </a:cubicBezTo>
                  <a:cubicBezTo>
                    <a:pt x="22280" y="46146"/>
                    <a:pt x="22432" y="45781"/>
                    <a:pt x="23253" y="45356"/>
                  </a:cubicBezTo>
                  <a:cubicBezTo>
                    <a:pt x="24043" y="44930"/>
                    <a:pt x="31429" y="41222"/>
                    <a:pt x="31612" y="37970"/>
                  </a:cubicBezTo>
                  <a:cubicBezTo>
                    <a:pt x="31764" y="34748"/>
                    <a:pt x="24955" y="34839"/>
                    <a:pt x="24013" y="34626"/>
                  </a:cubicBezTo>
                  <a:cubicBezTo>
                    <a:pt x="23070" y="34413"/>
                    <a:pt x="23465" y="33593"/>
                    <a:pt x="23921" y="33258"/>
                  </a:cubicBezTo>
                  <a:cubicBezTo>
                    <a:pt x="24347" y="32894"/>
                    <a:pt x="29423" y="28912"/>
                    <a:pt x="31794" y="27210"/>
                  </a:cubicBezTo>
                  <a:cubicBezTo>
                    <a:pt x="34165" y="25477"/>
                    <a:pt x="35198" y="23714"/>
                    <a:pt x="34408" y="22042"/>
                  </a:cubicBezTo>
                  <a:cubicBezTo>
                    <a:pt x="33993" y="21244"/>
                    <a:pt x="33044" y="21058"/>
                    <a:pt x="32025" y="21058"/>
                  </a:cubicBezTo>
                  <a:cubicBezTo>
                    <a:pt x="31139" y="21058"/>
                    <a:pt x="30201" y="21199"/>
                    <a:pt x="29518" y="21199"/>
                  </a:cubicBezTo>
                  <a:cubicBezTo>
                    <a:pt x="29431" y="21199"/>
                    <a:pt x="29349" y="21196"/>
                    <a:pt x="29271" y="21191"/>
                  </a:cubicBezTo>
                  <a:cubicBezTo>
                    <a:pt x="27903" y="21100"/>
                    <a:pt x="28329" y="19428"/>
                    <a:pt x="28329" y="19428"/>
                  </a:cubicBezTo>
                  <a:cubicBezTo>
                    <a:pt x="28329" y="19428"/>
                    <a:pt x="30396" y="15690"/>
                    <a:pt x="33101" y="8334"/>
                  </a:cubicBezTo>
                  <a:cubicBezTo>
                    <a:pt x="35836" y="979"/>
                    <a:pt x="32342" y="127"/>
                    <a:pt x="32341" y="127"/>
                  </a:cubicBezTo>
                  <a:lnTo>
                    <a:pt x="32341" y="127"/>
                  </a:lnTo>
                  <a:lnTo>
                    <a:pt x="32393" y="153"/>
                  </a:lnTo>
                  <a:lnTo>
                    <a:pt x="32393" y="153"/>
                  </a:lnTo>
                  <a:cubicBezTo>
                    <a:pt x="32341" y="128"/>
                    <a:pt x="32056" y="0"/>
                    <a:pt x="31610"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596;p72">
              <a:extLst>
                <a:ext uri="{FF2B5EF4-FFF2-40B4-BE49-F238E27FC236}">
                  <a16:creationId xmlns:a16="http://schemas.microsoft.com/office/drawing/2014/main" id="{843EB800-45D8-442E-F604-4920205DFE5D}"/>
                </a:ext>
              </a:extLst>
            </p:cNvPr>
            <p:cNvSpPr/>
            <p:nvPr/>
          </p:nvSpPr>
          <p:spPr>
            <a:xfrm>
              <a:off x="8266300" y="3763525"/>
              <a:ext cx="488650" cy="1269800"/>
            </a:xfrm>
            <a:custGeom>
              <a:avLst/>
              <a:gdLst/>
              <a:ahLst/>
              <a:cxnLst/>
              <a:rect l="l" t="t" r="r" b="b"/>
              <a:pathLst>
                <a:path w="19546" h="50792" extrusionOk="0">
                  <a:moveTo>
                    <a:pt x="19545" y="0"/>
                  </a:moveTo>
                  <a:cubicBezTo>
                    <a:pt x="19515" y="31"/>
                    <a:pt x="19484" y="91"/>
                    <a:pt x="19454" y="152"/>
                  </a:cubicBezTo>
                  <a:lnTo>
                    <a:pt x="19302" y="578"/>
                  </a:lnTo>
                  <a:cubicBezTo>
                    <a:pt x="19150" y="1003"/>
                    <a:pt x="18907" y="1581"/>
                    <a:pt x="18633" y="2341"/>
                  </a:cubicBezTo>
                  <a:lnTo>
                    <a:pt x="16202" y="8724"/>
                  </a:lnTo>
                  <a:cubicBezTo>
                    <a:pt x="14165" y="14104"/>
                    <a:pt x="11278" y="21520"/>
                    <a:pt x="8086" y="29727"/>
                  </a:cubicBezTo>
                  <a:cubicBezTo>
                    <a:pt x="4894" y="37934"/>
                    <a:pt x="2037" y="45350"/>
                    <a:pt x="1" y="50761"/>
                  </a:cubicBezTo>
                  <a:lnTo>
                    <a:pt x="122" y="50791"/>
                  </a:lnTo>
                  <a:cubicBezTo>
                    <a:pt x="2159" y="45411"/>
                    <a:pt x="5046" y="37995"/>
                    <a:pt x="8238" y="29788"/>
                  </a:cubicBezTo>
                  <a:cubicBezTo>
                    <a:pt x="11430" y="21581"/>
                    <a:pt x="14287" y="14165"/>
                    <a:pt x="16323" y="8754"/>
                  </a:cubicBezTo>
                  <a:cubicBezTo>
                    <a:pt x="17326" y="6049"/>
                    <a:pt x="18147" y="3860"/>
                    <a:pt x="18694" y="2341"/>
                  </a:cubicBezTo>
                  <a:cubicBezTo>
                    <a:pt x="18968" y="1611"/>
                    <a:pt x="19180" y="1003"/>
                    <a:pt x="19332" y="608"/>
                  </a:cubicBezTo>
                  <a:cubicBezTo>
                    <a:pt x="19393" y="395"/>
                    <a:pt x="19424" y="243"/>
                    <a:pt x="19484" y="152"/>
                  </a:cubicBezTo>
                  <a:cubicBezTo>
                    <a:pt x="19545" y="31"/>
                    <a:pt x="19545" y="0"/>
                    <a:pt x="19545"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597;p72">
              <a:extLst>
                <a:ext uri="{FF2B5EF4-FFF2-40B4-BE49-F238E27FC236}">
                  <a16:creationId xmlns:a16="http://schemas.microsoft.com/office/drawing/2014/main" id="{7DFCF026-65B7-0E9F-5578-0FDF335723BC}"/>
                </a:ext>
              </a:extLst>
            </p:cNvPr>
            <p:cNvSpPr/>
            <p:nvPr/>
          </p:nvSpPr>
          <p:spPr>
            <a:xfrm>
              <a:off x="8471475" y="4068225"/>
              <a:ext cx="79825" cy="224950"/>
            </a:xfrm>
            <a:custGeom>
              <a:avLst/>
              <a:gdLst/>
              <a:ahLst/>
              <a:cxnLst/>
              <a:rect l="l" t="t" r="r" b="b"/>
              <a:pathLst>
                <a:path w="3193" h="8998" extrusionOk="0">
                  <a:moveTo>
                    <a:pt x="1" y="1"/>
                  </a:moveTo>
                  <a:cubicBezTo>
                    <a:pt x="1" y="122"/>
                    <a:pt x="31" y="244"/>
                    <a:pt x="61" y="366"/>
                  </a:cubicBezTo>
                  <a:cubicBezTo>
                    <a:pt x="153" y="639"/>
                    <a:pt x="274" y="943"/>
                    <a:pt x="396" y="1338"/>
                  </a:cubicBezTo>
                  <a:cubicBezTo>
                    <a:pt x="700" y="2189"/>
                    <a:pt x="1095" y="3284"/>
                    <a:pt x="1520" y="4530"/>
                  </a:cubicBezTo>
                  <a:cubicBezTo>
                    <a:pt x="1946" y="5776"/>
                    <a:pt x="2341" y="6901"/>
                    <a:pt x="2645" y="7721"/>
                  </a:cubicBezTo>
                  <a:cubicBezTo>
                    <a:pt x="2797" y="8116"/>
                    <a:pt x="2949" y="8451"/>
                    <a:pt x="3040" y="8664"/>
                  </a:cubicBezTo>
                  <a:cubicBezTo>
                    <a:pt x="3071" y="8785"/>
                    <a:pt x="3131" y="8907"/>
                    <a:pt x="3192" y="8998"/>
                  </a:cubicBezTo>
                  <a:cubicBezTo>
                    <a:pt x="3192" y="8876"/>
                    <a:pt x="3131" y="8755"/>
                    <a:pt x="3101" y="8664"/>
                  </a:cubicBezTo>
                  <a:lnTo>
                    <a:pt x="2767" y="7691"/>
                  </a:lnTo>
                  <a:lnTo>
                    <a:pt x="1672" y="4469"/>
                  </a:lnTo>
                  <a:cubicBezTo>
                    <a:pt x="1247" y="3223"/>
                    <a:pt x="852" y="2098"/>
                    <a:pt x="548" y="1308"/>
                  </a:cubicBezTo>
                  <a:cubicBezTo>
                    <a:pt x="396" y="882"/>
                    <a:pt x="244" y="578"/>
                    <a:pt x="153" y="335"/>
                  </a:cubicBezTo>
                  <a:cubicBezTo>
                    <a:pt x="122" y="214"/>
                    <a:pt x="61" y="122"/>
                    <a:pt x="1"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598;p72">
              <a:extLst>
                <a:ext uri="{FF2B5EF4-FFF2-40B4-BE49-F238E27FC236}">
                  <a16:creationId xmlns:a16="http://schemas.microsoft.com/office/drawing/2014/main" id="{A484CF52-EFF7-E0C1-7F5B-EDF5AA5AAF34}"/>
                </a:ext>
              </a:extLst>
            </p:cNvPr>
            <p:cNvSpPr/>
            <p:nvPr/>
          </p:nvSpPr>
          <p:spPr>
            <a:xfrm>
              <a:off x="8564175" y="4192825"/>
              <a:ext cx="256875" cy="101900"/>
            </a:xfrm>
            <a:custGeom>
              <a:avLst/>
              <a:gdLst/>
              <a:ahLst/>
              <a:cxnLst/>
              <a:rect l="l" t="t" r="r" b="b"/>
              <a:pathLst>
                <a:path w="10275" h="4076" extrusionOk="0">
                  <a:moveTo>
                    <a:pt x="10273" y="1"/>
                  </a:moveTo>
                  <a:cubicBezTo>
                    <a:pt x="10192" y="1"/>
                    <a:pt x="7855" y="842"/>
                    <a:pt x="5107" y="1947"/>
                  </a:cubicBezTo>
                  <a:cubicBezTo>
                    <a:pt x="2281" y="3072"/>
                    <a:pt x="1" y="4044"/>
                    <a:pt x="1" y="4075"/>
                  </a:cubicBezTo>
                  <a:cubicBezTo>
                    <a:pt x="1" y="4075"/>
                    <a:pt x="3" y="4075"/>
                    <a:pt x="4" y="4075"/>
                  </a:cubicBezTo>
                  <a:cubicBezTo>
                    <a:pt x="109" y="4075"/>
                    <a:pt x="2389" y="3205"/>
                    <a:pt x="5168" y="2099"/>
                  </a:cubicBezTo>
                  <a:cubicBezTo>
                    <a:pt x="7995" y="974"/>
                    <a:pt x="10275" y="32"/>
                    <a:pt x="10275" y="2"/>
                  </a:cubicBezTo>
                  <a:cubicBezTo>
                    <a:pt x="10275" y="1"/>
                    <a:pt x="10274" y="1"/>
                    <a:pt x="10273"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599;p72">
              <a:extLst>
                <a:ext uri="{FF2B5EF4-FFF2-40B4-BE49-F238E27FC236}">
                  <a16:creationId xmlns:a16="http://schemas.microsoft.com/office/drawing/2014/main" id="{AD76CB3F-3629-85FB-6AAD-AF89B597717D}"/>
                </a:ext>
              </a:extLst>
            </p:cNvPr>
            <p:cNvSpPr/>
            <p:nvPr/>
          </p:nvSpPr>
          <p:spPr>
            <a:xfrm>
              <a:off x="8427400" y="4571275"/>
              <a:ext cx="242425" cy="33475"/>
            </a:xfrm>
            <a:custGeom>
              <a:avLst/>
              <a:gdLst/>
              <a:ahLst/>
              <a:cxnLst/>
              <a:rect l="l" t="t" r="r" b="b"/>
              <a:pathLst>
                <a:path w="9697" h="1339" extrusionOk="0">
                  <a:moveTo>
                    <a:pt x="9697" y="1"/>
                  </a:moveTo>
                  <a:cubicBezTo>
                    <a:pt x="9545" y="1"/>
                    <a:pt x="9423" y="1"/>
                    <a:pt x="9302" y="61"/>
                  </a:cubicBezTo>
                  <a:lnTo>
                    <a:pt x="8268" y="244"/>
                  </a:lnTo>
                  <a:cubicBezTo>
                    <a:pt x="7387" y="396"/>
                    <a:pt x="6171" y="609"/>
                    <a:pt x="4864" y="761"/>
                  </a:cubicBezTo>
                  <a:cubicBezTo>
                    <a:pt x="3527" y="943"/>
                    <a:pt x="2311" y="1065"/>
                    <a:pt x="1429" y="1156"/>
                  </a:cubicBezTo>
                  <a:lnTo>
                    <a:pt x="396" y="1247"/>
                  </a:lnTo>
                  <a:cubicBezTo>
                    <a:pt x="274" y="1247"/>
                    <a:pt x="122" y="1277"/>
                    <a:pt x="1" y="1308"/>
                  </a:cubicBezTo>
                  <a:cubicBezTo>
                    <a:pt x="122" y="1338"/>
                    <a:pt x="244" y="1338"/>
                    <a:pt x="365" y="1338"/>
                  </a:cubicBezTo>
                  <a:cubicBezTo>
                    <a:pt x="609" y="1308"/>
                    <a:pt x="973" y="1308"/>
                    <a:pt x="1429" y="1277"/>
                  </a:cubicBezTo>
                  <a:cubicBezTo>
                    <a:pt x="2311" y="1217"/>
                    <a:pt x="3527" y="1125"/>
                    <a:pt x="4864" y="943"/>
                  </a:cubicBezTo>
                  <a:cubicBezTo>
                    <a:pt x="6201" y="761"/>
                    <a:pt x="7417" y="517"/>
                    <a:pt x="8268" y="335"/>
                  </a:cubicBezTo>
                  <a:cubicBezTo>
                    <a:pt x="8724" y="244"/>
                    <a:pt x="9059" y="183"/>
                    <a:pt x="9302" y="122"/>
                  </a:cubicBezTo>
                  <a:cubicBezTo>
                    <a:pt x="9423" y="92"/>
                    <a:pt x="9545" y="31"/>
                    <a:pt x="9697"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600;p72">
              <a:extLst>
                <a:ext uri="{FF2B5EF4-FFF2-40B4-BE49-F238E27FC236}">
                  <a16:creationId xmlns:a16="http://schemas.microsoft.com/office/drawing/2014/main" id="{1963AACB-E4E9-4F78-315B-839CCA356747}"/>
                </a:ext>
              </a:extLst>
            </p:cNvPr>
            <p:cNvSpPr/>
            <p:nvPr/>
          </p:nvSpPr>
          <p:spPr>
            <a:xfrm>
              <a:off x="8298225" y="4417775"/>
              <a:ext cx="131475" cy="183925"/>
            </a:xfrm>
            <a:custGeom>
              <a:avLst/>
              <a:gdLst/>
              <a:ahLst/>
              <a:cxnLst/>
              <a:rect l="l" t="t" r="r" b="b"/>
              <a:pathLst>
                <a:path w="5259" h="7357" extrusionOk="0">
                  <a:moveTo>
                    <a:pt x="0" y="1"/>
                  </a:moveTo>
                  <a:lnTo>
                    <a:pt x="0" y="1"/>
                  </a:lnTo>
                  <a:cubicBezTo>
                    <a:pt x="61" y="122"/>
                    <a:pt x="122" y="214"/>
                    <a:pt x="183" y="335"/>
                  </a:cubicBezTo>
                  <a:lnTo>
                    <a:pt x="730" y="1125"/>
                  </a:lnTo>
                  <a:cubicBezTo>
                    <a:pt x="1186" y="1794"/>
                    <a:pt x="1824" y="2706"/>
                    <a:pt x="2554" y="3739"/>
                  </a:cubicBezTo>
                  <a:cubicBezTo>
                    <a:pt x="3283" y="4742"/>
                    <a:pt x="3952" y="5654"/>
                    <a:pt x="4438" y="6323"/>
                  </a:cubicBezTo>
                  <a:lnTo>
                    <a:pt x="5016" y="7083"/>
                  </a:lnTo>
                  <a:cubicBezTo>
                    <a:pt x="5076" y="7174"/>
                    <a:pt x="5168" y="7265"/>
                    <a:pt x="5259" y="7357"/>
                  </a:cubicBezTo>
                  <a:cubicBezTo>
                    <a:pt x="5198" y="7235"/>
                    <a:pt x="5137" y="7113"/>
                    <a:pt x="5076" y="7022"/>
                  </a:cubicBezTo>
                  <a:lnTo>
                    <a:pt x="4529" y="6232"/>
                  </a:lnTo>
                  <a:cubicBezTo>
                    <a:pt x="4073" y="5563"/>
                    <a:pt x="3435" y="4621"/>
                    <a:pt x="2675" y="3618"/>
                  </a:cubicBezTo>
                  <a:cubicBezTo>
                    <a:pt x="1946" y="2615"/>
                    <a:pt x="1307" y="1703"/>
                    <a:pt x="821" y="1034"/>
                  </a:cubicBezTo>
                  <a:lnTo>
                    <a:pt x="244" y="274"/>
                  </a:lnTo>
                  <a:cubicBezTo>
                    <a:pt x="92" y="92"/>
                    <a:pt x="0" y="1"/>
                    <a:pt x="0"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601;p72">
              <a:extLst>
                <a:ext uri="{FF2B5EF4-FFF2-40B4-BE49-F238E27FC236}">
                  <a16:creationId xmlns:a16="http://schemas.microsoft.com/office/drawing/2014/main" id="{C2671AEA-977F-0665-CF72-9D41C8B7D23F}"/>
                </a:ext>
              </a:extLst>
            </p:cNvPr>
            <p:cNvSpPr/>
            <p:nvPr/>
          </p:nvSpPr>
          <p:spPr>
            <a:xfrm>
              <a:off x="8143200" y="4675375"/>
              <a:ext cx="170250" cy="234075"/>
            </a:xfrm>
            <a:custGeom>
              <a:avLst/>
              <a:gdLst/>
              <a:ahLst/>
              <a:cxnLst/>
              <a:rect l="l" t="t" r="r" b="b"/>
              <a:pathLst>
                <a:path w="6810" h="9363" extrusionOk="0">
                  <a:moveTo>
                    <a:pt x="1" y="1"/>
                  </a:moveTo>
                  <a:lnTo>
                    <a:pt x="1" y="1"/>
                  </a:lnTo>
                  <a:cubicBezTo>
                    <a:pt x="61" y="153"/>
                    <a:pt x="153" y="274"/>
                    <a:pt x="244" y="396"/>
                  </a:cubicBezTo>
                  <a:lnTo>
                    <a:pt x="943" y="1399"/>
                  </a:lnTo>
                  <a:cubicBezTo>
                    <a:pt x="1551" y="2250"/>
                    <a:pt x="2402" y="3436"/>
                    <a:pt x="3344" y="4743"/>
                  </a:cubicBezTo>
                  <a:cubicBezTo>
                    <a:pt x="4256" y="6019"/>
                    <a:pt x="5138" y="7174"/>
                    <a:pt x="5745" y="8025"/>
                  </a:cubicBezTo>
                  <a:lnTo>
                    <a:pt x="6505" y="8998"/>
                  </a:lnTo>
                  <a:cubicBezTo>
                    <a:pt x="6597" y="9120"/>
                    <a:pt x="6718" y="9241"/>
                    <a:pt x="6809" y="9363"/>
                  </a:cubicBezTo>
                  <a:cubicBezTo>
                    <a:pt x="6749" y="9211"/>
                    <a:pt x="6657" y="9089"/>
                    <a:pt x="6566" y="8968"/>
                  </a:cubicBezTo>
                  <a:lnTo>
                    <a:pt x="5867" y="7965"/>
                  </a:lnTo>
                  <a:cubicBezTo>
                    <a:pt x="5259" y="7113"/>
                    <a:pt x="4408" y="5928"/>
                    <a:pt x="3466" y="4651"/>
                  </a:cubicBezTo>
                  <a:cubicBezTo>
                    <a:pt x="2524" y="3344"/>
                    <a:pt x="1672" y="2189"/>
                    <a:pt x="1034" y="1338"/>
                  </a:cubicBezTo>
                  <a:cubicBezTo>
                    <a:pt x="730" y="943"/>
                    <a:pt x="487" y="609"/>
                    <a:pt x="274" y="366"/>
                  </a:cubicBezTo>
                  <a:cubicBezTo>
                    <a:pt x="213" y="244"/>
                    <a:pt x="92" y="122"/>
                    <a:pt x="1"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602;p72">
              <a:extLst>
                <a:ext uri="{FF2B5EF4-FFF2-40B4-BE49-F238E27FC236}">
                  <a16:creationId xmlns:a16="http://schemas.microsoft.com/office/drawing/2014/main" id="{AA1A2C42-E2B6-04B9-A71B-5C8B04E71543}"/>
                </a:ext>
              </a:extLst>
            </p:cNvPr>
            <p:cNvSpPr/>
            <p:nvPr/>
          </p:nvSpPr>
          <p:spPr>
            <a:xfrm>
              <a:off x="8311150" y="4852450"/>
              <a:ext cx="305500" cy="50175"/>
            </a:xfrm>
            <a:custGeom>
              <a:avLst/>
              <a:gdLst/>
              <a:ahLst/>
              <a:cxnLst/>
              <a:rect l="l" t="t" r="r" b="b"/>
              <a:pathLst>
                <a:path w="12220" h="2007" extrusionOk="0">
                  <a:moveTo>
                    <a:pt x="12219" y="0"/>
                  </a:moveTo>
                  <a:lnTo>
                    <a:pt x="12219" y="0"/>
                  </a:lnTo>
                  <a:cubicBezTo>
                    <a:pt x="12067" y="30"/>
                    <a:pt x="11885" y="30"/>
                    <a:pt x="11733" y="91"/>
                  </a:cubicBezTo>
                  <a:lnTo>
                    <a:pt x="10426" y="334"/>
                  </a:lnTo>
                  <a:cubicBezTo>
                    <a:pt x="9332" y="547"/>
                    <a:pt x="7781" y="851"/>
                    <a:pt x="6110" y="1125"/>
                  </a:cubicBezTo>
                  <a:cubicBezTo>
                    <a:pt x="4438" y="1398"/>
                    <a:pt x="2888" y="1611"/>
                    <a:pt x="1793" y="1763"/>
                  </a:cubicBezTo>
                  <a:lnTo>
                    <a:pt x="486" y="1945"/>
                  </a:lnTo>
                  <a:cubicBezTo>
                    <a:pt x="304" y="1945"/>
                    <a:pt x="152" y="1976"/>
                    <a:pt x="0" y="2006"/>
                  </a:cubicBezTo>
                  <a:lnTo>
                    <a:pt x="486" y="2006"/>
                  </a:lnTo>
                  <a:cubicBezTo>
                    <a:pt x="790" y="1976"/>
                    <a:pt x="1246" y="1945"/>
                    <a:pt x="1793" y="1885"/>
                  </a:cubicBezTo>
                  <a:cubicBezTo>
                    <a:pt x="2918" y="1763"/>
                    <a:pt x="4438" y="1550"/>
                    <a:pt x="6140" y="1277"/>
                  </a:cubicBezTo>
                  <a:cubicBezTo>
                    <a:pt x="7842" y="1003"/>
                    <a:pt x="9362" y="699"/>
                    <a:pt x="10456" y="456"/>
                  </a:cubicBezTo>
                  <a:cubicBezTo>
                    <a:pt x="11003" y="334"/>
                    <a:pt x="11459" y="213"/>
                    <a:pt x="11763" y="152"/>
                  </a:cubicBezTo>
                  <a:cubicBezTo>
                    <a:pt x="11915" y="122"/>
                    <a:pt x="12067" y="61"/>
                    <a:pt x="12219"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603;p72">
              <a:extLst>
                <a:ext uri="{FF2B5EF4-FFF2-40B4-BE49-F238E27FC236}">
                  <a16:creationId xmlns:a16="http://schemas.microsoft.com/office/drawing/2014/main" id="{390EFE97-A916-6AD6-130E-BCF57EB6DE23}"/>
                </a:ext>
              </a:extLst>
            </p:cNvPr>
            <p:cNvSpPr/>
            <p:nvPr/>
          </p:nvSpPr>
          <p:spPr>
            <a:xfrm>
              <a:off x="6697125" y="4523400"/>
              <a:ext cx="154275" cy="142900"/>
            </a:xfrm>
            <a:custGeom>
              <a:avLst/>
              <a:gdLst/>
              <a:ahLst/>
              <a:cxnLst/>
              <a:rect l="l" t="t" r="r" b="b"/>
              <a:pathLst>
                <a:path w="6171" h="5716" extrusionOk="0">
                  <a:moveTo>
                    <a:pt x="821" y="1"/>
                  </a:moveTo>
                  <a:lnTo>
                    <a:pt x="1" y="821"/>
                  </a:lnTo>
                  <a:lnTo>
                    <a:pt x="578" y="3132"/>
                  </a:lnTo>
                  <a:lnTo>
                    <a:pt x="5441" y="5715"/>
                  </a:lnTo>
                  <a:lnTo>
                    <a:pt x="6171" y="4834"/>
                  </a:lnTo>
                  <a:lnTo>
                    <a:pt x="3253" y="578"/>
                  </a:lnTo>
                  <a:lnTo>
                    <a:pt x="82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604;p72">
              <a:extLst>
                <a:ext uri="{FF2B5EF4-FFF2-40B4-BE49-F238E27FC236}">
                  <a16:creationId xmlns:a16="http://schemas.microsoft.com/office/drawing/2014/main" id="{A23191D3-B31B-D4B5-1579-21E400B3B718}"/>
                </a:ext>
              </a:extLst>
            </p:cNvPr>
            <p:cNvSpPr/>
            <p:nvPr/>
          </p:nvSpPr>
          <p:spPr>
            <a:xfrm>
              <a:off x="6659900" y="4491100"/>
              <a:ext cx="629975" cy="565025"/>
            </a:xfrm>
            <a:custGeom>
              <a:avLst/>
              <a:gdLst/>
              <a:ahLst/>
              <a:cxnLst/>
              <a:rect l="l" t="t" r="r" b="b"/>
              <a:pathLst>
                <a:path w="25199" h="22601" extrusionOk="0">
                  <a:moveTo>
                    <a:pt x="644" y="0"/>
                  </a:moveTo>
                  <a:cubicBezTo>
                    <a:pt x="482" y="0"/>
                    <a:pt x="326" y="69"/>
                    <a:pt x="213" y="199"/>
                  </a:cubicBezTo>
                  <a:cubicBezTo>
                    <a:pt x="0" y="442"/>
                    <a:pt x="31" y="776"/>
                    <a:pt x="243" y="989"/>
                  </a:cubicBezTo>
                  <a:lnTo>
                    <a:pt x="24226" y="22600"/>
                  </a:lnTo>
                  <a:lnTo>
                    <a:pt x="25198" y="21901"/>
                  </a:lnTo>
                  <a:lnTo>
                    <a:pt x="1064" y="168"/>
                  </a:lnTo>
                  <a:cubicBezTo>
                    <a:pt x="936" y="54"/>
                    <a:pt x="788" y="0"/>
                    <a:pt x="644"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605;p72">
              <a:extLst>
                <a:ext uri="{FF2B5EF4-FFF2-40B4-BE49-F238E27FC236}">
                  <a16:creationId xmlns:a16="http://schemas.microsoft.com/office/drawing/2014/main" id="{D885767C-1567-FE2F-9D31-F55DCA6D296A}"/>
                </a:ext>
              </a:extLst>
            </p:cNvPr>
            <p:cNvSpPr/>
            <p:nvPr/>
          </p:nvSpPr>
          <p:spPr>
            <a:xfrm>
              <a:off x="6976000" y="4091025"/>
              <a:ext cx="121625" cy="237125"/>
            </a:xfrm>
            <a:custGeom>
              <a:avLst/>
              <a:gdLst/>
              <a:ahLst/>
              <a:cxnLst/>
              <a:rect l="l" t="t" r="r" b="b"/>
              <a:pathLst>
                <a:path w="4865" h="9485" extrusionOk="0">
                  <a:moveTo>
                    <a:pt x="2463" y="1"/>
                  </a:moveTo>
                  <a:lnTo>
                    <a:pt x="1004" y="305"/>
                  </a:lnTo>
                  <a:lnTo>
                    <a:pt x="1" y="3223"/>
                  </a:lnTo>
                  <a:lnTo>
                    <a:pt x="3436" y="9484"/>
                  </a:lnTo>
                  <a:lnTo>
                    <a:pt x="4864" y="9028"/>
                  </a:lnTo>
                  <a:lnTo>
                    <a:pt x="4682" y="2341"/>
                  </a:lnTo>
                  <a:lnTo>
                    <a:pt x="2463"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06;p72">
              <a:extLst>
                <a:ext uri="{FF2B5EF4-FFF2-40B4-BE49-F238E27FC236}">
                  <a16:creationId xmlns:a16="http://schemas.microsoft.com/office/drawing/2014/main" id="{5F4D7A43-0AFF-2B64-7DF6-D053C3E5C1F3}"/>
                </a:ext>
              </a:extLst>
            </p:cNvPr>
            <p:cNvSpPr/>
            <p:nvPr/>
          </p:nvSpPr>
          <p:spPr>
            <a:xfrm>
              <a:off x="6983600" y="4022675"/>
              <a:ext cx="312350" cy="1034200"/>
            </a:xfrm>
            <a:custGeom>
              <a:avLst/>
              <a:gdLst/>
              <a:ahLst/>
              <a:cxnLst/>
              <a:rect l="l" t="t" r="r" b="b"/>
              <a:pathLst>
                <a:path w="12494" h="41368" extrusionOk="0">
                  <a:moveTo>
                    <a:pt x="814" y="0"/>
                  </a:moveTo>
                  <a:cubicBezTo>
                    <a:pt x="747" y="0"/>
                    <a:pt x="678" y="10"/>
                    <a:pt x="609" y="29"/>
                  </a:cubicBezTo>
                  <a:cubicBezTo>
                    <a:pt x="244" y="151"/>
                    <a:pt x="1" y="546"/>
                    <a:pt x="122" y="941"/>
                  </a:cubicBezTo>
                  <a:lnTo>
                    <a:pt x="10943" y="41367"/>
                  </a:lnTo>
                  <a:lnTo>
                    <a:pt x="12493" y="41337"/>
                  </a:lnTo>
                  <a:lnTo>
                    <a:pt x="1581" y="607"/>
                  </a:lnTo>
                  <a:cubicBezTo>
                    <a:pt x="1479" y="250"/>
                    <a:pt x="1164" y="0"/>
                    <a:pt x="81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607;p72">
              <a:extLst>
                <a:ext uri="{FF2B5EF4-FFF2-40B4-BE49-F238E27FC236}">
                  <a16:creationId xmlns:a16="http://schemas.microsoft.com/office/drawing/2014/main" id="{D5A9E565-AAB1-5419-FB7A-2B2F8FC7A120}"/>
                </a:ext>
              </a:extLst>
            </p:cNvPr>
            <p:cNvSpPr/>
            <p:nvPr/>
          </p:nvSpPr>
          <p:spPr>
            <a:xfrm>
              <a:off x="7491975" y="4354700"/>
              <a:ext cx="256875" cy="701425"/>
            </a:xfrm>
            <a:custGeom>
              <a:avLst/>
              <a:gdLst/>
              <a:ahLst/>
              <a:cxnLst/>
              <a:rect l="l" t="t" r="r" b="b"/>
              <a:pathLst>
                <a:path w="10275" h="28057" extrusionOk="0">
                  <a:moveTo>
                    <a:pt x="6323" y="1"/>
                  </a:moveTo>
                  <a:lnTo>
                    <a:pt x="1" y="28056"/>
                  </a:lnTo>
                  <a:lnTo>
                    <a:pt x="3830" y="28056"/>
                  </a:lnTo>
                  <a:lnTo>
                    <a:pt x="10274" y="1034"/>
                  </a:lnTo>
                  <a:lnTo>
                    <a:pt x="632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608;p72">
              <a:extLst>
                <a:ext uri="{FF2B5EF4-FFF2-40B4-BE49-F238E27FC236}">
                  <a16:creationId xmlns:a16="http://schemas.microsoft.com/office/drawing/2014/main" id="{CC932B4F-9215-9D43-71B8-09BCAFCE91D9}"/>
                </a:ext>
              </a:extLst>
            </p:cNvPr>
            <p:cNvSpPr/>
            <p:nvPr/>
          </p:nvSpPr>
          <p:spPr>
            <a:xfrm>
              <a:off x="8038350" y="4354700"/>
              <a:ext cx="234825" cy="701425"/>
            </a:xfrm>
            <a:custGeom>
              <a:avLst/>
              <a:gdLst/>
              <a:ahLst/>
              <a:cxnLst/>
              <a:rect l="l" t="t" r="r" b="b"/>
              <a:pathLst>
                <a:path w="9393" h="28057" extrusionOk="0">
                  <a:moveTo>
                    <a:pt x="2918" y="1"/>
                  </a:moveTo>
                  <a:lnTo>
                    <a:pt x="0" y="1673"/>
                  </a:lnTo>
                  <a:cubicBezTo>
                    <a:pt x="0" y="1946"/>
                    <a:pt x="5806" y="28056"/>
                    <a:pt x="5806" y="28056"/>
                  </a:cubicBezTo>
                  <a:lnTo>
                    <a:pt x="9392" y="28056"/>
                  </a:lnTo>
                  <a:lnTo>
                    <a:pt x="291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609;p72">
              <a:extLst>
                <a:ext uri="{FF2B5EF4-FFF2-40B4-BE49-F238E27FC236}">
                  <a16:creationId xmlns:a16="http://schemas.microsoft.com/office/drawing/2014/main" id="{ADDC805E-5CAB-EEE5-4E1E-99F198C15FEE}"/>
                </a:ext>
              </a:extLst>
            </p:cNvPr>
            <p:cNvSpPr/>
            <p:nvPr/>
          </p:nvSpPr>
          <p:spPr>
            <a:xfrm>
              <a:off x="8321025" y="4171575"/>
              <a:ext cx="486350" cy="884550"/>
            </a:xfrm>
            <a:custGeom>
              <a:avLst/>
              <a:gdLst/>
              <a:ahLst/>
              <a:cxnLst/>
              <a:rect l="l" t="t" r="r" b="b"/>
              <a:pathLst>
                <a:path w="19454" h="35382" extrusionOk="0">
                  <a:moveTo>
                    <a:pt x="2280" y="1"/>
                  </a:moveTo>
                  <a:lnTo>
                    <a:pt x="0" y="2219"/>
                  </a:lnTo>
                  <a:cubicBezTo>
                    <a:pt x="91" y="2523"/>
                    <a:pt x="15472" y="35381"/>
                    <a:pt x="15472" y="35381"/>
                  </a:cubicBezTo>
                  <a:lnTo>
                    <a:pt x="19454" y="35381"/>
                  </a:lnTo>
                  <a:lnTo>
                    <a:pt x="228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610;p72">
              <a:extLst>
                <a:ext uri="{FF2B5EF4-FFF2-40B4-BE49-F238E27FC236}">
                  <a16:creationId xmlns:a16="http://schemas.microsoft.com/office/drawing/2014/main" id="{6354869D-98A0-3471-3E0E-3A12A1E6BB8A}"/>
                </a:ext>
              </a:extLst>
            </p:cNvPr>
            <p:cNvSpPr/>
            <p:nvPr/>
          </p:nvSpPr>
          <p:spPr>
            <a:xfrm>
              <a:off x="7366600" y="3303900"/>
              <a:ext cx="1306275" cy="1233100"/>
            </a:xfrm>
            <a:custGeom>
              <a:avLst/>
              <a:gdLst/>
              <a:ahLst/>
              <a:cxnLst/>
              <a:rect l="l" t="t" r="r" b="b"/>
              <a:pathLst>
                <a:path w="52251" h="49324" extrusionOk="0">
                  <a:moveTo>
                    <a:pt x="29341" y="1"/>
                  </a:moveTo>
                  <a:cubicBezTo>
                    <a:pt x="21188" y="1"/>
                    <a:pt x="12682" y="4728"/>
                    <a:pt x="7508" y="13036"/>
                  </a:cubicBezTo>
                  <a:cubicBezTo>
                    <a:pt x="0" y="25042"/>
                    <a:pt x="2250" y="39996"/>
                    <a:pt x="12523" y="46410"/>
                  </a:cubicBezTo>
                  <a:cubicBezTo>
                    <a:pt x="15698" y="48386"/>
                    <a:pt x="19262" y="49323"/>
                    <a:pt x="22894" y="49323"/>
                  </a:cubicBezTo>
                  <a:cubicBezTo>
                    <a:pt x="31050" y="49323"/>
                    <a:pt x="39548" y="44596"/>
                    <a:pt x="44743" y="36288"/>
                  </a:cubicBezTo>
                  <a:cubicBezTo>
                    <a:pt x="52250" y="24282"/>
                    <a:pt x="49971" y="9327"/>
                    <a:pt x="39697" y="2914"/>
                  </a:cubicBezTo>
                  <a:cubicBezTo>
                    <a:pt x="36532" y="938"/>
                    <a:pt x="32971" y="1"/>
                    <a:pt x="2934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611;p72">
              <a:extLst>
                <a:ext uri="{FF2B5EF4-FFF2-40B4-BE49-F238E27FC236}">
                  <a16:creationId xmlns:a16="http://schemas.microsoft.com/office/drawing/2014/main" id="{4BE25A7C-74E3-B819-5B21-D2DF5001E4F3}"/>
                </a:ext>
              </a:extLst>
            </p:cNvPr>
            <p:cNvSpPr/>
            <p:nvPr/>
          </p:nvSpPr>
          <p:spPr>
            <a:xfrm>
              <a:off x="7373425" y="3305825"/>
              <a:ext cx="1237900" cy="1192750"/>
            </a:xfrm>
            <a:custGeom>
              <a:avLst/>
              <a:gdLst/>
              <a:ahLst/>
              <a:cxnLst/>
              <a:rect l="l" t="t" r="r" b="b"/>
              <a:pathLst>
                <a:path w="49516" h="47710" extrusionOk="0">
                  <a:moveTo>
                    <a:pt x="28406" y="1"/>
                  </a:moveTo>
                  <a:cubicBezTo>
                    <a:pt x="20495" y="1"/>
                    <a:pt x="12146" y="4851"/>
                    <a:pt x="7113" y="13232"/>
                  </a:cubicBezTo>
                  <a:cubicBezTo>
                    <a:pt x="1" y="25026"/>
                    <a:pt x="2159" y="39342"/>
                    <a:pt x="11916" y="45208"/>
                  </a:cubicBezTo>
                  <a:cubicBezTo>
                    <a:pt x="14739" y="46906"/>
                    <a:pt x="17888" y="47710"/>
                    <a:pt x="21110" y="47710"/>
                  </a:cubicBezTo>
                  <a:cubicBezTo>
                    <a:pt x="29021" y="47710"/>
                    <a:pt x="37370" y="42860"/>
                    <a:pt x="42403" y="34479"/>
                  </a:cubicBezTo>
                  <a:cubicBezTo>
                    <a:pt x="49515" y="22685"/>
                    <a:pt x="47357" y="8369"/>
                    <a:pt x="37600" y="2502"/>
                  </a:cubicBezTo>
                  <a:cubicBezTo>
                    <a:pt x="34777" y="805"/>
                    <a:pt x="31628" y="1"/>
                    <a:pt x="28406"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612;p72">
              <a:extLst>
                <a:ext uri="{FF2B5EF4-FFF2-40B4-BE49-F238E27FC236}">
                  <a16:creationId xmlns:a16="http://schemas.microsoft.com/office/drawing/2014/main" id="{BDE69E1F-26A7-2B57-E47A-F338BC0CDDC5}"/>
                </a:ext>
              </a:extLst>
            </p:cNvPr>
            <p:cNvSpPr/>
            <p:nvPr/>
          </p:nvSpPr>
          <p:spPr>
            <a:xfrm>
              <a:off x="7417500" y="3300875"/>
              <a:ext cx="1149000" cy="1202050"/>
            </a:xfrm>
            <a:custGeom>
              <a:avLst/>
              <a:gdLst/>
              <a:ahLst/>
              <a:cxnLst/>
              <a:rect l="l" t="t" r="r" b="b"/>
              <a:pathLst>
                <a:path w="45960" h="48082" extrusionOk="0">
                  <a:moveTo>
                    <a:pt x="26849" y="389"/>
                  </a:moveTo>
                  <a:cubicBezTo>
                    <a:pt x="29459" y="389"/>
                    <a:pt x="32035" y="995"/>
                    <a:pt x="34409" y="2123"/>
                  </a:cubicBezTo>
                  <a:cubicBezTo>
                    <a:pt x="38694" y="4190"/>
                    <a:pt x="41916" y="8020"/>
                    <a:pt x="43527" y="12853"/>
                  </a:cubicBezTo>
                  <a:cubicBezTo>
                    <a:pt x="45564" y="19114"/>
                    <a:pt x="44804" y="26439"/>
                    <a:pt x="41369" y="32974"/>
                  </a:cubicBezTo>
                  <a:cubicBezTo>
                    <a:pt x="36597" y="42150"/>
                    <a:pt x="27751" y="47706"/>
                    <a:pt x="19326" y="47706"/>
                  </a:cubicBezTo>
                  <a:cubicBezTo>
                    <a:pt x="16643" y="47706"/>
                    <a:pt x="14003" y="47143"/>
                    <a:pt x="11551" y="45953"/>
                  </a:cubicBezTo>
                  <a:cubicBezTo>
                    <a:pt x="7296" y="43856"/>
                    <a:pt x="4074" y="40057"/>
                    <a:pt x="2463" y="35224"/>
                  </a:cubicBezTo>
                  <a:cubicBezTo>
                    <a:pt x="426" y="28993"/>
                    <a:pt x="1186" y="21637"/>
                    <a:pt x="4621" y="15102"/>
                  </a:cubicBezTo>
                  <a:cubicBezTo>
                    <a:pt x="9363" y="5953"/>
                    <a:pt x="18238" y="390"/>
                    <a:pt x="26658" y="390"/>
                  </a:cubicBezTo>
                  <a:cubicBezTo>
                    <a:pt x="26722" y="390"/>
                    <a:pt x="26785" y="389"/>
                    <a:pt x="26849" y="389"/>
                  </a:cubicBezTo>
                  <a:close/>
                  <a:moveTo>
                    <a:pt x="26663" y="0"/>
                  </a:moveTo>
                  <a:cubicBezTo>
                    <a:pt x="18100" y="0"/>
                    <a:pt x="9117" y="5635"/>
                    <a:pt x="4256" y="14920"/>
                  </a:cubicBezTo>
                  <a:cubicBezTo>
                    <a:pt x="791" y="21546"/>
                    <a:pt x="1" y="28993"/>
                    <a:pt x="2098" y="35345"/>
                  </a:cubicBezTo>
                  <a:cubicBezTo>
                    <a:pt x="3739" y="40269"/>
                    <a:pt x="7022" y="44160"/>
                    <a:pt x="11399" y="46288"/>
                  </a:cubicBezTo>
                  <a:cubicBezTo>
                    <a:pt x="13861" y="47473"/>
                    <a:pt x="16566" y="48081"/>
                    <a:pt x="19332" y="48081"/>
                  </a:cubicBezTo>
                  <a:cubicBezTo>
                    <a:pt x="27874" y="48081"/>
                    <a:pt x="36871" y="42458"/>
                    <a:pt x="41704" y="33157"/>
                  </a:cubicBezTo>
                  <a:cubicBezTo>
                    <a:pt x="45169" y="26531"/>
                    <a:pt x="45959" y="19084"/>
                    <a:pt x="43862" y="12731"/>
                  </a:cubicBezTo>
                  <a:cubicBezTo>
                    <a:pt x="42251" y="7807"/>
                    <a:pt x="38938" y="3916"/>
                    <a:pt x="34591" y="1789"/>
                  </a:cubicBezTo>
                  <a:cubicBezTo>
                    <a:pt x="32090" y="575"/>
                    <a:pt x="29398" y="0"/>
                    <a:pt x="2666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613;p72">
              <a:extLst>
                <a:ext uri="{FF2B5EF4-FFF2-40B4-BE49-F238E27FC236}">
                  <a16:creationId xmlns:a16="http://schemas.microsoft.com/office/drawing/2014/main" id="{06D6BF78-93B7-1045-66D4-1F0F2C71CE9D}"/>
                </a:ext>
              </a:extLst>
            </p:cNvPr>
            <p:cNvSpPr/>
            <p:nvPr/>
          </p:nvSpPr>
          <p:spPr>
            <a:xfrm>
              <a:off x="7805050" y="3701025"/>
              <a:ext cx="374650" cy="384900"/>
            </a:xfrm>
            <a:custGeom>
              <a:avLst/>
              <a:gdLst/>
              <a:ahLst/>
              <a:cxnLst/>
              <a:rect l="l" t="t" r="r" b="b"/>
              <a:pathLst>
                <a:path w="14986" h="15396" extrusionOk="0">
                  <a:moveTo>
                    <a:pt x="9148" y="0"/>
                  </a:moveTo>
                  <a:cubicBezTo>
                    <a:pt x="6642" y="0"/>
                    <a:pt x="3884" y="1778"/>
                    <a:pt x="2219" y="4719"/>
                  </a:cubicBezTo>
                  <a:cubicBezTo>
                    <a:pt x="1" y="8610"/>
                    <a:pt x="548" y="13139"/>
                    <a:pt x="3466" y="14780"/>
                  </a:cubicBezTo>
                  <a:cubicBezTo>
                    <a:pt x="4195" y="15198"/>
                    <a:pt x="5003" y="15396"/>
                    <a:pt x="5838" y="15396"/>
                  </a:cubicBezTo>
                  <a:cubicBezTo>
                    <a:pt x="8344" y="15396"/>
                    <a:pt x="11103" y="13617"/>
                    <a:pt x="12767" y="10677"/>
                  </a:cubicBezTo>
                  <a:cubicBezTo>
                    <a:pt x="14986" y="6786"/>
                    <a:pt x="14408" y="2257"/>
                    <a:pt x="11521" y="616"/>
                  </a:cubicBezTo>
                  <a:cubicBezTo>
                    <a:pt x="10791" y="198"/>
                    <a:pt x="9984" y="0"/>
                    <a:pt x="9148" y="0"/>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614;p72">
              <a:extLst>
                <a:ext uri="{FF2B5EF4-FFF2-40B4-BE49-F238E27FC236}">
                  <a16:creationId xmlns:a16="http://schemas.microsoft.com/office/drawing/2014/main" id="{98420694-9BF0-3E44-5C74-6E1C6A9BAACB}"/>
                </a:ext>
              </a:extLst>
            </p:cNvPr>
            <p:cNvSpPr/>
            <p:nvPr/>
          </p:nvSpPr>
          <p:spPr>
            <a:xfrm>
              <a:off x="7637125" y="3514475"/>
              <a:ext cx="721925" cy="774950"/>
            </a:xfrm>
            <a:custGeom>
              <a:avLst/>
              <a:gdLst/>
              <a:ahLst/>
              <a:cxnLst/>
              <a:rect l="l" t="t" r="r" b="b"/>
              <a:pathLst>
                <a:path w="28877" h="30998" extrusionOk="0">
                  <a:moveTo>
                    <a:pt x="17777" y="3030"/>
                  </a:moveTo>
                  <a:cubicBezTo>
                    <a:pt x="18906" y="3030"/>
                    <a:pt x="20054" y="3304"/>
                    <a:pt x="21064" y="3853"/>
                  </a:cubicBezTo>
                  <a:cubicBezTo>
                    <a:pt x="22827" y="4765"/>
                    <a:pt x="24074" y="6406"/>
                    <a:pt x="24712" y="8564"/>
                  </a:cubicBezTo>
                  <a:cubicBezTo>
                    <a:pt x="25715" y="11938"/>
                    <a:pt x="25046" y="16193"/>
                    <a:pt x="22949" y="19932"/>
                  </a:cubicBezTo>
                  <a:cubicBezTo>
                    <a:pt x="20132" y="24932"/>
                    <a:pt x="15429" y="27993"/>
                    <a:pt x="11277" y="27993"/>
                  </a:cubicBezTo>
                  <a:cubicBezTo>
                    <a:pt x="10053" y="27993"/>
                    <a:pt x="8877" y="27727"/>
                    <a:pt x="7812" y="27166"/>
                  </a:cubicBezTo>
                  <a:cubicBezTo>
                    <a:pt x="6049" y="26224"/>
                    <a:pt x="4803" y="24613"/>
                    <a:pt x="4164" y="22424"/>
                  </a:cubicBezTo>
                  <a:cubicBezTo>
                    <a:pt x="3161" y="19050"/>
                    <a:pt x="3830" y="14825"/>
                    <a:pt x="5927" y="11087"/>
                  </a:cubicBezTo>
                  <a:cubicBezTo>
                    <a:pt x="8754" y="6102"/>
                    <a:pt x="13435" y="3032"/>
                    <a:pt x="17599" y="3032"/>
                  </a:cubicBezTo>
                  <a:cubicBezTo>
                    <a:pt x="17659" y="3030"/>
                    <a:pt x="17718" y="3030"/>
                    <a:pt x="17777" y="3030"/>
                  </a:cubicBezTo>
                  <a:close/>
                  <a:moveTo>
                    <a:pt x="17672" y="0"/>
                  </a:moveTo>
                  <a:cubicBezTo>
                    <a:pt x="12408" y="0"/>
                    <a:pt x="6648" y="3628"/>
                    <a:pt x="3283" y="9597"/>
                  </a:cubicBezTo>
                  <a:cubicBezTo>
                    <a:pt x="760" y="14096"/>
                    <a:pt x="0" y="19111"/>
                    <a:pt x="1246" y="23306"/>
                  </a:cubicBezTo>
                  <a:cubicBezTo>
                    <a:pt x="2097" y="26285"/>
                    <a:pt x="3891" y="28534"/>
                    <a:pt x="6383" y="29871"/>
                  </a:cubicBezTo>
                  <a:cubicBezTo>
                    <a:pt x="7819" y="30604"/>
                    <a:pt x="9397" y="30998"/>
                    <a:pt x="11006" y="30998"/>
                  </a:cubicBezTo>
                  <a:cubicBezTo>
                    <a:pt x="11066" y="30998"/>
                    <a:pt x="11126" y="30997"/>
                    <a:pt x="11186" y="30996"/>
                  </a:cubicBezTo>
                  <a:cubicBezTo>
                    <a:pt x="16475" y="30996"/>
                    <a:pt x="22219" y="27379"/>
                    <a:pt x="25593" y="21421"/>
                  </a:cubicBezTo>
                  <a:cubicBezTo>
                    <a:pt x="28116" y="16923"/>
                    <a:pt x="28876" y="11908"/>
                    <a:pt x="27630" y="7713"/>
                  </a:cubicBezTo>
                  <a:cubicBezTo>
                    <a:pt x="26748" y="4734"/>
                    <a:pt x="24985" y="2485"/>
                    <a:pt x="22463" y="1147"/>
                  </a:cubicBezTo>
                  <a:cubicBezTo>
                    <a:pt x="20979" y="369"/>
                    <a:pt x="19351" y="0"/>
                    <a:pt x="17672" y="0"/>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615;p72">
              <a:extLst>
                <a:ext uri="{FF2B5EF4-FFF2-40B4-BE49-F238E27FC236}">
                  <a16:creationId xmlns:a16="http://schemas.microsoft.com/office/drawing/2014/main" id="{95570A8D-E5E5-7CB7-CD38-13D6ABF5D226}"/>
                </a:ext>
              </a:extLst>
            </p:cNvPr>
            <p:cNvSpPr/>
            <p:nvPr/>
          </p:nvSpPr>
          <p:spPr>
            <a:xfrm>
              <a:off x="7479050" y="3364400"/>
              <a:ext cx="1038050" cy="1074700"/>
            </a:xfrm>
            <a:custGeom>
              <a:avLst/>
              <a:gdLst/>
              <a:ahLst/>
              <a:cxnLst/>
              <a:rect l="l" t="t" r="r" b="b"/>
              <a:pathLst>
                <a:path w="41522" h="42988" extrusionOk="0">
                  <a:moveTo>
                    <a:pt x="24764" y="3015"/>
                  </a:moveTo>
                  <a:cubicBezTo>
                    <a:pt x="26895" y="3015"/>
                    <a:pt x="29019" y="3561"/>
                    <a:pt x="30913" y="4597"/>
                  </a:cubicBezTo>
                  <a:cubicBezTo>
                    <a:pt x="33922" y="6299"/>
                    <a:pt x="36020" y="9126"/>
                    <a:pt x="37023" y="12774"/>
                  </a:cubicBezTo>
                  <a:cubicBezTo>
                    <a:pt x="38360" y="17819"/>
                    <a:pt x="37357" y="23716"/>
                    <a:pt x="34226" y="28944"/>
                  </a:cubicBezTo>
                  <a:cubicBezTo>
                    <a:pt x="30090" y="35869"/>
                    <a:pt x="23209" y="39983"/>
                    <a:pt x="16905" y="39983"/>
                  </a:cubicBezTo>
                  <a:cubicBezTo>
                    <a:pt x="14687" y="39983"/>
                    <a:pt x="12540" y="39473"/>
                    <a:pt x="10609" y="38397"/>
                  </a:cubicBezTo>
                  <a:cubicBezTo>
                    <a:pt x="7600" y="36695"/>
                    <a:pt x="5472" y="33868"/>
                    <a:pt x="4499" y="30221"/>
                  </a:cubicBezTo>
                  <a:cubicBezTo>
                    <a:pt x="3162" y="25175"/>
                    <a:pt x="4165" y="19278"/>
                    <a:pt x="7296" y="14050"/>
                  </a:cubicBezTo>
                  <a:cubicBezTo>
                    <a:pt x="11399" y="7120"/>
                    <a:pt x="18269" y="3017"/>
                    <a:pt x="24591" y="3017"/>
                  </a:cubicBezTo>
                  <a:cubicBezTo>
                    <a:pt x="24649" y="3016"/>
                    <a:pt x="24706" y="3015"/>
                    <a:pt x="24764" y="3015"/>
                  </a:cubicBezTo>
                  <a:close/>
                  <a:moveTo>
                    <a:pt x="24639" y="0"/>
                  </a:moveTo>
                  <a:cubicBezTo>
                    <a:pt x="17272" y="0"/>
                    <a:pt x="9369" y="4628"/>
                    <a:pt x="4682" y="12470"/>
                  </a:cubicBezTo>
                  <a:cubicBezTo>
                    <a:pt x="1125" y="18397"/>
                    <a:pt x="1" y="25175"/>
                    <a:pt x="1581" y="31011"/>
                  </a:cubicBezTo>
                  <a:cubicBezTo>
                    <a:pt x="2736" y="35418"/>
                    <a:pt x="5442" y="38975"/>
                    <a:pt x="9120" y="41042"/>
                  </a:cubicBezTo>
                  <a:cubicBezTo>
                    <a:pt x="11439" y="42320"/>
                    <a:pt x="14049" y="42988"/>
                    <a:pt x="16694" y="42988"/>
                  </a:cubicBezTo>
                  <a:cubicBezTo>
                    <a:pt x="16753" y="42988"/>
                    <a:pt x="16812" y="42988"/>
                    <a:pt x="16870" y="42987"/>
                  </a:cubicBezTo>
                  <a:cubicBezTo>
                    <a:pt x="24226" y="42987"/>
                    <a:pt x="32159" y="38367"/>
                    <a:pt x="36840" y="30525"/>
                  </a:cubicBezTo>
                  <a:cubicBezTo>
                    <a:pt x="40366" y="24598"/>
                    <a:pt x="41521" y="17850"/>
                    <a:pt x="39941" y="11983"/>
                  </a:cubicBezTo>
                  <a:cubicBezTo>
                    <a:pt x="38755" y="7576"/>
                    <a:pt x="36081" y="4020"/>
                    <a:pt x="32372" y="1953"/>
                  </a:cubicBezTo>
                  <a:cubicBezTo>
                    <a:pt x="29992" y="628"/>
                    <a:pt x="27352" y="0"/>
                    <a:pt x="24639" y="0"/>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616;p72">
              <a:extLst>
                <a:ext uri="{FF2B5EF4-FFF2-40B4-BE49-F238E27FC236}">
                  <a16:creationId xmlns:a16="http://schemas.microsoft.com/office/drawing/2014/main" id="{52154BFD-3533-B3F7-3F20-EF0831F4DE58}"/>
                </a:ext>
              </a:extLst>
            </p:cNvPr>
            <p:cNvSpPr/>
            <p:nvPr/>
          </p:nvSpPr>
          <p:spPr>
            <a:xfrm>
              <a:off x="7189550" y="3268075"/>
              <a:ext cx="207475" cy="176325"/>
            </a:xfrm>
            <a:custGeom>
              <a:avLst/>
              <a:gdLst/>
              <a:ahLst/>
              <a:cxnLst/>
              <a:rect l="l" t="t" r="r" b="b"/>
              <a:pathLst>
                <a:path w="8299" h="7053" extrusionOk="0">
                  <a:moveTo>
                    <a:pt x="1003" y="0"/>
                  </a:moveTo>
                  <a:lnTo>
                    <a:pt x="0" y="1125"/>
                  </a:lnTo>
                  <a:lnTo>
                    <a:pt x="912" y="4073"/>
                  </a:lnTo>
                  <a:lnTo>
                    <a:pt x="7417" y="7052"/>
                  </a:lnTo>
                  <a:lnTo>
                    <a:pt x="8298" y="5867"/>
                  </a:lnTo>
                  <a:lnTo>
                    <a:pt x="4195" y="578"/>
                  </a:lnTo>
                  <a:lnTo>
                    <a:pt x="1003"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617;p72">
              <a:extLst>
                <a:ext uri="{FF2B5EF4-FFF2-40B4-BE49-F238E27FC236}">
                  <a16:creationId xmlns:a16="http://schemas.microsoft.com/office/drawing/2014/main" id="{EC3B68CE-6EF0-FF18-82F6-FBABC1FC5EAC}"/>
                </a:ext>
              </a:extLst>
            </p:cNvPr>
            <p:cNvSpPr/>
            <p:nvPr/>
          </p:nvSpPr>
          <p:spPr>
            <a:xfrm>
              <a:off x="7138625" y="3229575"/>
              <a:ext cx="856425" cy="691150"/>
            </a:xfrm>
            <a:custGeom>
              <a:avLst/>
              <a:gdLst/>
              <a:ahLst/>
              <a:cxnLst/>
              <a:rect l="l" t="t" r="r" b="b"/>
              <a:pathLst>
                <a:path w="34257" h="27646" extrusionOk="0">
                  <a:moveTo>
                    <a:pt x="845" y="0"/>
                  </a:moveTo>
                  <a:cubicBezTo>
                    <a:pt x="608" y="0"/>
                    <a:pt x="370" y="102"/>
                    <a:pt x="213" y="294"/>
                  </a:cubicBezTo>
                  <a:cubicBezTo>
                    <a:pt x="1" y="598"/>
                    <a:pt x="31" y="1054"/>
                    <a:pt x="335" y="1297"/>
                  </a:cubicBezTo>
                  <a:lnTo>
                    <a:pt x="33010" y="27498"/>
                  </a:lnTo>
                  <a:cubicBezTo>
                    <a:pt x="33134" y="27597"/>
                    <a:pt x="33284" y="27646"/>
                    <a:pt x="33430" y="27646"/>
                  </a:cubicBezTo>
                  <a:cubicBezTo>
                    <a:pt x="33641" y="27646"/>
                    <a:pt x="33845" y="27544"/>
                    <a:pt x="33953" y="27346"/>
                  </a:cubicBezTo>
                  <a:cubicBezTo>
                    <a:pt x="34256" y="27103"/>
                    <a:pt x="34256" y="26647"/>
                    <a:pt x="33953" y="26404"/>
                  </a:cubicBezTo>
                  <a:lnTo>
                    <a:pt x="1338" y="172"/>
                  </a:lnTo>
                  <a:cubicBezTo>
                    <a:pt x="1196" y="56"/>
                    <a:pt x="1020" y="0"/>
                    <a:pt x="84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618;p72">
              <a:extLst>
                <a:ext uri="{FF2B5EF4-FFF2-40B4-BE49-F238E27FC236}">
                  <a16:creationId xmlns:a16="http://schemas.microsoft.com/office/drawing/2014/main" id="{F8B48CFA-1BAA-CF84-A602-5B7B5FDADF20}"/>
                </a:ext>
              </a:extLst>
            </p:cNvPr>
            <p:cNvSpPr/>
            <p:nvPr/>
          </p:nvSpPr>
          <p:spPr>
            <a:xfrm>
              <a:off x="7940325" y="3849375"/>
              <a:ext cx="60050" cy="88025"/>
            </a:xfrm>
            <a:custGeom>
              <a:avLst/>
              <a:gdLst/>
              <a:ahLst/>
              <a:cxnLst/>
              <a:rect l="l" t="t" r="r" b="b"/>
              <a:pathLst>
                <a:path w="2402" h="3521" extrusionOk="0">
                  <a:moveTo>
                    <a:pt x="1976" y="1"/>
                  </a:moveTo>
                  <a:lnTo>
                    <a:pt x="1976" y="1"/>
                  </a:lnTo>
                  <a:cubicBezTo>
                    <a:pt x="1945" y="31"/>
                    <a:pt x="2067" y="274"/>
                    <a:pt x="2128" y="670"/>
                  </a:cubicBezTo>
                  <a:cubicBezTo>
                    <a:pt x="2219" y="1217"/>
                    <a:pt x="2128" y="1764"/>
                    <a:pt x="1854" y="2220"/>
                  </a:cubicBezTo>
                  <a:cubicBezTo>
                    <a:pt x="1581" y="2706"/>
                    <a:pt x="1155" y="3071"/>
                    <a:pt x="669" y="3284"/>
                  </a:cubicBezTo>
                  <a:cubicBezTo>
                    <a:pt x="274" y="3436"/>
                    <a:pt x="0" y="3466"/>
                    <a:pt x="0" y="3496"/>
                  </a:cubicBezTo>
                  <a:cubicBezTo>
                    <a:pt x="68" y="3513"/>
                    <a:pt x="136" y="3521"/>
                    <a:pt x="203" y="3521"/>
                  </a:cubicBezTo>
                  <a:cubicBezTo>
                    <a:pt x="377" y="3521"/>
                    <a:pt x="546" y="3471"/>
                    <a:pt x="699" y="3405"/>
                  </a:cubicBezTo>
                  <a:cubicBezTo>
                    <a:pt x="1277" y="3223"/>
                    <a:pt x="1733" y="2828"/>
                    <a:pt x="2037" y="2341"/>
                  </a:cubicBezTo>
                  <a:cubicBezTo>
                    <a:pt x="2310" y="1825"/>
                    <a:pt x="2401" y="1217"/>
                    <a:pt x="2280" y="639"/>
                  </a:cubicBezTo>
                  <a:cubicBezTo>
                    <a:pt x="2249" y="426"/>
                    <a:pt x="2128" y="183"/>
                    <a:pt x="197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37368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1FBC8"/>
        </a:solidFill>
        <a:effectLst/>
      </p:bgPr>
    </p:bg>
    <p:spTree>
      <p:nvGrpSpPr>
        <p:cNvPr id="1" name="">
          <a:extLst>
            <a:ext uri="{FF2B5EF4-FFF2-40B4-BE49-F238E27FC236}">
              <a16:creationId xmlns:a16="http://schemas.microsoft.com/office/drawing/2014/main" id="{20C037C7-BFD7-6CFC-1D7F-089E292DAB96}"/>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51739ED3-A2F8-7E0B-3C1E-7022E4BB1C6D}"/>
              </a:ext>
            </a:extLst>
          </p:cNvPr>
          <p:cNvSpPr/>
          <p:nvPr/>
        </p:nvSpPr>
        <p:spPr>
          <a:xfrm>
            <a:off x="85725" y="95250"/>
            <a:ext cx="8972550" cy="4953000"/>
          </a:xfrm>
          <a:prstGeom prst="rect">
            <a:avLst/>
          </a:prstGeom>
          <a:solidFill>
            <a:schemeClr val="bg1"/>
          </a:solidFill>
          <a:ln w="571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22" name="Title 6">
            <a:extLst>
              <a:ext uri="{FF2B5EF4-FFF2-40B4-BE49-F238E27FC236}">
                <a16:creationId xmlns:a16="http://schemas.microsoft.com/office/drawing/2014/main" id="{8A904865-12D2-7541-D98A-CD2CA46F4AE5}"/>
              </a:ext>
            </a:extLst>
          </p:cNvPr>
          <p:cNvSpPr txBox="1">
            <a:spLocks/>
          </p:cNvSpPr>
          <p:nvPr/>
        </p:nvSpPr>
        <p:spPr>
          <a:xfrm>
            <a:off x="4800600" y="172008"/>
            <a:ext cx="3905250" cy="4852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Fredoka One"/>
              <a:buNone/>
              <a:defRPr sz="2800" b="0" i="0" u="none" strike="noStrike" cap="none">
                <a:solidFill>
                  <a:srgbClr val="FFFFFF"/>
                </a:solidFill>
                <a:latin typeface="Fredoka One"/>
                <a:ea typeface="Fredoka One"/>
                <a:cs typeface="Fredoka One"/>
                <a:sym typeface="Fredoka One"/>
              </a:defRPr>
            </a:lvl1pPr>
            <a:lvl2pPr marR="0" lvl="1"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2pPr>
            <a:lvl3pPr marR="0" lvl="2"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3pPr>
            <a:lvl4pPr marR="0" lvl="3"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4pPr>
            <a:lvl5pPr marR="0" lvl="4"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5pPr>
            <a:lvl6pPr marR="0" lvl="5"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6pPr>
            <a:lvl7pPr marR="0" lvl="6"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7pPr>
            <a:lvl8pPr marR="0" lvl="7"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8pPr>
            <a:lvl9pPr marR="0" lvl="8"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9pPr>
          </a:lstStyle>
          <a:p>
            <a:pPr marL="114300" algn="r" rtl="1"/>
            <a:r>
              <a:rPr lang="fa-IR" sz="2000" b="1">
                <a:solidFill>
                  <a:schemeClr val="accent3"/>
                </a:solidFill>
                <a:latin typeface="Vazir" panose="020B0603030804020204" pitchFamily="34" charset="-78"/>
                <a:cs typeface="Vazir" panose="020B0603030804020204" pitchFamily="34" charset="-78"/>
              </a:rPr>
              <a:t>درخت تصمیم: (</a:t>
            </a:r>
            <a:r>
              <a:rPr lang="en-US" sz="2000">
                <a:solidFill>
                  <a:schemeClr val="accent3"/>
                </a:solidFill>
                <a:latin typeface="Fredoka One"/>
                <a:sym typeface="Raleway"/>
              </a:rPr>
              <a:t> </a:t>
            </a:r>
            <a:r>
              <a:rPr lang="en-US" sz="2000">
                <a:solidFill>
                  <a:schemeClr val="accent3"/>
                </a:solidFill>
              </a:rPr>
              <a:t>(D</a:t>
            </a:r>
            <a:r>
              <a:rPr lang="en-US" sz="2000">
                <a:solidFill>
                  <a:schemeClr val="accent3"/>
                </a:solidFill>
                <a:latin typeface="Fredoka One"/>
                <a:sym typeface="Raleway"/>
              </a:rPr>
              <a:t>ecision </a:t>
            </a:r>
            <a:r>
              <a:rPr lang="en-US" sz="2000">
                <a:solidFill>
                  <a:schemeClr val="accent3"/>
                </a:solidFill>
                <a:latin typeface="Fredoka One"/>
              </a:rPr>
              <a:t>Tree</a:t>
            </a:r>
          </a:p>
          <a:p>
            <a:pPr marL="114300" algn="r" rtl="1"/>
            <a:endParaRPr lang="fa-IR" sz="2000" b="1">
              <a:solidFill>
                <a:schemeClr val="accent3"/>
              </a:solidFill>
              <a:latin typeface="Vazir" panose="020B0603030804020204" pitchFamily="34" charset="-78"/>
              <a:cs typeface="Vazir" panose="020B0603030804020204" pitchFamily="34" charset="-78"/>
            </a:endParaRPr>
          </a:p>
        </p:txBody>
      </p:sp>
      <p:sp>
        <p:nvSpPr>
          <p:cNvPr id="23" name="Flowchart: Connector 22">
            <a:extLst>
              <a:ext uri="{FF2B5EF4-FFF2-40B4-BE49-F238E27FC236}">
                <a16:creationId xmlns:a16="http://schemas.microsoft.com/office/drawing/2014/main" id="{E80BD04C-6DAC-BCB3-FD8A-24280C63026F}"/>
              </a:ext>
            </a:extLst>
          </p:cNvPr>
          <p:cNvSpPr/>
          <p:nvPr/>
        </p:nvSpPr>
        <p:spPr>
          <a:xfrm>
            <a:off x="8591550" y="267258"/>
            <a:ext cx="323850" cy="294717"/>
          </a:xfrm>
          <a:prstGeom prst="flowChartConnector">
            <a:avLst/>
          </a:prstGeom>
          <a:solidFill>
            <a:schemeClr val="bg1">
              <a:lumMod val="95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EABAE0E-DB81-692F-84DF-9155CA3CCBD9}"/>
              </a:ext>
            </a:extLst>
          </p:cNvPr>
          <p:cNvSpPr txBox="1"/>
          <p:nvPr/>
        </p:nvSpPr>
        <p:spPr>
          <a:xfrm>
            <a:off x="8567738" y="264281"/>
            <a:ext cx="447675" cy="307777"/>
          </a:xfrm>
          <a:prstGeom prst="rect">
            <a:avLst/>
          </a:prstGeom>
          <a:noFill/>
        </p:spPr>
        <p:txBody>
          <a:bodyPr wrap="square" rtlCol="0">
            <a:spAutoFit/>
          </a:bodyPr>
          <a:lstStyle/>
          <a:p>
            <a:r>
              <a:rPr lang="en-US" b="1">
                <a:solidFill>
                  <a:schemeClr val="accent3"/>
                </a:solidFill>
              </a:rPr>
              <a:t>01</a:t>
            </a:r>
          </a:p>
        </p:txBody>
      </p:sp>
      <p:sp>
        <p:nvSpPr>
          <p:cNvPr id="32" name="Arc 31">
            <a:extLst>
              <a:ext uri="{FF2B5EF4-FFF2-40B4-BE49-F238E27FC236}">
                <a16:creationId xmlns:a16="http://schemas.microsoft.com/office/drawing/2014/main" id="{D30F3E44-7295-2B59-00A3-72D3E26DC5F3}"/>
              </a:ext>
            </a:extLst>
          </p:cNvPr>
          <p:cNvSpPr/>
          <p:nvPr/>
        </p:nvSpPr>
        <p:spPr>
          <a:xfrm>
            <a:off x="1919288" y="2728913"/>
            <a:ext cx="52387" cy="50006"/>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08696AAE-8AA1-E29C-5D09-9381A5F0E69C}"/>
              </a:ext>
            </a:extLst>
          </p:cNvPr>
          <p:cNvSpPr txBox="1"/>
          <p:nvPr/>
        </p:nvSpPr>
        <p:spPr>
          <a:xfrm>
            <a:off x="3805239" y="771525"/>
            <a:ext cx="5110162" cy="3539430"/>
          </a:xfrm>
          <a:prstGeom prst="rect">
            <a:avLst/>
          </a:prstGeom>
          <a:noFill/>
        </p:spPr>
        <p:txBody>
          <a:bodyPr wrap="square" rtlCol="0">
            <a:spAutoFit/>
          </a:bodyPr>
          <a:lstStyle/>
          <a:p>
            <a:pPr algn="r" rtl="1"/>
            <a:r>
              <a:rPr lang="en-US" b="1"/>
              <a:t>🔹</a:t>
            </a:r>
            <a:r>
              <a:rPr lang="en-US" sz="1000" b="1">
                <a:solidFill>
                  <a:srgbClr val="305DBF"/>
                </a:solidFill>
                <a:latin typeface="Vazir" panose="020B0603030804020204" pitchFamily="34" charset="-78"/>
                <a:ea typeface="Arial" panose="020B0604020202020204" pitchFamily="34" charset="0"/>
                <a:cs typeface="Vazir" panose="020B0603030804020204" pitchFamily="34" charset="-78"/>
              </a:rPr>
              <a:t> </a:t>
            </a:r>
            <a:r>
              <a:rPr lang="ar-SA" altLang="en-US" b="1">
                <a:solidFill>
                  <a:srgbClr val="305DBF"/>
                </a:solidFill>
                <a:latin typeface="Vazir" panose="020B0603030804020204" pitchFamily="34" charset="-78"/>
                <a:cs typeface="Vazir" panose="020B0603030804020204" pitchFamily="34" charset="-78"/>
              </a:rPr>
              <a:t>کاهش خطا با هرس کرد</a:t>
            </a:r>
            <a:r>
              <a:rPr lang="fa-IR" b="1">
                <a:solidFill>
                  <a:srgbClr val="305DBF"/>
                </a:solidFill>
                <a:latin typeface="Vazir" panose="020B0603030804020204" pitchFamily="34" charset="-78"/>
                <a:cs typeface="Vazir" panose="020B0603030804020204" pitchFamily="34" charset="-78"/>
              </a:rPr>
              <a:t>: </a:t>
            </a:r>
            <a:r>
              <a:rPr lang="en-US" altLang="en-US" b="1">
                <a:solidFill>
                  <a:srgbClr val="305DBF"/>
                </a:solidFill>
                <a:latin typeface="Vazir" panose="020B0603030804020204" pitchFamily="34" charset="-78"/>
                <a:cs typeface="Vazir" panose="020B0603030804020204" pitchFamily="34" charset="-78"/>
              </a:rPr>
              <a:t>Pruning</a:t>
            </a:r>
            <a:r>
              <a:rPr lang="en-US" b="1">
                <a:solidFill>
                  <a:srgbClr val="305DBF"/>
                </a:solidFill>
                <a:latin typeface="Vazir" panose="020B0603030804020204" pitchFamily="34" charset="-78"/>
                <a:cs typeface="Vazir" panose="020B0603030804020204" pitchFamily="34" charset="-78"/>
              </a:rPr>
              <a:t>)</a:t>
            </a:r>
            <a:r>
              <a:rPr lang="fa-IR" b="1">
                <a:solidFill>
                  <a:srgbClr val="305DBF"/>
                </a:solidFill>
                <a:latin typeface="Vazir" panose="020B0603030804020204" pitchFamily="34" charset="-78"/>
                <a:cs typeface="Vazir" panose="020B0603030804020204" pitchFamily="34" charset="-78"/>
              </a:rPr>
              <a:t>)</a:t>
            </a:r>
          </a:p>
          <a:p>
            <a:pPr algn="r" rtl="1"/>
            <a:r>
              <a:rPr lang="fa-IR">
                <a:uFill>
                  <a:solidFill>
                    <a:schemeClr val="accent3"/>
                  </a:solidFill>
                </a:uFill>
                <a:cs typeface="+mn-cs"/>
              </a:rPr>
              <a:t>منظور از هرس کردن درخت تصمیم(</a:t>
            </a:r>
            <a:r>
              <a:rPr lang="en-US">
                <a:uFill>
                  <a:solidFill>
                    <a:schemeClr val="accent3"/>
                  </a:solidFill>
                </a:uFill>
                <a:cs typeface="+mn-cs"/>
              </a:rPr>
              <a:t>Pruning</a:t>
            </a:r>
            <a:r>
              <a:rPr lang="fa-IR">
                <a:uFill>
                  <a:solidFill>
                    <a:schemeClr val="accent3"/>
                  </a:solidFill>
                </a:uFill>
                <a:cs typeface="+mn-cs"/>
              </a:rPr>
              <a:t>) حذف برخی از گره‌ها (یا شاخه‌ها) است که ممکن است باعث پیچیدگی بیش از حد در مدل شوند. این فرآیند کمک می‌کند تا از </a:t>
            </a:r>
            <a:r>
              <a:rPr lang="en-US">
                <a:uFill>
                  <a:solidFill>
                    <a:schemeClr val="accent3"/>
                  </a:solidFill>
                </a:uFill>
                <a:cs typeface="+mn-cs"/>
              </a:rPr>
              <a:t>overfitting</a:t>
            </a:r>
            <a:r>
              <a:rPr lang="fa-IR">
                <a:uFill>
                  <a:solidFill>
                    <a:schemeClr val="accent3"/>
                  </a:solidFill>
                </a:uFill>
                <a:cs typeface="+mn-cs"/>
              </a:rPr>
              <a:t> جلوگیری کنیم و مدل را ساده‌تر و قابل کنیم.</a:t>
            </a:r>
          </a:p>
          <a:p>
            <a:pPr algn="r" rtl="1"/>
            <a:endParaRPr lang="fa-IR">
              <a:uFill>
                <a:solidFill>
                  <a:schemeClr val="accent3"/>
                </a:solidFill>
              </a:uFill>
              <a:cs typeface="+mn-cs"/>
            </a:endParaRPr>
          </a:p>
          <a:p>
            <a:pPr algn="r" rtl="1"/>
            <a:r>
              <a:rPr lang="fa-IR">
                <a:uFill>
                  <a:solidFill>
                    <a:schemeClr val="accent3"/>
                  </a:solidFill>
                </a:uFill>
                <a:cs typeface="+mn-cs"/>
              </a:rPr>
              <a:t>درخت تصمیم به‌طور طبیعی به شکلی رشد می‌کند که می‌تواند به بهترین شکل داده‌ها را تقسیم کند. اما ممکن است به هردلیلی تصمیم به قطع چند شاخه از این درخت بگیریم؛ آن گاه انتخاب اینکه کدام شاخه باید نادیده گرفته شود را به شاخص های انتروپی و جینی که پیشتر پرداختیم می‌سپاریم به علاوه مفهومی به عنوان </a:t>
            </a:r>
            <a:r>
              <a:rPr lang="en-US">
                <a:uFill>
                  <a:solidFill>
                    <a:schemeClr val="accent3"/>
                  </a:solidFill>
                </a:uFill>
                <a:cs typeface="+mn-cs"/>
              </a:rPr>
              <a:t>cost </a:t>
            </a:r>
            <a:r>
              <a:rPr lang="fa-IR">
                <a:uFill>
                  <a:solidFill>
                    <a:schemeClr val="accent3"/>
                  </a:solidFill>
                </a:uFill>
                <a:cs typeface="+mn-cs"/>
              </a:rPr>
              <a:t> یا همان هزینه که بیان کننده صرفه یک فیچر از نظر بهینه سازی و مدیریت منابع در علم آنالیز الگوریتم است.</a:t>
            </a:r>
          </a:p>
          <a:p>
            <a:pPr algn="r" rtl="1"/>
            <a:endParaRPr lang="fa-IR">
              <a:uFill>
                <a:solidFill>
                  <a:schemeClr val="accent3"/>
                </a:solidFill>
              </a:uFill>
              <a:cs typeface="+mn-cs"/>
            </a:endParaRPr>
          </a:p>
          <a:p>
            <a:pPr algn="r" rtl="1"/>
            <a:r>
              <a:rPr lang="fa-IR">
                <a:uFill>
                  <a:solidFill>
                    <a:schemeClr val="accent3"/>
                  </a:solidFill>
                </a:uFill>
                <a:cs typeface="+mn-cs"/>
              </a:rPr>
              <a:t>برای مثال اگر بخواهیم روی دیتاستی از خرید های یک فروشگاه کار کنیم تا به یک نتیجه گیری برای تعیین زمان جشنواره فروش برسیم، می‌توانیم از نام و نام‌خانوادگی مشتریان، شماره تلفن و آدرسشان چشم پوشی کنیم و روی تاریخ و مقدار خرید تمرکز کنیم.</a:t>
            </a:r>
          </a:p>
        </p:txBody>
      </p:sp>
      <p:pic>
        <p:nvPicPr>
          <p:cNvPr id="5122" name="Picture 2" descr="Machine Learning | Google for Developers">
            <a:extLst>
              <a:ext uri="{FF2B5EF4-FFF2-40B4-BE49-F238E27FC236}">
                <a16:creationId xmlns:a16="http://schemas.microsoft.com/office/drawing/2014/main" id="{C182D8EA-F83C-3859-ECFC-AFDB241867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746" y="1145827"/>
            <a:ext cx="3477493" cy="2264123"/>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B76D5038-32D3-73C5-D029-94E3109ACACE}"/>
              </a:ext>
            </a:extLst>
          </p:cNvPr>
          <p:cNvSpPr/>
          <p:nvPr/>
        </p:nvSpPr>
        <p:spPr>
          <a:xfrm>
            <a:off x="885826" y="2495550"/>
            <a:ext cx="1109662" cy="107513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FBA3E339-B450-756E-2E15-A3503744CC7C}"/>
              </a:ext>
            </a:extLst>
          </p:cNvPr>
          <p:cNvCxnSpPr>
            <a:stCxn id="3" idx="5"/>
          </p:cNvCxnSpPr>
          <p:nvPr/>
        </p:nvCxnSpPr>
        <p:spPr>
          <a:xfrm>
            <a:off x="1832982" y="3413237"/>
            <a:ext cx="472068" cy="55868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44A2931-50A8-DA3D-73EF-2E956B157D01}"/>
              </a:ext>
            </a:extLst>
          </p:cNvPr>
          <p:cNvSpPr txBox="1"/>
          <p:nvPr/>
        </p:nvSpPr>
        <p:spPr>
          <a:xfrm>
            <a:off x="1514475" y="3960597"/>
            <a:ext cx="1540669" cy="492443"/>
          </a:xfrm>
          <a:prstGeom prst="rect">
            <a:avLst/>
          </a:prstGeom>
          <a:noFill/>
        </p:spPr>
        <p:txBody>
          <a:bodyPr wrap="square" rtlCol="0">
            <a:spAutoFit/>
          </a:bodyPr>
          <a:lstStyle/>
          <a:p>
            <a:pPr algn="r"/>
            <a:r>
              <a:rPr lang="fa-IR" sz="1300" b="1"/>
              <a:t>حذف بخش پیچیده و طولانی تحت صلاحدید</a:t>
            </a:r>
            <a:endParaRPr lang="en-US" sz="1300" b="1"/>
          </a:p>
        </p:txBody>
      </p:sp>
    </p:spTree>
    <p:extLst>
      <p:ext uri="{BB962C8B-B14F-4D97-AF65-F5344CB8AC3E}">
        <p14:creationId xmlns:p14="http://schemas.microsoft.com/office/powerpoint/2010/main" val="384810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1FBC8"/>
        </a:solidFill>
        <a:effectLst/>
      </p:bgPr>
    </p:bg>
    <p:spTree>
      <p:nvGrpSpPr>
        <p:cNvPr id="1" name="">
          <a:extLst>
            <a:ext uri="{FF2B5EF4-FFF2-40B4-BE49-F238E27FC236}">
              <a16:creationId xmlns:a16="http://schemas.microsoft.com/office/drawing/2014/main" id="{82D06CEE-ACAC-280D-B2C0-E4DD99F71180}"/>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F0867474-895E-82F9-091F-F5C6C7614C41}"/>
              </a:ext>
            </a:extLst>
          </p:cNvPr>
          <p:cNvSpPr/>
          <p:nvPr/>
        </p:nvSpPr>
        <p:spPr>
          <a:xfrm>
            <a:off x="85725" y="95250"/>
            <a:ext cx="8972550" cy="4953000"/>
          </a:xfrm>
          <a:prstGeom prst="rect">
            <a:avLst/>
          </a:prstGeom>
          <a:solidFill>
            <a:schemeClr val="bg1"/>
          </a:solidFill>
          <a:ln w="571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22" name="Title 6">
            <a:extLst>
              <a:ext uri="{FF2B5EF4-FFF2-40B4-BE49-F238E27FC236}">
                <a16:creationId xmlns:a16="http://schemas.microsoft.com/office/drawing/2014/main" id="{95FBF2CD-EB02-35E1-585E-853A4C6347A3}"/>
              </a:ext>
            </a:extLst>
          </p:cNvPr>
          <p:cNvSpPr txBox="1">
            <a:spLocks/>
          </p:cNvSpPr>
          <p:nvPr/>
        </p:nvSpPr>
        <p:spPr>
          <a:xfrm>
            <a:off x="4800600" y="172008"/>
            <a:ext cx="3905250" cy="4852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Fredoka One"/>
              <a:buNone/>
              <a:defRPr sz="2800" b="0" i="0" u="none" strike="noStrike" cap="none">
                <a:solidFill>
                  <a:srgbClr val="FFFFFF"/>
                </a:solidFill>
                <a:latin typeface="Fredoka One"/>
                <a:ea typeface="Fredoka One"/>
                <a:cs typeface="Fredoka One"/>
                <a:sym typeface="Fredoka One"/>
              </a:defRPr>
            </a:lvl1pPr>
            <a:lvl2pPr marR="0" lvl="1"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2pPr>
            <a:lvl3pPr marR="0" lvl="2"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3pPr>
            <a:lvl4pPr marR="0" lvl="3"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4pPr>
            <a:lvl5pPr marR="0" lvl="4"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5pPr>
            <a:lvl6pPr marR="0" lvl="5"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6pPr>
            <a:lvl7pPr marR="0" lvl="6"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7pPr>
            <a:lvl8pPr marR="0" lvl="7"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8pPr>
            <a:lvl9pPr marR="0" lvl="8"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9pPr>
          </a:lstStyle>
          <a:p>
            <a:pPr marL="114300" algn="r" rtl="1"/>
            <a:r>
              <a:rPr lang="fa-IR" sz="2000" b="1">
                <a:solidFill>
                  <a:schemeClr val="accent3"/>
                </a:solidFill>
                <a:latin typeface="Vazir" panose="020B0603030804020204" pitchFamily="34" charset="-78"/>
                <a:cs typeface="Vazir" panose="020B0603030804020204" pitchFamily="34" charset="-78"/>
              </a:rPr>
              <a:t>رگرسیون: (</a:t>
            </a:r>
            <a:r>
              <a:rPr lang="en-US" sz="2000">
                <a:solidFill>
                  <a:schemeClr val="accent3"/>
                </a:solidFill>
                <a:latin typeface="Fredoka One"/>
                <a:sym typeface="Raleway"/>
              </a:rPr>
              <a:t> </a:t>
            </a:r>
            <a:r>
              <a:rPr lang="en-US" sz="2000">
                <a:solidFill>
                  <a:schemeClr val="accent3"/>
                </a:solidFill>
              </a:rPr>
              <a:t>(</a:t>
            </a:r>
            <a:r>
              <a:rPr lang="en-US" sz="2000">
                <a:solidFill>
                  <a:schemeClr val="accent3"/>
                </a:solidFill>
                <a:latin typeface="Fredoka One"/>
              </a:rPr>
              <a:t>Regression</a:t>
            </a:r>
            <a:endParaRPr lang="fa-IR" sz="2000" b="1">
              <a:solidFill>
                <a:schemeClr val="accent3"/>
              </a:solidFill>
              <a:latin typeface="Vazir" panose="020B0603030804020204" pitchFamily="34" charset="-78"/>
              <a:cs typeface="Vazir" panose="020B0603030804020204" pitchFamily="34" charset="-78"/>
            </a:endParaRPr>
          </a:p>
        </p:txBody>
      </p:sp>
      <p:sp>
        <p:nvSpPr>
          <p:cNvPr id="23" name="Flowchart: Connector 22">
            <a:extLst>
              <a:ext uri="{FF2B5EF4-FFF2-40B4-BE49-F238E27FC236}">
                <a16:creationId xmlns:a16="http://schemas.microsoft.com/office/drawing/2014/main" id="{2F5BD75E-3018-7CEA-B330-58A7FCAA08BD}"/>
              </a:ext>
            </a:extLst>
          </p:cNvPr>
          <p:cNvSpPr/>
          <p:nvPr/>
        </p:nvSpPr>
        <p:spPr>
          <a:xfrm>
            <a:off x="8591550" y="267258"/>
            <a:ext cx="323850" cy="294717"/>
          </a:xfrm>
          <a:prstGeom prst="flowChartConnector">
            <a:avLst/>
          </a:prstGeom>
          <a:solidFill>
            <a:schemeClr val="bg1">
              <a:lumMod val="95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8EB9E03D-28D2-E997-DD5C-8BDF3863FF36}"/>
              </a:ext>
            </a:extLst>
          </p:cNvPr>
          <p:cNvSpPr txBox="1"/>
          <p:nvPr/>
        </p:nvSpPr>
        <p:spPr>
          <a:xfrm>
            <a:off x="8567738" y="264281"/>
            <a:ext cx="447675" cy="307777"/>
          </a:xfrm>
          <a:prstGeom prst="rect">
            <a:avLst/>
          </a:prstGeom>
          <a:noFill/>
        </p:spPr>
        <p:txBody>
          <a:bodyPr wrap="square" rtlCol="0">
            <a:spAutoFit/>
          </a:bodyPr>
          <a:lstStyle/>
          <a:p>
            <a:r>
              <a:rPr lang="fa-IR" b="1">
                <a:solidFill>
                  <a:schemeClr val="accent3"/>
                </a:solidFill>
              </a:rPr>
              <a:t>02</a:t>
            </a:r>
            <a:endParaRPr lang="en-US" b="1">
              <a:solidFill>
                <a:schemeClr val="accent3"/>
              </a:solidFill>
            </a:endParaRPr>
          </a:p>
        </p:txBody>
      </p:sp>
      <p:sp>
        <p:nvSpPr>
          <p:cNvPr id="32" name="Arc 31">
            <a:extLst>
              <a:ext uri="{FF2B5EF4-FFF2-40B4-BE49-F238E27FC236}">
                <a16:creationId xmlns:a16="http://schemas.microsoft.com/office/drawing/2014/main" id="{7AB50E15-43FE-79EE-953C-DC1FCB38FD99}"/>
              </a:ext>
            </a:extLst>
          </p:cNvPr>
          <p:cNvSpPr/>
          <p:nvPr/>
        </p:nvSpPr>
        <p:spPr>
          <a:xfrm>
            <a:off x="1919288" y="2728913"/>
            <a:ext cx="52387" cy="50006"/>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7" name="Picture 6">
            <a:extLst>
              <a:ext uri="{FF2B5EF4-FFF2-40B4-BE49-F238E27FC236}">
                <a16:creationId xmlns:a16="http://schemas.microsoft.com/office/drawing/2014/main" id="{CD7B5FBC-C6D2-206C-E6EE-46A399B19FF3}"/>
              </a:ext>
            </a:extLst>
          </p:cNvPr>
          <p:cNvPicPr>
            <a:picLocks noChangeAspect="1"/>
          </p:cNvPicPr>
          <p:nvPr/>
        </p:nvPicPr>
        <p:blipFill>
          <a:blip r:embed="rId3"/>
          <a:srcRect b="11535"/>
          <a:stretch/>
        </p:blipFill>
        <p:spPr>
          <a:xfrm>
            <a:off x="123825" y="2561712"/>
            <a:ext cx="4800600" cy="2354045"/>
          </a:xfrm>
          <a:prstGeom prst="rect">
            <a:avLst/>
          </a:prstGeom>
        </p:spPr>
      </p:pic>
      <p:sp>
        <p:nvSpPr>
          <p:cNvPr id="8" name="Rectangle: Rounded Corners 7">
            <a:extLst>
              <a:ext uri="{FF2B5EF4-FFF2-40B4-BE49-F238E27FC236}">
                <a16:creationId xmlns:a16="http://schemas.microsoft.com/office/drawing/2014/main" id="{C92EF69C-C3A3-C652-715C-B39EE1F7C166}"/>
              </a:ext>
            </a:extLst>
          </p:cNvPr>
          <p:cNvSpPr/>
          <p:nvPr/>
        </p:nvSpPr>
        <p:spPr>
          <a:xfrm>
            <a:off x="285750" y="1913510"/>
            <a:ext cx="1990725" cy="6000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srgbClr val="FF0000"/>
                </a:solidFill>
              </a:rPr>
              <a:t>y</a:t>
            </a:r>
            <a:r>
              <a:rPr lang="en-US" sz="2000"/>
              <a:t> </a:t>
            </a:r>
            <a:r>
              <a:rPr lang="en-US" sz="2000">
                <a:solidFill>
                  <a:schemeClr val="tx1"/>
                </a:solidFill>
              </a:rPr>
              <a:t>=</a:t>
            </a:r>
            <a:r>
              <a:rPr lang="en-US" sz="2000"/>
              <a:t> </a:t>
            </a:r>
            <a:r>
              <a:rPr lang="en-US" sz="2000">
                <a:solidFill>
                  <a:schemeClr val="tx1"/>
                </a:solidFill>
              </a:rPr>
              <a:t>a</a:t>
            </a:r>
            <a:r>
              <a:rPr lang="en-US" sz="2000">
                <a:solidFill>
                  <a:schemeClr val="accent2"/>
                </a:solidFill>
              </a:rPr>
              <a:t>x</a:t>
            </a:r>
            <a:r>
              <a:rPr lang="en-US" sz="2000"/>
              <a:t> </a:t>
            </a:r>
            <a:r>
              <a:rPr lang="en-US" sz="2000">
                <a:solidFill>
                  <a:schemeClr val="tx1"/>
                </a:solidFill>
              </a:rPr>
              <a:t>+ b</a:t>
            </a:r>
          </a:p>
        </p:txBody>
      </p:sp>
      <p:sp>
        <p:nvSpPr>
          <p:cNvPr id="9" name="TextBox 8">
            <a:extLst>
              <a:ext uri="{FF2B5EF4-FFF2-40B4-BE49-F238E27FC236}">
                <a16:creationId xmlns:a16="http://schemas.microsoft.com/office/drawing/2014/main" id="{1FA1E81C-530D-1D89-5065-A8AAC366C67F}"/>
              </a:ext>
            </a:extLst>
          </p:cNvPr>
          <p:cNvSpPr txBox="1"/>
          <p:nvPr/>
        </p:nvSpPr>
        <p:spPr>
          <a:xfrm>
            <a:off x="471487" y="1589025"/>
            <a:ext cx="1619250" cy="307777"/>
          </a:xfrm>
          <a:prstGeom prst="rect">
            <a:avLst/>
          </a:prstGeom>
          <a:noFill/>
        </p:spPr>
        <p:txBody>
          <a:bodyPr wrap="square" rtlCol="0">
            <a:spAutoFit/>
          </a:bodyPr>
          <a:lstStyle/>
          <a:p>
            <a:pPr algn="ctr"/>
            <a:r>
              <a:rPr lang="fa-IR" b="1">
                <a:latin typeface="Vazir" panose="020B0603030804020204" pitchFamily="34" charset="-78"/>
                <a:cs typeface="Vazir" panose="020B0603030804020204" pitchFamily="34" charset="-78"/>
              </a:rPr>
              <a:t>رگرسیون خطی</a:t>
            </a:r>
            <a:endParaRPr lang="en-US" b="1">
              <a:latin typeface="Vazir" panose="020B0603030804020204" pitchFamily="34" charset="-78"/>
              <a:cs typeface="Vazir" panose="020B0603030804020204" pitchFamily="34" charset="-78"/>
            </a:endParaRPr>
          </a:p>
        </p:txBody>
      </p:sp>
      <p:sp>
        <p:nvSpPr>
          <p:cNvPr id="10" name="TextBox 9">
            <a:extLst>
              <a:ext uri="{FF2B5EF4-FFF2-40B4-BE49-F238E27FC236}">
                <a16:creationId xmlns:a16="http://schemas.microsoft.com/office/drawing/2014/main" id="{B01762EE-5E87-4C09-B47F-BAE370E8D526}"/>
              </a:ext>
            </a:extLst>
          </p:cNvPr>
          <p:cNvSpPr txBox="1"/>
          <p:nvPr/>
        </p:nvSpPr>
        <p:spPr>
          <a:xfrm>
            <a:off x="1047750" y="609601"/>
            <a:ext cx="7839075" cy="1384995"/>
          </a:xfrm>
          <a:prstGeom prst="rect">
            <a:avLst/>
          </a:prstGeom>
          <a:noFill/>
        </p:spPr>
        <p:txBody>
          <a:bodyPr wrap="square" rtlCol="0">
            <a:spAutoFit/>
          </a:bodyPr>
          <a:lstStyle/>
          <a:p>
            <a:pPr algn="r">
              <a:buNone/>
            </a:pPr>
            <a:r>
              <a:rPr lang="fa-IR"/>
              <a:t>رگرسیون از الگوریتم های پایه ای علم داده و یادگیری ماشین است که برای پیش‌بینی یا مدل‌سازی </a:t>
            </a:r>
            <a:r>
              <a:rPr lang="fa-IR" u="sng">
                <a:uFill>
                  <a:solidFill>
                    <a:schemeClr val="accent3"/>
                  </a:solidFill>
                </a:uFill>
              </a:rPr>
              <a:t>رابطه بین یک متغیر وابسته (خروجی) و یک یا چند متغیر مستقل (ورودی)</a:t>
            </a:r>
            <a:r>
              <a:rPr lang="fa-IR"/>
              <a:t> به کار می‌رود.</a:t>
            </a:r>
          </a:p>
          <a:p>
            <a:pPr algn="r">
              <a:buNone/>
            </a:pPr>
            <a:r>
              <a:rPr lang="fa-IR"/>
              <a:t> هدف اصلی رگرسیون پیدا کردن</a:t>
            </a:r>
            <a:r>
              <a:rPr lang="fa-IR">
                <a:uFill>
                  <a:solidFill>
                    <a:schemeClr val="accent3"/>
                  </a:solidFill>
                </a:uFill>
              </a:rPr>
              <a:t> یک مدل ریاضی است که بتواند </a:t>
            </a:r>
            <a:r>
              <a:rPr lang="fa-IR" u="sng">
                <a:uFill>
                  <a:solidFill>
                    <a:schemeClr val="accent3"/>
                  </a:solidFill>
                </a:uFill>
              </a:rPr>
              <a:t>مقدار عددی پیوسته‌ای را از روی ویژگی‌های ورودی پیش‌بینی کند.</a:t>
            </a:r>
          </a:p>
          <a:p>
            <a:pPr algn="r"/>
            <a:r>
              <a:rPr lang="fa-IR"/>
              <a:t>به عبارت ساده‌تر، رگرسیون مدل‌سازی رابطه‌ای بین متغیرهای مختلف است که در آن، </a:t>
            </a:r>
            <a:endParaRPr lang="en-US"/>
          </a:p>
          <a:p>
            <a:pPr algn="r"/>
            <a:r>
              <a:rPr lang="fa-IR"/>
              <a:t>یک یا چند ویژگی به کمک داده‌ها، پیش‌بینی می‌کنند که یک مقدار خاص چه خواهد بود.</a:t>
            </a:r>
          </a:p>
          <a:p>
            <a:pPr algn="r" rtl="1"/>
            <a:endParaRPr lang="en-US"/>
          </a:p>
        </p:txBody>
      </p:sp>
      <p:sp>
        <p:nvSpPr>
          <p:cNvPr id="11" name="TextBox 10">
            <a:extLst>
              <a:ext uri="{FF2B5EF4-FFF2-40B4-BE49-F238E27FC236}">
                <a16:creationId xmlns:a16="http://schemas.microsoft.com/office/drawing/2014/main" id="{A1D856E5-BF74-97D8-773C-A2B47DAF7C99}"/>
              </a:ext>
            </a:extLst>
          </p:cNvPr>
          <p:cNvSpPr txBox="1"/>
          <p:nvPr/>
        </p:nvSpPr>
        <p:spPr>
          <a:xfrm>
            <a:off x="3000375" y="1858047"/>
            <a:ext cx="5886450" cy="2300630"/>
          </a:xfrm>
          <a:prstGeom prst="rect">
            <a:avLst/>
          </a:prstGeom>
          <a:noFill/>
        </p:spPr>
        <p:txBody>
          <a:bodyPr wrap="square" rtlCol="0">
            <a:spAutoFit/>
          </a:bodyPr>
          <a:lstStyle/>
          <a:p>
            <a:pPr algn="r" rtl="1">
              <a:spcAft>
                <a:spcPts val="600"/>
              </a:spcAft>
            </a:pPr>
            <a:r>
              <a:rPr lang="fa-IR"/>
              <a:t>از انواع رگرسیون می‌توان به موارد زیر اشاره کرد:</a:t>
            </a:r>
          </a:p>
          <a:p>
            <a:pPr algn="r" rtl="1">
              <a:spcAft>
                <a:spcPts val="300"/>
              </a:spcAft>
            </a:pPr>
            <a:r>
              <a:rPr lang="fa-IR" sz="1300" b="1">
                <a:solidFill>
                  <a:schemeClr val="accent3"/>
                </a:solidFill>
                <a:latin typeface="Vazir" panose="020B0603030804020204" pitchFamily="34" charset="-78"/>
                <a:cs typeface="Vazir" panose="020B0603030804020204" pitchFamily="34" charset="-78"/>
              </a:rPr>
              <a:t>رگرسیون خطی</a:t>
            </a:r>
            <a:r>
              <a:rPr lang="en-US" sz="1300" b="1">
                <a:solidFill>
                  <a:schemeClr val="accent3"/>
                </a:solidFill>
                <a:latin typeface="Vazir" panose="020B0603030804020204" pitchFamily="34" charset="-78"/>
                <a:cs typeface="Vazir" panose="020B0603030804020204" pitchFamily="34" charset="-78"/>
              </a:rPr>
              <a:t>(Linear Regression)</a:t>
            </a:r>
            <a:r>
              <a:rPr lang="fa-IR" sz="1300" b="1">
                <a:solidFill>
                  <a:schemeClr val="accent3"/>
                </a:solidFill>
                <a:latin typeface="Vazir" panose="020B0603030804020204" pitchFamily="34" charset="-78"/>
                <a:cs typeface="Vazir" panose="020B0603030804020204" pitchFamily="34" charset="-78"/>
              </a:rPr>
              <a:t>: </a:t>
            </a:r>
            <a:r>
              <a:rPr lang="fa-IR"/>
              <a:t>برای مدل‌های با رابطه خطی. </a:t>
            </a:r>
          </a:p>
          <a:p>
            <a:pPr algn="r" rtl="1">
              <a:spcAft>
                <a:spcPts val="300"/>
              </a:spcAft>
            </a:pPr>
            <a:r>
              <a:rPr lang="fa-IR" sz="1300" b="1">
                <a:solidFill>
                  <a:schemeClr val="accent3"/>
                </a:solidFill>
                <a:latin typeface="Vazir" panose="020B0603030804020204" pitchFamily="34" charset="-78"/>
                <a:cs typeface="Vazir" panose="020B0603030804020204" pitchFamily="34" charset="-78"/>
              </a:rPr>
              <a:t>رگرسیون لجستیک</a:t>
            </a:r>
            <a:r>
              <a:rPr lang="en-US" sz="1300" b="1">
                <a:solidFill>
                  <a:schemeClr val="accent3"/>
                </a:solidFill>
                <a:latin typeface="Vazir" panose="020B0603030804020204" pitchFamily="34" charset="-78"/>
                <a:cs typeface="Vazir" panose="020B0603030804020204" pitchFamily="34" charset="-78"/>
              </a:rPr>
              <a:t>(Logistic Regression)</a:t>
            </a:r>
            <a:r>
              <a:rPr lang="fa-IR" sz="1300" b="1">
                <a:solidFill>
                  <a:schemeClr val="accent3"/>
                </a:solidFill>
                <a:latin typeface="Vazir" panose="020B0603030804020204" pitchFamily="34" charset="-78"/>
                <a:cs typeface="Vazir" panose="020B0603030804020204" pitchFamily="34" charset="-78"/>
              </a:rPr>
              <a:t>: </a:t>
            </a:r>
            <a:r>
              <a:rPr lang="fa-IR"/>
              <a:t>برای پیش‌بینی احتمال‌ها و دسته‌بندی‌های دودویی.</a:t>
            </a:r>
          </a:p>
          <a:p>
            <a:pPr algn="r" rtl="1">
              <a:spcAft>
                <a:spcPts val="300"/>
              </a:spcAft>
            </a:pPr>
            <a:r>
              <a:rPr lang="fa-IR" sz="1300"/>
              <a:t> </a:t>
            </a:r>
            <a:r>
              <a:rPr lang="fa-IR" sz="1300" b="1">
                <a:solidFill>
                  <a:schemeClr val="accent3"/>
                </a:solidFill>
                <a:latin typeface="Vazir" panose="020B0603030804020204" pitchFamily="34" charset="-78"/>
                <a:cs typeface="Vazir" panose="020B0603030804020204" pitchFamily="34" charset="-78"/>
              </a:rPr>
              <a:t>رگرسیون چندگانه</a:t>
            </a:r>
            <a:r>
              <a:rPr lang="en-US" sz="1300" b="1">
                <a:solidFill>
                  <a:schemeClr val="accent3"/>
                </a:solidFill>
                <a:latin typeface="Vazir" panose="020B0603030804020204" pitchFamily="34" charset="-78"/>
                <a:cs typeface="Vazir" panose="020B0603030804020204" pitchFamily="34" charset="-78"/>
              </a:rPr>
              <a:t>(Multiple Regression)</a:t>
            </a:r>
            <a:r>
              <a:rPr lang="fa-IR" sz="1300" b="1">
                <a:solidFill>
                  <a:schemeClr val="accent3"/>
                </a:solidFill>
                <a:latin typeface="Vazir" panose="020B0603030804020204" pitchFamily="34" charset="-78"/>
                <a:cs typeface="Vazir" panose="020B0603030804020204" pitchFamily="34" charset="-78"/>
              </a:rPr>
              <a:t>: </a:t>
            </a:r>
            <a:r>
              <a:rPr lang="fa-IR"/>
              <a:t>برای مدل‌سازی چند ویژگی ورودی.</a:t>
            </a:r>
          </a:p>
          <a:p>
            <a:pPr algn="r" rtl="1">
              <a:spcAft>
                <a:spcPts val="300"/>
              </a:spcAft>
            </a:pPr>
            <a:r>
              <a:rPr lang="fa-IR"/>
              <a:t> </a:t>
            </a:r>
            <a:r>
              <a:rPr lang="fa-IR" sz="1300" b="1">
                <a:solidFill>
                  <a:schemeClr val="accent3"/>
                </a:solidFill>
                <a:latin typeface="Vazir" panose="020B0603030804020204" pitchFamily="34" charset="-78"/>
                <a:cs typeface="Vazir" panose="020B0603030804020204" pitchFamily="34" charset="-78"/>
              </a:rPr>
              <a:t>رگرسیون پلی‌نومیال</a:t>
            </a:r>
            <a:r>
              <a:rPr lang="en-US" sz="1300" b="1">
                <a:solidFill>
                  <a:schemeClr val="accent3"/>
                </a:solidFill>
                <a:latin typeface="Vazir" panose="020B0603030804020204" pitchFamily="34" charset="-78"/>
                <a:cs typeface="Vazir" panose="020B0603030804020204" pitchFamily="34" charset="-78"/>
              </a:rPr>
              <a:t>(Polynomial Regression)</a:t>
            </a:r>
            <a:r>
              <a:rPr lang="fa-IR" sz="1300" b="1">
                <a:solidFill>
                  <a:schemeClr val="accent3"/>
                </a:solidFill>
                <a:latin typeface="Vazir" panose="020B0603030804020204" pitchFamily="34" charset="-78"/>
                <a:cs typeface="Vazir" panose="020B0603030804020204" pitchFamily="34" charset="-78"/>
              </a:rPr>
              <a:t>: </a:t>
            </a:r>
            <a:r>
              <a:rPr lang="fa-IR"/>
              <a:t>برای مدل‌سازی روابط غیرخطی.</a:t>
            </a:r>
          </a:p>
          <a:p>
            <a:pPr algn="r" rtl="1"/>
            <a:r>
              <a:rPr lang="fa-IR" sz="1300" b="1">
                <a:solidFill>
                  <a:schemeClr val="accent3"/>
                </a:solidFill>
                <a:latin typeface="Vazir" panose="020B0603030804020204" pitchFamily="34" charset="-78"/>
                <a:cs typeface="Vazir" panose="020B0603030804020204" pitchFamily="34" charset="-78"/>
              </a:rPr>
              <a:t>رگرسیون لاسو</a:t>
            </a:r>
            <a:r>
              <a:rPr lang="en-US" sz="1300" b="1">
                <a:solidFill>
                  <a:schemeClr val="accent3"/>
                </a:solidFill>
                <a:latin typeface="Vazir" panose="020B0603030804020204" pitchFamily="34" charset="-78"/>
                <a:cs typeface="Vazir" panose="020B0603030804020204" pitchFamily="34" charset="-78"/>
              </a:rPr>
              <a:t>Lasso Regression)</a:t>
            </a:r>
            <a:r>
              <a:rPr lang="fa-IR" sz="1300" b="1">
                <a:solidFill>
                  <a:schemeClr val="accent3"/>
                </a:solidFill>
                <a:latin typeface="Vazir" panose="020B0603030804020204" pitchFamily="34" charset="-78"/>
                <a:cs typeface="Vazir" panose="020B0603030804020204" pitchFamily="34" charset="-78"/>
              </a:rPr>
              <a:t>): </a:t>
            </a:r>
            <a:r>
              <a:rPr lang="fa-IR"/>
              <a:t>مشابه رگرسیون خطی است  با اضافه شدن جریمه</a:t>
            </a:r>
          </a:p>
          <a:p>
            <a:pPr algn="r" rtl="1"/>
            <a:r>
              <a:rPr lang="fa-IR"/>
              <a:t> که باعث می‌شود برخی ویژگی‌ها به‌طور کامل از مدل حذف شوند.</a:t>
            </a:r>
          </a:p>
          <a:p>
            <a:pPr algn="r" rtl="1"/>
            <a:r>
              <a:rPr lang="fa-IR" sz="1300" b="1">
                <a:solidFill>
                  <a:schemeClr val="accent3"/>
                </a:solidFill>
                <a:latin typeface="Vazir" panose="020B0603030804020204" pitchFamily="34" charset="-78"/>
                <a:cs typeface="Vazir" panose="020B0603030804020204" pitchFamily="34" charset="-78"/>
              </a:rPr>
              <a:t>رگرسیون ریج(</a:t>
            </a:r>
            <a:r>
              <a:rPr lang="en-US" sz="1300" b="1">
                <a:solidFill>
                  <a:schemeClr val="accent3"/>
                </a:solidFill>
                <a:latin typeface="Vazir" panose="020B0603030804020204" pitchFamily="34" charset="-78"/>
                <a:cs typeface="Vazir" panose="020B0603030804020204" pitchFamily="34" charset="-78"/>
              </a:rPr>
              <a:t>Ridge Regression</a:t>
            </a:r>
            <a:r>
              <a:rPr lang="fa-IR" sz="1300" b="1">
                <a:solidFill>
                  <a:schemeClr val="accent3"/>
                </a:solidFill>
                <a:latin typeface="Vazir" panose="020B0603030804020204" pitchFamily="34" charset="-78"/>
                <a:cs typeface="Vazir" panose="020B0603030804020204" pitchFamily="34" charset="-78"/>
              </a:rPr>
              <a:t>)</a:t>
            </a:r>
            <a:r>
              <a:rPr lang="en-US" sz="1300" b="1">
                <a:solidFill>
                  <a:schemeClr val="accent3"/>
                </a:solidFill>
                <a:latin typeface="Vazir" panose="020B0603030804020204" pitchFamily="34" charset="-78"/>
                <a:cs typeface="Vazir" panose="020B0603030804020204" pitchFamily="34" charset="-78"/>
              </a:rPr>
              <a:t>:</a:t>
            </a:r>
            <a:r>
              <a:rPr lang="fa-IR" sz="1300" b="1">
                <a:solidFill>
                  <a:schemeClr val="accent3"/>
                </a:solidFill>
                <a:latin typeface="Vazir" panose="020B0603030804020204" pitchFamily="34" charset="-78"/>
                <a:cs typeface="Vazir" panose="020B0603030804020204" pitchFamily="34" charset="-78"/>
              </a:rPr>
              <a:t> </a:t>
            </a:r>
            <a:r>
              <a:rPr lang="fa-IR"/>
              <a:t>برای مدل‌سازی رگرسیون خطی با </a:t>
            </a:r>
            <a:endParaRPr lang="en-US"/>
          </a:p>
          <a:p>
            <a:pPr algn="r" rtl="1"/>
            <a:r>
              <a:rPr lang="fa-IR"/>
              <a:t>تنظیمات خاص یا جریمه</a:t>
            </a:r>
            <a:r>
              <a:rPr lang="en-US"/>
              <a:t> </a:t>
            </a:r>
            <a:r>
              <a:rPr lang="fa-IR"/>
              <a:t>برای جلوگیری از </a:t>
            </a:r>
            <a:r>
              <a:rPr lang="en-US" sz="1300"/>
              <a:t>overfitting</a:t>
            </a:r>
          </a:p>
        </p:txBody>
      </p:sp>
    </p:spTree>
    <p:extLst>
      <p:ext uri="{BB962C8B-B14F-4D97-AF65-F5344CB8AC3E}">
        <p14:creationId xmlns:p14="http://schemas.microsoft.com/office/powerpoint/2010/main" val="3442516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1FBC8"/>
        </a:solidFill>
        <a:effectLst/>
      </p:bgPr>
    </p:bg>
    <p:spTree>
      <p:nvGrpSpPr>
        <p:cNvPr id="1" name="">
          <a:extLst>
            <a:ext uri="{FF2B5EF4-FFF2-40B4-BE49-F238E27FC236}">
              <a16:creationId xmlns:a16="http://schemas.microsoft.com/office/drawing/2014/main" id="{5228697D-02A3-1CBE-BA9C-116033282E07}"/>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706D5B8A-DC7E-A502-5E66-37777D794215}"/>
              </a:ext>
            </a:extLst>
          </p:cNvPr>
          <p:cNvSpPr/>
          <p:nvPr/>
        </p:nvSpPr>
        <p:spPr>
          <a:xfrm>
            <a:off x="85725" y="95250"/>
            <a:ext cx="8972550" cy="4953000"/>
          </a:xfrm>
          <a:prstGeom prst="rect">
            <a:avLst/>
          </a:prstGeom>
          <a:solidFill>
            <a:schemeClr val="bg1"/>
          </a:solidFill>
          <a:ln w="571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22" name="Title 6">
            <a:extLst>
              <a:ext uri="{FF2B5EF4-FFF2-40B4-BE49-F238E27FC236}">
                <a16:creationId xmlns:a16="http://schemas.microsoft.com/office/drawing/2014/main" id="{344EB839-1A67-415B-AE27-7DCA60EA0804}"/>
              </a:ext>
            </a:extLst>
          </p:cNvPr>
          <p:cNvSpPr txBox="1">
            <a:spLocks/>
          </p:cNvSpPr>
          <p:nvPr/>
        </p:nvSpPr>
        <p:spPr>
          <a:xfrm>
            <a:off x="1733551" y="172008"/>
            <a:ext cx="6972300" cy="4852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Fredoka One"/>
              <a:buNone/>
              <a:defRPr sz="2800" b="0" i="0" u="none" strike="noStrike" cap="none">
                <a:solidFill>
                  <a:srgbClr val="FFFFFF"/>
                </a:solidFill>
                <a:latin typeface="Fredoka One"/>
                <a:ea typeface="Fredoka One"/>
                <a:cs typeface="Fredoka One"/>
                <a:sym typeface="Fredoka One"/>
              </a:defRPr>
            </a:lvl1pPr>
            <a:lvl2pPr marR="0" lvl="1"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2pPr>
            <a:lvl3pPr marR="0" lvl="2"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3pPr>
            <a:lvl4pPr marR="0" lvl="3"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4pPr>
            <a:lvl5pPr marR="0" lvl="4"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5pPr>
            <a:lvl6pPr marR="0" lvl="5"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6pPr>
            <a:lvl7pPr marR="0" lvl="6"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7pPr>
            <a:lvl8pPr marR="0" lvl="7"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8pPr>
            <a:lvl9pPr marR="0" lvl="8"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9pPr>
          </a:lstStyle>
          <a:p>
            <a:pPr marL="114300" algn="r" rtl="1"/>
            <a:r>
              <a:rPr lang="fa-IR" sz="2000" b="1">
                <a:solidFill>
                  <a:schemeClr val="accent3"/>
                </a:solidFill>
                <a:latin typeface="Vazir" panose="020B0603030804020204" pitchFamily="34" charset="-78"/>
                <a:cs typeface="Vazir" panose="020B0603030804020204" pitchFamily="34" charset="-78"/>
              </a:rPr>
              <a:t>کلاس بندی نزدیک‌ترین همسایه: (</a:t>
            </a:r>
            <a:r>
              <a:rPr lang="en-US" sz="2000">
                <a:solidFill>
                  <a:schemeClr val="accent3"/>
                </a:solidFill>
                <a:latin typeface="Fredoka One"/>
                <a:sym typeface="Raleway"/>
              </a:rPr>
              <a:t> </a:t>
            </a:r>
            <a:r>
              <a:rPr lang="en-US" sz="2000">
                <a:solidFill>
                  <a:schemeClr val="accent3"/>
                </a:solidFill>
              </a:rPr>
              <a:t>(KNN-Nearest Neighbor</a:t>
            </a:r>
            <a:endParaRPr lang="fa-IR" sz="2000" b="1">
              <a:solidFill>
                <a:schemeClr val="accent3"/>
              </a:solidFill>
              <a:latin typeface="Vazir" panose="020B0603030804020204" pitchFamily="34" charset="-78"/>
              <a:cs typeface="Vazir" panose="020B0603030804020204" pitchFamily="34" charset="-78"/>
            </a:endParaRPr>
          </a:p>
        </p:txBody>
      </p:sp>
      <p:sp>
        <p:nvSpPr>
          <p:cNvPr id="23" name="Flowchart: Connector 22">
            <a:extLst>
              <a:ext uri="{FF2B5EF4-FFF2-40B4-BE49-F238E27FC236}">
                <a16:creationId xmlns:a16="http://schemas.microsoft.com/office/drawing/2014/main" id="{5D51246D-844B-5679-D672-D893DE7E2CD3}"/>
              </a:ext>
            </a:extLst>
          </p:cNvPr>
          <p:cNvSpPr/>
          <p:nvPr/>
        </p:nvSpPr>
        <p:spPr>
          <a:xfrm>
            <a:off x="8591550" y="267258"/>
            <a:ext cx="323850" cy="294717"/>
          </a:xfrm>
          <a:prstGeom prst="flowChartConnector">
            <a:avLst/>
          </a:prstGeom>
          <a:solidFill>
            <a:schemeClr val="bg1">
              <a:lumMod val="95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CDF1F77-539C-7840-AC6E-CCE4BA052CAC}"/>
              </a:ext>
            </a:extLst>
          </p:cNvPr>
          <p:cNvSpPr txBox="1"/>
          <p:nvPr/>
        </p:nvSpPr>
        <p:spPr>
          <a:xfrm>
            <a:off x="8567738" y="264281"/>
            <a:ext cx="447675" cy="307777"/>
          </a:xfrm>
          <a:prstGeom prst="rect">
            <a:avLst/>
          </a:prstGeom>
          <a:noFill/>
        </p:spPr>
        <p:txBody>
          <a:bodyPr wrap="square" rtlCol="0">
            <a:spAutoFit/>
          </a:bodyPr>
          <a:lstStyle/>
          <a:p>
            <a:r>
              <a:rPr lang="en-US" b="1">
                <a:solidFill>
                  <a:schemeClr val="accent3"/>
                </a:solidFill>
              </a:rPr>
              <a:t>03</a:t>
            </a:r>
          </a:p>
        </p:txBody>
      </p:sp>
      <p:sp>
        <p:nvSpPr>
          <p:cNvPr id="32" name="Arc 31">
            <a:extLst>
              <a:ext uri="{FF2B5EF4-FFF2-40B4-BE49-F238E27FC236}">
                <a16:creationId xmlns:a16="http://schemas.microsoft.com/office/drawing/2014/main" id="{B54A96CF-EB23-322B-E34E-84E9160C393F}"/>
              </a:ext>
            </a:extLst>
          </p:cNvPr>
          <p:cNvSpPr/>
          <p:nvPr/>
        </p:nvSpPr>
        <p:spPr>
          <a:xfrm>
            <a:off x="1919288" y="2728913"/>
            <a:ext cx="52387" cy="50006"/>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3" name="Picture 2">
            <a:extLst>
              <a:ext uri="{FF2B5EF4-FFF2-40B4-BE49-F238E27FC236}">
                <a16:creationId xmlns:a16="http://schemas.microsoft.com/office/drawing/2014/main" id="{015F95A0-01A7-B545-548B-E33E2D2F58C5}"/>
              </a:ext>
            </a:extLst>
          </p:cNvPr>
          <p:cNvPicPr>
            <a:picLocks noChangeAspect="1"/>
          </p:cNvPicPr>
          <p:nvPr/>
        </p:nvPicPr>
        <p:blipFill>
          <a:blip r:embed="rId2"/>
          <a:srcRect l="5560" t="9622" r="6496" b="3058"/>
          <a:stretch/>
        </p:blipFill>
        <p:spPr>
          <a:xfrm>
            <a:off x="195263" y="2637867"/>
            <a:ext cx="3133726" cy="2333625"/>
          </a:xfrm>
          <a:prstGeom prst="rect">
            <a:avLst/>
          </a:prstGeom>
        </p:spPr>
      </p:pic>
      <p:sp>
        <p:nvSpPr>
          <p:cNvPr id="4" name="TextBox 3">
            <a:extLst>
              <a:ext uri="{FF2B5EF4-FFF2-40B4-BE49-F238E27FC236}">
                <a16:creationId xmlns:a16="http://schemas.microsoft.com/office/drawing/2014/main" id="{D5956D5B-5396-9A89-A7F9-E1F7CB39346E}"/>
              </a:ext>
            </a:extLst>
          </p:cNvPr>
          <p:cNvSpPr txBox="1"/>
          <p:nvPr/>
        </p:nvSpPr>
        <p:spPr>
          <a:xfrm>
            <a:off x="1400175" y="609601"/>
            <a:ext cx="7486650" cy="4570482"/>
          </a:xfrm>
          <a:prstGeom prst="rect">
            <a:avLst/>
          </a:prstGeom>
          <a:noFill/>
        </p:spPr>
        <p:txBody>
          <a:bodyPr wrap="square" rtlCol="0">
            <a:spAutoFit/>
          </a:bodyPr>
          <a:lstStyle/>
          <a:p>
            <a:pPr algn="r" rtl="1">
              <a:buNone/>
            </a:pPr>
            <a:r>
              <a:rPr lang="en-US"/>
              <a:t> KNN</a:t>
            </a:r>
            <a:r>
              <a:rPr lang="fa-IR"/>
              <a:t>جز الگوریتم های </a:t>
            </a:r>
            <a:r>
              <a:rPr lang="fa-IR" b="1"/>
              <a:t>یادگیری نظارت‌شده</a:t>
            </a:r>
            <a:r>
              <a:rPr lang="fa-IR"/>
              <a:t> است که برای </a:t>
            </a:r>
            <a:r>
              <a:rPr lang="fa-IR" b="1"/>
              <a:t>کلاس بندی</a:t>
            </a:r>
            <a:r>
              <a:rPr lang="fa-IR"/>
              <a:t> و </a:t>
            </a:r>
            <a:r>
              <a:rPr lang="fa-IR" b="1"/>
              <a:t>رگرسیون</a:t>
            </a:r>
            <a:r>
              <a:rPr lang="fa-IR"/>
              <a:t> استفاده می‌شود.</a:t>
            </a:r>
            <a:br>
              <a:rPr lang="fa-IR"/>
            </a:br>
            <a:r>
              <a:rPr lang="fa-IR"/>
              <a:t>در این الگوریتم، داده‌ها بر اساس </a:t>
            </a:r>
            <a:r>
              <a:rPr lang="fa-IR" b="1"/>
              <a:t>فاصله</a:t>
            </a:r>
            <a:r>
              <a:rPr lang="fa-IR"/>
              <a:t> بین نقاط دیتاست و </a:t>
            </a:r>
            <a:r>
              <a:rPr lang="fa-IR" b="1"/>
              <a:t>نزدیک‌ترین همسایه‌ها</a:t>
            </a:r>
            <a:r>
              <a:rPr lang="fa-IR"/>
              <a:t> به دسته‌ها یا مقادیر خاص تعلق می‌گیرند.</a:t>
            </a:r>
            <a:r>
              <a:rPr lang="en-US"/>
              <a:t> </a:t>
            </a:r>
            <a:endParaRPr lang="fa-IR"/>
          </a:p>
          <a:p>
            <a:pPr algn="r" rtl="1">
              <a:buNone/>
            </a:pPr>
            <a:endParaRPr lang="fa-IR"/>
          </a:p>
          <a:p>
            <a:pPr marL="0" marR="0" lvl="0" indent="0" algn="r" defTabSz="914400" rtl="1" eaLnBrk="0" fontAlgn="base" latinLnBrk="0" hangingPunct="0">
              <a:lnSpc>
                <a:spcPct val="100000"/>
              </a:lnSpc>
              <a:spcBef>
                <a:spcPct val="0"/>
              </a:spcBef>
              <a:spcAft>
                <a:spcPct val="0"/>
              </a:spcAft>
              <a:buClrTx/>
              <a:buSzTx/>
              <a:tabLst/>
            </a:pPr>
            <a:r>
              <a:rPr kumimoji="0" lang="fa-IR" altLang="en-US" sz="1400" b="0" i="0" u="none" strike="noStrike" cap="none" normalizeH="0" baseline="0">
                <a:ln>
                  <a:noFill/>
                </a:ln>
                <a:solidFill>
                  <a:schemeClr val="accent3"/>
                </a:solidFill>
                <a:effectLst/>
                <a:latin typeface="Arial" panose="020B0604020202020204" pitchFamily="34" charset="0"/>
                <a:cs typeface="Arial" panose="020B0604020202020204" pitchFamily="34" charset="0"/>
              </a:rPr>
              <a:t>نحوه کارکرد </a:t>
            </a:r>
            <a:r>
              <a:rPr kumimoji="0" lang="ar-SA" altLang="en-US" sz="1400" b="0" i="0" u="none" strike="noStrike" cap="none" normalizeH="0" baseline="0">
                <a:ln>
                  <a:noFill/>
                </a:ln>
                <a:solidFill>
                  <a:schemeClr val="accent3"/>
                </a:solidFill>
                <a:effectLst/>
                <a:latin typeface="Arial" panose="020B0604020202020204" pitchFamily="34" charset="0"/>
                <a:cs typeface="Arial" panose="020B0604020202020204" pitchFamily="34" charset="0"/>
              </a:rPr>
              <a:t>الگوریتم</a:t>
            </a:r>
            <a:r>
              <a:rPr kumimoji="0" lang="en-US" altLang="en-US" sz="1400" b="0" i="0" u="none" strike="noStrike" cap="none" normalizeH="0" baseline="0">
                <a:ln>
                  <a:noFill/>
                </a:ln>
                <a:solidFill>
                  <a:schemeClr val="accent3"/>
                </a:solidFill>
                <a:effectLst/>
                <a:latin typeface="Arial" panose="020B0604020202020204" pitchFamily="34" charset="0"/>
              </a:rPr>
              <a:t> </a:t>
            </a:r>
            <a:r>
              <a:rPr kumimoji="0" lang="en-US" altLang="en-US" sz="1300" b="0" i="0" u="none" strike="noStrike" cap="none" normalizeH="0" baseline="0">
                <a:ln>
                  <a:noFill/>
                </a:ln>
                <a:solidFill>
                  <a:schemeClr val="accent3"/>
                </a:solidFill>
                <a:effectLst/>
                <a:latin typeface="Arial" panose="020B0604020202020204" pitchFamily="34" charset="0"/>
              </a:rPr>
              <a:t>KNN</a:t>
            </a:r>
            <a:r>
              <a:rPr kumimoji="0" lang="en-US" altLang="en-US" sz="1400" b="0" i="0" u="none" strike="noStrike" cap="none" normalizeH="0" baseline="0">
                <a:ln>
                  <a:noFill/>
                </a:ln>
                <a:solidFill>
                  <a:schemeClr val="accent3"/>
                </a:solidFill>
                <a:effectLst/>
                <a:latin typeface="Arial" panose="020B0604020202020204" pitchFamily="34" charset="0"/>
              </a:rPr>
              <a:t> </a:t>
            </a:r>
            <a:r>
              <a:rPr kumimoji="0" lang="ar-SA" altLang="en-US" sz="1400" b="0" i="0" u="none" strike="noStrike" cap="none" normalizeH="0" baseline="0">
                <a:ln>
                  <a:noFill/>
                </a:ln>
                <a:solidFill>
                  <a:schemeClr val="tx1"/>
                </a:solidFill>
                <a:effectLst/>
                <a:latin typeface="Arial" panose="020B0604020202020204" pitchFamily="34" charset="0"/>
                <a:cs typeface="Arial" panose="020B0604020202020204" pitchFamily="34" charset="0"/>
              </a:rPr>
              <a:t>بسیار ساده و </a:t>
            </a:r>
            <a:r>
              <a:rPr kumimoji="0" lang="fa-IR" altLang="en-US" sz="1400" b="0" i="0" u="none" strike="noStrike" cap="none" normalizeH="0" baseline="0">
                <a:ln>
                  <a:noFill/>
                </a:ln>
                <a:solidFill>
                  <a:schemeClr val="tx1"/>
                </a:solidFill>
                <a:effectLst/>
                <a:latin typeface="Arial" panose="020B0604020202020204" pitchFamily="34" charset="0"/>
                <a:cs typeface="Arial" panose="020B0604020202020204" pitchFamily="34" charset="0"/>
              </a:rPr>
              <a:t>قابل </a:t>
            </a:r>
            <a:r>
              <a:rPr kumimoji="0" lang="ar-SA" altLang="en-US" sz="1400" b="0" i="0" u="none" strike="noStrike" cap="none" normalizeH="0" baseline="0">
                <a:ln>
                  <a:noFill/>
                </a:ln>
                <a:solidFill>
                  <a:schemeClr val="tx1"/>
                </a:solidFill>
                <a:effectLst/>
                <a:latin typeface="Arial" panose="020B0604020202020204" pitchFamily="34" charset="0"/>
                <a:cs typeface="Arial" panose="020B0604020202020204" pitchFamily="34" charset="0"/>
              </a:rPr>
              <a:t>درک است</a:t>
            </a:r>
            <a:r>
              <a:rPr lang="fa-IR" altLang="en-US">
                <a:solidFill>
                  <a:schemeClr val="tx1"/>
                </a:solidFill>
                <a:latin typeface="Arial" panose="020B0604020202020204" pitchFamily="34" charset="0"/>
                <a:cs typeface="Arial" panose="020B0604020202020204" pitchFamily="34" charset="0"/>
              </a:rPr>
              <a:t>، داده ها براساس نزدیکی‌شان در دیتاست گروه‌بندی می‌شوند.</a:t>
            </a:r>
            <a:endParaRPr kumimoji="0" lang="en-US" altLang="en-US" sz="1400" b="0" i="0" u="none" strike="noStrike" cap="none" normalizeH="0" baseline="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tabLst/>
            </a:pPr>
            <a:r>
              <a:rPr kumimoji="0" lang="en-US" altLang="en-US" sz="1300" i="0" u="none" strike="noStrike" cap="none" normalizeH="0" baseline="0">
                <a:ln>
                  <a:noFill/>
                </a:ln>
                <a:solidFill>
                  <a:schemeClr val="tx1"/>
                </a:solidFill>
                <a:effectLst/>
                <a:latin typeface="Arial" panose="020B0604020202020204" pitchFamily="34" charset="0"/>
                <a:cs typeface="Arial" panose="020B0604020202020204" pitchFamily="34" charset="0"/>
              </a:rPr>
              <a:t>KNN</a:t>
            </a:r>
            <a:r>
              <a:rPr kumimoji="0" lang="fa-IR" altLang="en-US" sz="1400" i="0" u="none" strike="noStrike" cap="none" normalizeH="0" baseline="0">
                <a:ln>
                  <a:noFill/>
                </a:ln>
                <a:solidFill>
                  <a:schemeClr val="tx1"/>
                </a:solidFill>
                <a:effectLst/>
                <a:latin typeface="Arial" panose="020B0604020202020204" pitchFamily="34" charset="0"/>
                <a:cs typeface="Arial" panose="020B0604020202020204" pitchFamily="34" charset="0"/>
              </a:rPr>
              <a:t> روش دقیق و بدون خطایی نیست و برای مدل های با ابعاد کم می‌تواند کاربردی باشد؛ </a:t>
            </a:r>
            <a:r>
              <a:rPr kumimoji="0" lang="en-US" altLang="en-US" sz="1400" i="0" u="none" strike="noStrike" cap="none" normalizeH="0" baseline="0">
                <a:ln>
                  <a:noFill/>
                </a:ln>
                <a:solidFill>
                  <a:schemeClr val="tx1"/>
                </a:solidFill>
                <a:effectLst/>
                <a:latin typeface="Arial" panose="020B0604020202020204" pitchFamily="34" charset="0"/>
                <a:cs typeface="Arial" panose="020B0604020202020204" pitchFamily="34" charset="0"/>
              </a:rPr>
              <a:t> </a:t>
            </a:r>
            <a:r>
              <a:rPr lang="en-US" sz="1300"/>
              <a:t>KNN</a:t>
            </a:r>
            <a:r>
              <a:rPr lang="fa-IR"/>
              <a:t>معمولاً برای طبقه‌بندی‌های</a:t>
            </a:r>
            <a:r>
              <a:rPr lang="fa-IR" b="1"/>
              <a:t> ساده</a:t>
            </a:r>
            <a:r>
              <a:rPr lang="fa-IR"/>
              <a:t> و پیش‌بینی</a:t>
            </a:r>
            <a:r>
              <a:rPr lang="fa-IR" b="1"/>
              <a:t>‌های </a:t>
            </a:r>
            <a:r>
              <a:rPr lang="fa-IR"/>
              <a:t>عددی(رگرسیون) مورد استفاده قرار می‌گیرد و یکی از الگوریتم‌های </a:t>
            </a:r>
            <a:r>
              <a:rPr lang="fa-IR" b="1"/>
              <a:t>غیرپارامتریک</a:t>
            </a:r>
            <a:r>
              <a:rPr lang="fa-IR"/>
              <a:t> به شمار می‌رود.</a:t>
            </a:r>
            <a:endParaRPr kumimoji="0" lang="fa-IR" altLang="en-US" sz="1400" b="0" i="0" u="none" strike="noStrike" cap="none" normalizeH="0" baseline="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tabLst/>
            </a:pPr>
            <a:r>
              <a:rPr kumimoji="0" lang="fa-IR" altLang="en-US" sz="1400" b="0" i="0" u="none" strike="noStrike" cap="none" normalizeH="0" baseline="0">
                <a:ln>
                  <a:noFill/>
                </a:ln>
                <a:solidFill>
                  <a:schemeClr val="tx1"/>
                </a:solidFill>
                <a:effectLst/>
                <a:latin typeface="Arial" panose="020B0604020202020204" pitchFamily="34" charset="0"/>
              </a:rPr>
              <a:t>همچنین </a:t>
            </a:r>
            <a:r>
              <a:rPr kumimoji="0" lang="ar-SA" altLang="en-US" sz="1400" b="0" i="0" u="none" strike="noStrike" cap="none" normalizeH="0" baseline="0">
                <a:ln>
                  <a:noFill/>
                </a:ln>
                <a:solidFill>
                  <a:schemeClr val="tx1"/>
                </a:solidFill>
                <a:effectLst/>
                <a:latin typeface="Arial" panose="020B0604020202020204" pitchFamily="34" charset="0"/>
                <a:cs typeface="Arial" panose="020B0604020202020204" pitchFamily="34" charset="0"/>
              </a:rPr>
              <a:t>برخلاف بسیاری از الگوریتم‌ها</a:t>
            </a:r>
            <a:r>
              <a:rPr kumimoji="0" lang="en-US" altLang="en-US" sz="1400" b="0" i="0" u="none" strike="noStrike" cap="none" normalizeH="0" baseline="0">
                <a:ln>
                  <a:noFill/>
                </a:ln>
                <a:solidFill>
                  <a:schemeClr val="tx1"/>
                </a:solidFill>
                <a:effectLst/>
                <a:latin typeface="Arial" panose="020B0604020202020204" pitchFamily="34" charset="0"/>
              </a:rPr>
              <a:t>، </a:t>
            </a:r>
            <a:r>
              <a:rPr kumimoji="0" lang="en-US" altLang="en-US" sz="1300" b="0" i="0" u="none" strike="noStrike" cap="none" normalizeH="0" baseline="0">
                <a:ln>
                  <a:noFill/>
                </a:ln>
                <a:solidFill>
                  <a:schemeClr val="tx1"/>
                </a:solidFill>
                <a:effectLst/>
                <a:latin typeface="Arial" panose="020B0604020202020204" pitchFamily="34" charset="0"/>
              </a:rPr>
              <a:t>KNN</a:t>
            </a:r>
            <a:r>
              <a:rPr kumimoji="0" lang="fa-IR" altLang="en-US" sz="1400" b="0" i="0" u="none" strike="noStrike" cap="none" normalizeH="0" baseline="0">
                <a:ln>
                  <a:noFill/>
                </a:ln>
                <a:solidFill>
                  <a:schemeClr val="tx1"/>
                </a:solidFill>
                <a:effectLst/>
                <a:latin typeface="Arial" panose="020B0604020202020204" pitchFamily="34" charset="0"/>
              </a:rPr>
              <a:t> </a:t>
            </a:r>
            <a:r>
              <a:rPr kumimoji="0" lang="ar-SA" altLang="en-US" sz="1400" b="0" i="0" u="none" strike="noStrike" cap="none" normalizeH="0" baseline="0">
                <a:ln>
                  <a:noFill/>
                </a:ln>
                <a:solidFill>
                  <a:schemeClr val="tx1"/>
                </a:solidFill>
                <a:effectLst/>
                <a:latin typeface="Arial" panose="020B0604020202020204" pitchFamily="34" charset="0"/>
                <a:cs typeface="Arial" panose="020B0604020202020204" pitchFamily="34" charset="0"/>
              </a:rPr>
              <a:t>نیاز به مرحله آموزش ندارد</a:t>
            </a:r>
            <a:r>
              <a:rPr kumimoji="0" lang="en-US" altLang="en-US" sz="1400" b="0" i="0" u="none" strike="noStrike" cap="none" normalizeH="0" baseline="0">
                <a:ln>
                  <a:noFill/>
                </a:ln>
                <a:solidFill>
                  <a:schemeClr val="tx1"/>
                </a:solidFill>
                <a:effectLst/>
                <a:latin typeface="Arial" panose="020B0604020202020204" pitchFamily="34" charset="0"/>
              </a:rPr>
              <a:t>.</a:t>
            </a:r>
            <a:endParaRPr kumimoji="0" lang="fa-IR" altLang="en-US" sz="1400" b="0" i="0" u="none" strike="noStrike" cap="none" normalizeH="0" baseline="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tabLst/>
            </a:pPr>
            <a:endParaRPr lang="fa-IR" altLang="en-US">
              <a:solidFill>
                <a:schemeClr val="tx1"/>
              </a:solidFill>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tabLst/>
            </a:pPr>
            <a:r>
              <a:rPr kumimoji="0" lang="en-US" altLang="en-US" sz="1300" b="0" i="0" u="none" strike="noStrike" cap="none" normalizeH="0" baseline="0">
                <a:ln>
                  <a:noFill/>
                </a:ln>
                <a:solidFill>
                  <a:schemeClr val="tx1"/>
                </a:solidFill>
                <a:effectLst/>
                <a:latin typeface="Arial" panose="020B0604020202020204" pitchFamily="34" charset="0"/>
              </a:rPr>
              <a:t>KNN</a:t>
            </a:r>
            <a:r>
              <a:rPr kumimoji="0" lang="fa-IR" altLang="en-US" sz="1400" b="0" i="0" u="none" strike="noStrike" cap="none" normalizeH="0" baseline="0">
                <a:ln>
                  <a:noFill/>
                </a:ln>
                <a:solidFill>
                  <a:schemeClr val="tx1"/>
                </a:solidFill>
                <a:effectLst/>
                <a:latin typeface="Arial" panose="020B0604020202020204" pitchFamily="34" charset="0"/>
              </a:rPr>
              <a:t> نیاز محاسباتی زیادی برای سیستم دارد(محاسبه فواصل) و برای پروژه های بزرگ بهترین انتخاب نیست.</a:t>
            </a:r>
          </a:p>
          <a:p>
            <a:pPr marL="0" marR="0" lvl="0" indent="0" algn="r" defTabSz="914400" rtl="1" eaLnBrk="0" fontAlgn="base" latinLnBrk="0" hangingPunct="0">
              <a:lnSpc>
                <a:spcPct val="100000"/>
              </a:lnSpc>
              <a:spcBef>
                <a:spcPct val="0"/>
              </a:spcBef>
              <a:spcAft>
                <a:spcPct val="0"/>
              </a:spcAft>
              <a:buClrTx/>
              <a:buSzTx/>
              <a:tabLst/>
            </a:pPr>
            <a:r>
              <a:rPr lang="fa-IR" altLang="en-US">
                <a:solidFill>
                  <a:schemeClr val="tx1"/>
                </a:solidFill>
                <a:latin typeface="Arial" panose="020B0604020202020204" pitchFamily="34" charset="0"/>
              </a:rPr>
              <a:t>در </a:t>
            </a:r>
            <a:r>
              <a:rPr lang="en-US" altLang="en-US">
                <a:solidFill>
                  <a:schemeClr val="tx1"/>
                </a:solidFill>
                <a:latin typeface="Arial" panose="020B0604020202020204" pitchFamily="34" charset="0"/>
              </a:rPr>
              <a:t> </a:t>
            </a:r>
            <a:r>
              <a:rPr lang="en-US" altLang="en-US" sz="1300">
                <a:solidFill>
                  <a:schemeClr val="tx1"/>
                </a:solidFill>
                <a:latin typeface="Arial" panose="020B0604020202020204" pitchFamily="34" charset="0"/>
              </a:rPr>
              <a:t>KNN</a:t>
            </a:r>
            <a:r>
              <a:rPr lang="fa-IR" altLang="en-US">
                <a:solidFill>
                  <a:schemeClr val="tx1"/>
                </a:solidFill>
                <a:latin typeface="Arial" panose="020B0604020202020204" pitchFamily="34" charset="0"/>
              </a:rPr>
              <a:t>نرمال سازی قبل از شروع مرحله تحلیل بسیار اهمیت پیدا می‌کند.</a:t>
            </a:r>
          </a:p>
          <a:p>
            <a:pPr marL="0" marR="0" lvl="0" indent="0" algn="r" defTabSz="914400" rtl="1" eaLnBrk="0" fontAlgn="base" latinLnBrk="0" hangingPunct="0">
              <a:lnSpc>
                <a:spcPct val="100000"/>
              </a:lnSpc>
              <a:spcBef>
                <a:spcPct val="0"/>
              </a:spcBef>
              <a:spcAft>
                <a:spcPct val="0"/>
              </a:spcAft>
              <a:buClrTx/>
              <a:buSzTx/>
              <a:tabLst/>
            </a:pPr>
            <a:endParaRPr kumimoji="0" lang="fa-IR" altLang="en-US" sz="1400" b="0" i="0" u="none" strike="noStrike" cap="none" normalizeH="0" baseline="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tabLst/>
            </a:pPr>
            <a:r>
              <a:rPr lang="fa-IR" altLang="en-US">
                <a:solidFill>
                  <a:schemeClr val="tx1"/>
                </a:solidFill>
                <a:latin typeface="Arial" panose="020B0604020202020204" pitchFamily="34" charset="0"/>
              </a:rPr>
              <a:t>اگر متغیر</a:t>
            </a:r>
            <a:r>
              <a:rPr lang="en-US" altLang="en-US" sz="1300">
                <a:solidFill>
                  <a:schemeClr val="tx1"/>
                </a:solidFill>
                <a:latin typeface="Arial" panose="020B0604020202020204" pitchFamily="34" charset="0"/>
              </a:rPr>
              <a:t>K</a:t>
            </a:r>
            <a:r>
              <a:rPr lang="fa-IR" altLang="en-US">
                <a:solidFill>
                  <a:schemeClr val="tx1"/>
                </a:solidFill>
                <a:latin typeface="Arial" panose="020B0604020202020204" pitchFamily="34" charset="0"/>
              </a:rPr>
              <a:t> در مدل بسیار کوچک باشد، می‌تواند باعث نویز شود و </a:t>
            </a:r>
            <a:r>
              <a:rPr lang="en-US" altLang="en-US">
                <a:solidFill>
                  <a:schemeClr val="tx1"/>
                </a:solidFill>
                <a:latin typeface="Arial" panose="020B0604020202020204" pitchFamily="34" charset="0"/>
              </a:rPr>
              <a:t> </a:t>
            </a:r>
            <a:r>
              <a:rPr lang="en-US" altLang="en-US" sz="1300">
                <a:solidFill>
                  <a:schemeClr val="tx1"/>
                </a:solidFill>
                <a:latin typeface="Arial" panose="020B0604020202020204" pitchFamily="34" charset="0"/>
              </a:rPr>
              <a:t>overfitting</a:t>
            </a:r>
            <a:r>
              <a:rPr lang="fa-IR" altLang="en-US">
                <a:solidFill>
                  <a:schemeClr val="tx1"/>
                </a:solidFill>
                <a:latin typeface="Arial" panose="020B0604020202020204" pitchFamily="34" charset="0"/>
              </a:rPr>
              <a:t> رخ دهد.</a:t>
            </a:r>
          </a:p>
          <a:p>
            <a:pPr marL="0" marR="0" lvl="0" indent="0" algn="r" defTabSz="914400" rtl="1" eaLnBrk="0" fontAlgn="base" latinLnBrk="0" hangingPunct="0">
              <a:lnSpc>
                <a:spcPct val="100000"/>
              </a:lnSpc>
              <a:spcBef>
                <a:spcPct val="0"/>
              </a:spcBef>
              <a:spcAft>
                <a:spcPct val="0"/>
              </a:spcAft>
              <a:buClrTx/>
              <a:buSzTx/>
              <a:tabLst/>
            </a:pPr>
            <a:r>
              <a:rPr kumimoji="0" lang="fa-IR" altLang="en-US" sz="1400" b="0" i="0" u="none" strike="noStrike" cap="none" normalizeH="0" baseline="0">
                <a:ln>
                  <a:noFill/>
                </a:ln>
                <a:solidFill>
                  <a:schemeClr val="tx1"/>
                </a:solidFill>
                <a:effectLst/>
                <a:latin typeface="Arial" panose="020B0604020202020204" pitchFamily="34" charset="0"/>
              </a:rPr>
              <a:t>اگر </a:t>
            </a:r>
            <a:r>
              <a:rPr lang="fa-IR" altLang="en-US">
                <a:solidFill>
                  <a:schemeClr val="tx1"/>
                </a:solidFill>
                <a:latin typeface="Arial" panose="020B0604020202020204" pitchFamily="34" charset="0"/>
              </a:rPr>
              <a:t>متغیر</a:t>
            </a:r>
            <a:r>
              <a:rPr lang="en-US" altLang="en-US" sz="1300">
                <a:solidFill>
                  <a:schemeClr val="tx1"/>
                </a:solidFill>
                <a:latin typeface="Arial" panose="020B0604020202020204" pitchFamily="34" charset="0"/>
              </a:rPr>
              <a:t>K</a:t>
            </a:r>
            <a:r>
              <a:rPr lang="fa-IR" altLang="en-US">
                <a:solidFill>
                  <a:schemeClr val="tx1"/>
                </a:solidFill>
                <a:latin typeface="Arial" panose="020B0604020202020204" pitchFamily="34" charset="0"/>
              </a:rPr>
              <a:t> در مدل بسیار بزرگ باشد، </a:t>
            </a:r>
            <a:r>
              <a:rPr lang="fa-IR"/>
              <a:t>مدل ممکن است خیلی عمومی شده و نتایج دقیقی ندهد.</a:t>
            </a:r>
          </a:p>
          <a:p>
            <a:pPr marL="0" marR="0" lvl="0" indent="0" algn="r" defTabSz="914400" rtl="1" eaLnBrk="0" fontAlgn="base" latinLnBrk="0" hangingPunct="0">
              <a:lnSpc>
                <a:spcPct val="100000"/>
              </a:lnSpc>
              <a:spcBef>
                <a:spcPct val="0"/>
              </a:spcBef>
              <a:spcAft>
                <a:spcPct val="0"/>
              </a:spcAft>
              <a:buClrTx/>
              <a:buSzTx/>
              <a:tabLst/>
            </a:pPr>
            <a:r>
              <a:rPr lang="en-US" altLang="en-US" sz="1300">
                <a:solidFill>
                  <a:schemeClr val="tx1"/>
                </a:solidFill>
                <a:latin typeface="Arial" panose="020B0604020202020204" pitchFamily="34" charset="0"/>
              </a:rPr>
              <a:t>(underfitting)</a:t>
            </a:r>
            <a:endParaRPr kumimoji="0" lang="en-US" altLang="en-US" sz="1300" b="0" i="0" u="none" strike="noStrike" cap="none" normalizeH="0" baseline="0">
              <a:ln>
                <a:noFill/>
              </a:ln>
              <a:solidFill>
                <a:schemeClr val="tx1"/>
              </a:solidFill>
              <a:effectLst/>
              <a:latin typeface="Arial" panose="020B0604020202020204" pitchFamily="34" charset="0"/>
            </a:endParaRPr>
          </a:p>
          <a:p>
            <a:pPr algn="r" rtl="1">
              <a:buNone/>
            </a:pPr>
            <a:endParaRPr lang="fa-IR"/>
          </a:p>
          <a:p>
            <a:pPr algn="r" rtl="1">
              <a:buNone/>
            </a:pPr>
            <a:r>
              <a:rPr lang="fa-IR" sz="1600">
                <a:solidFill>
                  <a:schemeClr val="accent3"/>
                </a:solidFill>
                <a:cs typeface="Mitra" panose="00000400000000000000" pitchFamily="2" charset="-78"/>
              </a:rPr>
              <a:t>*نکته :</a:t>
            </a:r>
            <a:endParaRPr lang="fa-IR" sz="1150">
              <a:solidFill>
                <a:schemeClr val="accent3"/>
              </a:solidFill>
              <a:cs typeface="Mitra" panose="00000400000000000000" pitchFamily="2" charset="-78"/>
            </a:endParaRPr>
          </a:p>
          <a:p>
            <a:pPr algn="r" rtl="1">
              <a:buNone/>
            </a:pPr>
            <a:r>
              <a:rPr lang="en-US" sz="1150" b="1"/>
              <a:t>overfitting</a:t>
            </a:r>
            <a:r>
              <a:rPr lang="fa-IR" sz="1150" b="1"/>
              <a:t>(سازگاری بیش از حد):</a:t>
            </a:r>
            <a:r>
              <a:rPr lang="fa-IR" sz="1150"/>
              <a:t>وقتی مدل یادگیری ماشین به شدت به داده‌های آموزشی فیت می‌شود و</a:t>
            </a:r>
            <a:r>
              <a:rPr lang="fa-IR" sz="1150" b="1"/>
              <a:t>جزئیات</a:t>
            </a:r>
          </a:p>
          <a:p>
            <a:pPr algn="r" rtl="1">
              <a:spcAft>
                <a:spcPts val="600"/>
              </a:spcAft>
            </a:pPr>
            <a:r>
              <a:rPr lang="fa-IR" sz="1150" b="1"/>
              <a:t> و نویز</a:t>
            </a:r>
            <a:r>
              <a:rPr lang="fa-IR" sz="1150"/>
              <a:t> آن‌ها را یاد می‌گیرد، این باعث می‌شود که مدل در داده‌های جدید یا آزمایشی عملکرد ضعیفی داشته باشد.</a:t>
            </a:r>
          </a:p>
          <a:p>
            <a:pPr algn="r" rtl="1"/>
            <a:r>
              <a:rPr lang="en-US" sz="1150" b="1"/>
              <a:t>Underfitting </a:t>
            </a:r>
            <a:r>
              <a:rPr lang="fa-IR" sz="1150" b="1"/>
              <a:t>(سازگاری کمتر از حد): </a:t>
            </a:r>
            <a:r>
              <a:rPr lang="fa-IR" sz="1150"/>
              <a:t>زمانی که مدل نتواسته است به اندازه کافی از داده‌ها یاد بگیرد و قادر به</a:t>
            </a:r>
          </a:p>
          <a:p>
            <a:pPr algn="r" rtl="1"/>
            <a:r>
              <a:rPr lang="fa-IR" sz="1150"/>
              <a:t> شبیه‌سازی روابط واقعی بین ورودی‌ها و خروجی‌ها نیست؛ در این صورت دقت مدل در پیش‌بینی‌ها پایین است.</a:t>
            </a:r>
          </a:p>
          <a:p>
            <a:pPr algn="r" rtl="1">
              <a:buNone/>
            </a:pPr>
            <a:endParaRPr lang="en-US"/>
          </a:p>
        </p:txBody>
      </p:sp>
    </p:spTree>
    <p:extLst>
      <p:ext uri="{BB962C8B-B14F-4D97-AF65-F5344CB8AC3E}">
        <p14:creationId xmlns:p14="http://schemas.microsoft.com/office/powerpoint/2010/main" val="235700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1FBC8"/>
        </a:solidFill>
        <a:effectLst/>
      </p:bgPr>
    </p:bg>
    <p:spTree>
      <p:nvGrpSpPr>
        <p:cNvPr id="1" name="">
          <a:extLst>
            <a:ext uri="{FF2B5EF4-FFF2-40B4-BE49-F238E27FC236}">
              <a16:creationId xmlns:a16="http://schemas.microsoft.com/office/drawing/2014/main" id="{2DD46005-9C83-5D54-2BDF-CEA8CCF348F2}"/>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6B96F387-A32A-F13C-D7D9-F446506D38EB}"/>
              </a:ext>
            </a:extLst>
          </p:cNvPr>
          <p:cNvSpPr/>
          <p:nvPr/>
        </p:nvSpPr>
        <p:spPr>
          <a:xfrm>
            <a:off x="85725" y="95250"/>
            <a:ext cx="8972550" cy="4953000"/>
          </a:xfrm>
          <a:prstGeom prst="rect">
            <a:avLst/>
          </a:prstGeom>
          <a:solidFill>
            <a:schemeClr val="bg1"/>
          </a:solidFill>
          <a:ln w="571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23" name="Flowchart: Connector 22">
            <a:extLst>
              <a:ext uri="{FF2B5EF4-FFF2-40B4-BE49-F238E27FC236}">
                <a16:creationId xmlns:a16="http://schemas.microsoft.com/office/drawing/2014/main" id="{8328DBFC-3A2C-A893-B5F4-EBEB8A65A1C0}"/>
              </a:ext>
            </a:extLst>
          </p:cNvPr>
          <p:cNvSpPr/>
          <p:nvPr/>
        </p:nvSpPr>
        <p:spPr>
          <a:xfrm>
            <a:off x="8591550" y="267258"/>
            <a:ext cx="323850" cy="294717"/>
          </a:xfrm>
          <a:prstGeom prst="flowChartConnector">
            <a:avLst/>
          </a:prstGeom>
          <a:solidFill>
            <a:schemeClr val="bg1">
              <a:lumMod val="95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DF454BA-572A-6373-4FAA-46BC994C174D}"/>
              </a:ext>
            </a:extLst>
          </p:cNvPr>
          <p:cNvSpPr txBox="1"/>
          <p:nvPr/>
        </p:nvSpPr>
        <p:spPr>
          <a:xfrm>
            <a:off x="8567738" y="264281"/>
            <a:ext cx="447675" cy="307777"/>
          </a:xfrm>
          <a:prstGeom prst="rect">
            <a:avLst/>
          </a:prstGeom>
          <a:noFill/>
        </p:spPr>
        <p:txBody>
          <a:bodyPr wrap="square" rtlCol="0">
            <a:spAutoFit/>
          </a:bodyPr>
          <a:lstStyle/>
          <a:p>
            <a:r>
              <a:rPr lang="en-US" b="1">
                <a:solidFill>
                  <a:schemeClr val="accent3"/>
                </a:solidFill>
              </a:rPr>
              <a:t>04</a:t>
            </a:r>
          </a:p>
        </p:txBody>
      </p:sp>
      <p:sp>
        <p:nvSpPr>
          <p:cNvPr id="32" name="Arc 31">
            <a:extLst>
              <a:ext uri="{FF2B5EF4-FFF2-40B4-BE49-F238E27FC236}">
                <a16:creationId xmlns:a16="http://schemas.microsoft.com/office/drawing/2014/main" id="{7393F7AC-9F1C-F4E6-520A-1EF71749739A}"/>
              </a:ext>
            </a:extLst>
          </p:cNvPr>
          <p:cNvSpPr/>
          <p:nvPr/>
        </p:nvSpPr>
        <p:spPr>
          <a:xfrm>
            <a:off x="1919288" y="2728913"/>
            <a:ext cx="52387" cy="50006"/>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itle 6">
            <a:extLst>
              <a:ext uri="{FF2B5EF4-FFF2-40B4-BE49-F238E27FC236}">
                <a16:creationId xmlns:a16="http://schemas.microsoft.com/office/drawing/2014/main" id="{3B55F5D4-4341-16CB-C842-8CC775B8FBC1}"/>
              </a:ext>
            </a:extLst>
          </p:cNvPr>
          <p:cNvSpPr txBox="1">
            <a:spLocks/>
          </p:cNvSpPr>
          <p:nvPr/>
        </p:nvSpPr>
        <p:spPr>
          <a:xfrm>
            <a:off x="1733551" y="172008"/>
            <a:ext cx="6972300" cy="4852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Fredoka One"/>
              <a:buNone/>
              <a:defRPr sz="2800" b="0" i="0" u="none" strike="noStrike" cap="none">
                <a:solidFill>
                  <a:srgbClr val="FFFFFF"/>
                </a:solidFill>
                <a:latin typeface="Fredoka One"/>
                <a:ea typeface="Fredoka One"/>
                <a:cs typeface="Fredoka One"/>
                <a:sym typeface="Fredoka One"/>
              </a:defRPr>
            </a:lvl1pPr>
            <a:lvl2pPr marR="0" lvl="1"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2pPr>
            <a:lvl3pPr marR="0" lvl="2"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3pPr>
            <a:lvl4pPr marR="0" lvl="3"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4pPr>
            <a:lvl5pPr marR="0" lvl="4"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5pPr>
            <a:lvl6pPr marR="0" lvl="5"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6pPr>
            <a:lvl7pPr marR="0" lvl="6"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7pPr>
            <a:lvl8pPr marR="0" lvl="7"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8pPr>
            <a:lvl9pPr marR="0" lvl="8"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9pPr>
          </a:lstStyle>
          <a:p>
            <a:pPr marL="114300" algn="r" rtl="1"/>
            <a:r>
              <a:rPr lang="en-US" sz="2000">
                <a:solidFill>
                  <a:schemeClr val="accent3"/>
                </a:solidFill>
              </a:rPr>
              <a:t>Support Vector Machine</a:t>
            </a:r>
            <a:r>
              <a:rPr lang="fa-IR" sz="2000">
                <a:solidFill>
                  <a:schemeClr val="accent3"/>
                </a:solidFill>
              </a:rPr>
              <a:t>: </a:t>
            </a:r>
            <a:r>
              <a:rPr lang="fa-IR" sz="2000" b="1">
                <a:solidFill>
                  <a:schemeClr val="accent3"/>
                </a:solidFill>
                <a:latin typeface="Vazir" panose="020B0603030804020204" pitchFamily="34" charset="-78"/>
                <a:cs typeface="Vazir" panose="020B0603030804020204" pitchFamily="34" charset="-78"/>
              </a:rPr>
              <a:t>(</a:t>
            </a:r>
            <a:r>
              <a:rPr lang="en-US" sz="2000">
                <a:solidFill>
                  <a:schemeClr val="accent3"/>
                </a:solidFill>
                <a:latin typeface="Fredoka One"/>
                <a:sym typeface="Raleway"/>
              </a:rPr>
              <a:t> </a:t>
            </a:r>
            <a:r>
              <a:rPr lang="en-US" sz="2000">
                <a:solidFill>
                  <a:schemeClr val="accent3"/>
                </a:solidFill>
              </a:rPr>
              <a:t>(SVM</a:t>
            </a:r>
            <a:endParaRPr lang="fa-IR" sz="2000" b="1">
              <a:solidFill>
                <a:schemeClr val="accent3"/>
              </a:solidFill>
              <a:latin typeface="Vazir" panose="020B0603030804020204" pitchFamily="34" charset="-78"/>
              <a:cs typeface="Vazir" panose="020B0603030804020204" pitchFamily="34" charset="-78"/>
            </a:endParaRPr>
          </a:p>
        </p:txBody>
      </p:sp>
      <p:sp>
        <p:nvSpPr>
          <p:cNvPr id="7" name="TextBox 6">
            <a:extLst>
              <a:ext uri="{FF2B5EF4-FFF2-40B4-BE49-F238E27FC236}">
                <a16:creationId xmlns:a16="http://schemas.microsoft.com/office/drawing/2014/main" id="{3B67803E-857D-A622-9AF6-AED7B6ADA44F}"/>
              </a:ext>
            </a:extLst>
          </p:cNvPr>
          <p:cNvSpPr txBox="1"/>
          <p:nvPr/>
        </p:nvSpPr>
        <p:spPr>
          <a:xfrm>
            <a:off x="1490625" y="609101"/>
            <a:ext cx="7486650" cy="4431983"/>
          </a:xfrm>
          <a:prstGeom prst="rect">
            <a:avLst/>
          </a:prstGeom>
          <a:noFill/>
        </p:spPr>
        <p:txBody>
          <a:bodyPr wrap="square" rtlCol="0">
            <a:spAutoFit/>
          </a:bodyPr>
          <a:lstStyle/>
          <a:p>
            <a:pPr algn="r" rtl="1">
              <a:spcAft>
                <a:spcPts val="800"/>
              </a:spcAft>
              <a:buNone/>
            </a:pPr>
            <a:r>
              <a:rPr lang="en-US"/>
              <a:t> </a:t>
            </a:r>
            <a:r>
              <a:rPr lang="fa-IR"/>
              <a:t>الگوریتم </a:t>
            </a:r>
            <a:r>
              <a:rPr lang="en-US"/>
              <a:t> </a:t>
            </a:r>
            <a:r>
              <a:rPr lang="en-US" sz="1300"/>
              <a:t>SVM</a:t>
            </a:r>
            <a:r>
              <a:rPr lang="en-US"/>
              <a:t> </a:t>
            </a:r>
            <a:r>
              <a:rPr lang="fa-IR"/>
              <a:t>از قوی‌ترین الگوریتم‌های یادگیری ماشین برای </a:t>
            </a:r>
            <a:r>
              <a:rPr lang="fa-IR" b="1"/>
              <a:t>طبقه‌بندی</a:t>
            </a:r>
            <a:r>
              <a:rPr lang="fa-IR"/>
              <a:t> و گاهی رگرسیون است.</a:t>
            </a:r>
            <a:br>
              <a:rPr lang="fa-IR"/>
            </a:br>
            <a:r>
              <a:rPr lang="fa-IR"/>
              <a:t>این مدل به دنبال </a:t>
            </a:r>
            <a:r>
              <a:rPr lang="fa-IR" b="1"/>
              <a:t>یافتن بهترین مرز</a:t>
            </a:r>
            <a:r>
              <a:rPr lang="en-US" b="1"/>
              <a:t> </a:t>
            </a:r>
            <a:r>
              <a:rPr lang="en-US" sz="1300" b="1"/>
              <a:t>(Hyperplane)</a:t>
            </a:r>
            <a:r>
              <a:rPr lang="en-US" sz="1300"/>
              <a:t> </a:t>
            </a:r>
            <a:r>
              <a:rPr lang="fa-IR"/>
              <a:t>است که بتواند </a:t>
            </a:r>
            <a:r>
              <a:rPr lang="fa-IR" b="1"/>
              <a:t>بیشترین فاصله را بین دسته‌های مختلف ایجاد </a:t>
            </a:r>
            <a:r>
              <a:rPr lang="fa-IR"/>
              <a:t>کند.</a:t>
            </a:r>
            <a:endParaRPr lang="en-US"/>
          </a:p>
          <a:p>
            <a:pPr algn="r" rtl="1">
              <a:spcAft>
                <a:spcPts val="800"/>
              </a:spcAft>
            </a:pPr>
            <a:r>
              <a:rPr lang="fa-IR" sz="1400">
                <a:solidFill>
                  <a:schemeClr val="accent3"/>
                </a:solidFill>
                <a:latin typeface="+mj-lt"/>
                <a:cs typeface="B Jadid" panose="00000700000000000000" pitchFamily="2" charset="-78"/>
              </a:rPr>
              <a:t>*</a:t>
            </a:r>
            <a:r>
              <a:rPr lang="fa-IR" sz="1400">
                <a:solidFill>
                  <a:schemeClr val="accent3"/>
                </a:solidFill>
                <a:cs typeface="Mitra" panose="00000400000000000000" pitchFamily="2" charset="-78"/>
              </a:rPr>
              <a:t>نکته</a:t>
            </a:r>
            <a:r>
              <a:rPr lang="fa-IR">
                <a:solidFill>
                  <a:schemeClr val="accent3"/>
                </a:solidFill>
                <a:cs typeface="Mitra" panose="00000400000000000000" pitchFamily="2" charset="-78"/>
              </a:rPr>
              <a:t>:</a:t>
            </a:r>
            <a:r>
              <a:rPr lang="en-US">
                <a:solidFill>
                  <a:schemeClr val="accent3"/>
                </a:solidFill>
                <a:cs typeface="Mitra" panose="00000400000000000000" pitchFamily="2" charset="-78"/>
              </a:rPr>
              <a:t>  </a:t>
            </a:r>
            <a:r>
              <a:rPr lang="en-US" sz="1300"/>
              <a:t>Hyperplane</a:t>
            </a:r>
            <a:r>
              <a:rPr lang="en-US"/>
              <a:t> </a:t>
            </a:r>
            <a:r>
              <a:rPr lang="fa-IR"/>
              <a:t>یک خط یا صفحه فرضی در فضای چند بعدی ویژگی‌هاست که داده‌ها را به بهترین شکل ممکن به دو یا چند کلاس تقسیم می‌کند.</a:t>
            </a:r>
          </a:p>
          <a:p>
            <a:pPr algn="r" rtl="1">
              <a:buNone/>
            </a:pPr>
            <a:r>
              <a:rPr lang="en-US" sz="1300"/>
              <a:t>SVM</a:t>
            </a:r>
            <a:r>
              <a:rPr lang="fa-IR"/>
              <a:t> جز الگوریتم های بانظارت می‌باشد، ورودی ماشین </a:t>
            </a:r>
            <a:r>
              <a:rPr lang="en-US" sz="1300"/>
              <a:t>SVM</a:t>
            </a:r>
            <a:r>
              <a:rPr lang="fa-IR" sz="1300"/>
              <a:t> </a:t>
            </a:r>
            <a:r>
              <a:rPr lang="fa-IR"/>
              <a:t>داده‌های آموزشی شامل ویژگی‌ها</a:t>
            </a:r>
            <a:r>
              <a:rPr lang="en-US"/>
              <a:t> </a:t>
            </a:r>
            <a:r>
              <a:rPr lang="en-US" sz="1300"/>
              <a:t>(Features)</a:t>
            </a:r>
            <a:r>
              <a:rPr lang="en-US"/>
              <a:t> </a:t>
            </a:r>
            <a:r>
              <a:rPr lang="fa-IR"/>
              <a:t>و برچسب‌ها </a:t>
            </a:r>
            <a:r>
              <a:rPr lang="en-US" sz="1300"/>
              <a:t>Labels)</a:t>
            </a:r>
            <a:r>
              <a:rPr lang="fa-IR" sz="1300"/>
              <a:t>)</a:t>
            </a:r>
            <a:r>
              <a:rPr lang="fa-IR"/>
              <a:t> می‌تواند باشد که خروجی به عنوان کلاس گروهی از داده ها به ما می‌دهد.</a:t>
            </a:r>
          </a:p>
          <a:p>
            <a:pPr algn="r" rtl="1">
              <a:buNone/>
            </a:pPr>
            <a:endParaRPr lang="fa-IR"/>
          </a:p>
          <a:p>
            <a:pPr algn="r" rtl="1"/>
            <a:r>
              <a:rPr lang="en-US" sz="1300"/>
              <a:t>🔹</a:t>
            </a:r>
            <a:r>
              <a:rPr lang="fa-IR" sz="1300" b="1"/>
              <a:t> </a:t>
            </a:r>
            <a:r>
              <a:rPr lang="en-US" sz="1300" b="1">
                <a:solidFill>
                  <a:schemeClr val="accent3"/>
                </a:solidFill>
                <a:latin typeface="Vazir" panose="020B0603030804020204" pitchFamily="34" charset="-78"/>
                <a:cs typeface="Vazir" panose="020B0603030804020204" pitchFamily="34" charset="-78"/>
              </a:rPr>
              <a:t>Linear SVM</a:t>
            </a:r>
            <a:r>
              <a:rPr lang="fa-IR" sz="1300" b="1">
                <a:solidFill>
                  <a:schemeClr val="accent3"/>
                </a:solidFill>
                <a:latin typeface="Vazir" panose="020B0603030804020204" pitchFamily="34" charset="-78"/>
                <a:cs typeface="Vazir" panose="020B0603030804020204" pitchFamily="34" charset="-78"/>
              </a:rPr>
              <a:t> (خطی)</a:t>
            </a:r>
          </a:p>
          <a:p>
            <a:pPr algn="r" rtl="1"/>
            <a:r>
              <a:rPr lang="fa-IR" sz="1300" b="1"/>
              <a:t>کاربرد</a:t>
            </a:r>
            <a:r>
              <a:rPr lang="fa-IR" sz="1300"/>
              <a:t>: زمانی که داده‌ها به صورت </a:t>
            </a:r>
            <a:r>
              <a:rPr lang="fa-IR" sz="1300" b="1"/>
              <a:t>خطی</a:t>
            </a:r>
            <a:r>
              <a:rPr lang="fa-IR" sz="1300"/>
              <a:t>(دو بعدی) </a:t>
            </a:r>
            <a:r>
              <a:rPr lang="fa-IR" sz="1300" b="1"/>
              <a:t>قابل تفکیک</a:t>
            </a:r>
            <a:r>
              <a:rPr lang="fa-IR" sz="1300"/>
              <a:t> هستند.</a:t>
            </a:r>
          </a:p>
          <a:p>
            <a:pPr algn="r" rtl="1"/>
            <a:r>
              <a:rPr lang="fa-IR" sz="1300" b="1"/>
              <a:t>ورودی: </a:t>
            </a:r>
            <a:r>
              <a:rPr lang="fa-IR" sz="1300"/>
              <a:t>ویژگی‌های عددی دوبعدی یا بیشتر</a:t>
            </a:r>
          </a:p>
          <a:p>
            <a:pPr algn="r" rtl="1">
              <a:spcAft>
                <a:spcPts val="1500"/>
              </a:spcAft>
            </a:pPr>
            <a:r>
              <a:rPr lang="fa-IR" sz="1300" b="1"/>
              <a:t>خروجی</a:t>
            </a:r>
            <a:r>
              <a:rPr lang="fa-IR" sz="1300"/>
              <a:t>: مرز تصمیم‌گیری خطی بین کلاس‌ها</a:t>
            </a:r>
          </a:p>
          <a:p>
            <a:pPr algn="r" rtl="1"/>
            <a:endParaRPr lang="fa-IR"/>
          </a:p>
          <a:p>
            <a:pPr algn="r" rtl="1"/>
            <a:r>
              <a:rPr lang="en-US" sz="1300" b="1">
                <a:solidFill>
                  <a:schemeClr val="accent3"/>
                </a:solidFill>
                <a:latin typeface="Vazir" panose="020B0603030804020204" pitchFamily="34" charset="-78"/>
                <a:cs typeface="Vazir" panose="020B0603030804020204" pitchFamily="34" charset="-78"/>
              </a:rPr>
              <a:t>Non-linear Kernel SVM 🔹</a:t>
            </a:r>
            <a:r>
              <a:rPr lang="fa-IR" sz="1300" b="1">
                <a:solidFill>
                  <a:schemeClr val="accent3"/>
                </a:solidFill>
                <a:latin typeface="Vazir" panose="020B0603030804020204" pitchFamily="34" charset="-78"/>
                <a:cs typeface="Vazir" panose="020B0603030804020204" pitchFamily="34" charset="-78"/>
              </a:rPr>
              <a:t> (غیرخطی با کرنل)</a:t>
            </a:r>
          </a:p>
          <a:p>
            <a:pPr algn="r" rtl="1"/>
            <a:r>
              <a:rPr lang="fa-IR" b="1"/>
              <a:t>کاربرد</a:t>
            </a:r>
            <a:r>
              <a:rPr lang="fa-IR"/>
              <a:t>: برای </a:t>
            </a:r>
            <a:r>
              <a:rPr lang="fa-IR" b="1"/>
              <a:t>داده‌های پیچیده و غیرخطی، </a:t>
            </a:r>
            <a:r>
              <a:rPr lang="fa-IR" sz="1300"/>
              <a:t>زمانی‌ که داده‌های ما به‌صورت </a:t>
            </a:r>
          </a:p>
          <a:p>
            <a:pPr algn="r" rtl="1"/>
            <a:r>
              <a:rPr lang="fa-IR" sz="1300"/>
              <a:t>خطی قابل تفکیک نیستند (یعنی نمی‌توان یک خط یا صفحه صاف کشید که کلاس‌ها را جدا کند)</a:t>
            </a:r>
          </a:p>
          <a:p>
            <a:pPr algn="r" rtl="1"/>
            <a:r>
              <a:rPr lang="fa-IR" b="1"/>
              <a:t>ورودی</a:t>
            </a:r>
            <a:r>
              <a:rPr lang="fa-IR"/>
              <a:t>: ویژگی‌های عددی به علاوه انتخاب کرنل مناسب</a:t>
            </a:r>
          </a:p>
          <a:p>
            <a:pPr algn="r" rtl="1"/>
            <a:r>
              <a:rPr lang="fa-IR" b="1"/>
              <a:t>خروجی</a:t>
            </a:r>
            <a:r>
              <a:rPr lang="fa-IR"/>
              <a:t>: مدل آموزش‌دیده‌ای که می‌تواند نمونه‌های جدید را در کلاس مناسب دسته‌بندی کند،</a:t>
            </a:r>
          </a:p>
          <a:p>
            <a:pPr algn="r" rtl="1"/>
            <a:r>
              <a:rPr lang="fa-IR"/>
              <a:t>حتی اگر کلاس‌ها به صورت غیرخطی جدا شده باشند.</a:t>
            </a:r>
          </a:p>
        </p:txBody>
      </p:sp>
      <p:sp>
        <p:nvSpPr>
          <p:cNvPr id="8" name="TextBox 7">
            <a:extLst>
              <a:ext uri="{FF2B5EF4-FFF2-40B4-BE49-F238E27FC236}">
                <a16:creationId xmlns:a16="http://schemas.microsoft.com/office/drawing/2014/main" id="{EC886650-29D0-EB29-6FE7-EE6CAAED6F2C}"/>
              </a:ext>
            </a:extLst>
          </p:cNvPr>
          <p:cNvSpPr txBox="1"/>
          <p:nvPr/>
        </p:nvSpPr>
        <p:spPr>
          <a:xfrm>
            <a:off x="339711" y="2094074"/>
            <a:ext cx="4148063" cy="1369606"/>
          </a:xfrm>
          <a:prstGeom prst="rect">
            <a:avLst/>
          </a:prstGeom>
          <a:noFill/>
        </p:spPr>
        <p:txBody>
          <a:bodyPr wrap="square" rtlCol="0">
            <a:spAutoFit/>
          </a:bodyPr>
          <a:lstStyle/>
          <a:p>
            <a:pPr algn="r" rtl="1"/>
            <a:endParaRPr lang="fa-IR"/>
          </a:p>
          <a:p>
            <a:pPr algn="r" rtl="1"/>
            <a:r>
              <a:rPr lang="en-US" sz="1300" b="1">
                <a:solidFill>
                  <a:schemeClr val="accent3"/>
                </a:solidFill>
                <a:latin typeface="Vazir" panose="020B0603030804020204" pitchFamily="34" charset="-78"/>
                <a:cs typeface="Vazir" panose="020B0603030804020204" pitchFamily="34" charset="-78"/>
              </a:rPr>
              <a:t>Multiclass SVM 🔹</a:t>
            </a:r>
            <a:r>
              <a:rPr lang="fa-IR" sz="1300" b="1">
                <a:solidFill>
                  <a:schemeClr val="accent3"/>
                </a:solidFill>
                <a:latin typeface="Vazir" panose="020B0603030804020204" pitchFamily="34" charset="-78"/>
                <a:cs typeface="Vazir" panose="020B0603030804020204" pitchFamily="34" charset="-78"/>
              </a:rPr>
              <a:t> (چندکلاسه)</a:t>
            </a:r>
          </a:p>
          <a:p>
            <a:pPr algn="r"/>
            <a:r>
              <a:rPr lang="fa-IR" b="1"/>
              <a:t>کاربرد</a:t>
            </a:r>
            <a:r>
              <a:rPr lang="fa-IR"/>
              <a:t>: زمانی که بیش از دو کلاس وجود دارد</a:t>
            </a:r>
          </a:p>
          <a:p>
            <a:pPr algn="r" rtl="1"/>
            <a:r>
              <a:rPr lang="fa-IR" b="1"/>
              <a:t>ورودی</a:t>
            </a:r>
            <a:r>
              <a:rPr lang="fa-IR"/>
              <a:t>: داده‌های لیبل گزاری شده با بیش از دو کلاس</a:t>
            </a:r>
          </a:p>
          <a:p>
            <a:pPr algn="r" rtl="1"/>
            <a:r>
              <a:rPr lang="fa-IR" b="1"/>
              <a:t>خروجی</a:t>
            </a:r>
            <a:r>
              <a:rPr lang="fa-IR"/>
              <a:t>: پیش‌بینی کلاس نهایی با ترکیب چند مدل باینری</a:t>
            </a:r>
          </a:p>
          <a:p>
            <a:pPr algn="r" rtl="1"/>
            <a:r>
              <a:rPr lang="fa-IR" sz="1300"/>
              <a:t>(</a:t>
            </a:r>
            <a:r>
              <a:rPr lang="en-US" sz="1300"/>
              <a:t>One-vs-Rest</a:t>
            </a:r>
            <a:r>
              <a:rPr lang="fa-IR" sz="1300"/>
              <a:t>یا </a:t>
            </a:r>
            <a:r>
              <a:rPr lang="en-US" sz="1300"/>
              <a:t>One-vs-One</a:t>
            </a:r>
            <a:r>
              <a:rPr lang="fa-IR" sz="1300"/>
              <a:t>)</a:t>
            </a:r>
            <a:endParaRPr lang="en-US" sz="1300"/>
          </a:p>
        </p:txBody>
      </p:sp>
      <p:cxnSp>
        <p:nvCxnSpPr>
          <p:cNvPr id="10" name="Straight Connector 9">
            <a:extLst>
              <a:ext uri="{FF2B5EF4-FFF2-40B4-BE49-F238E27FC236}">
                <a16:creationId xmlns:a16="http://schemas.microsoft.com/office/drawing/2014/main" id="{8D25FF8F-A14D-A438-DDB8-9206D01D7948}"/>
              </a:ext>
            </a:extLst>
          </p:cNvPr>
          <p:cNvCxnSpPr/>
          <p:nvPr/>
        </p:nvCxnSpPr>
        <p:spPr>
          <a:xfrm flipH="1" flipV="1">
            <a:off x="900649" y="2213816"/>
            <a:ext cx="7965520" cy="48126"/>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026" name="Picture 2">
            <a:extLst>
              <a:ext uri="{FF2B5EF4-FFF2-40B4-BE49-F238E27FC236}">
                <a16:creationId xmlns:a16="http://schemas.microsoft.com/office/drawing/2014/main" id="{4112E263-3388-E049-2586-C9865DA963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456" y="3234208"/>
            <a:ext cx="1764100" cy="168309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3CF178D-1CC8-A288-280B-F255026295E2}"/>
              </a:ext>
            </a:extLst>
          </p:cNvPr>
          <p:cNvSpPr txBox="1"/>
          <p:nvPr/>
        </p:nvSpPr>
        <p:spPr>
          <a:xfrm>
            <a:off x="1744856" y="4486416"/>
            <a:ext cx="1337771" cy="430887"/>
          </a:xfrm>
          <a:prstGeom prst="rect">
            <a:avLst/>
          </a:prstGeom>
          <a:noFill/>
        </p:spPr>
        <p:txBody>
          <a:bodyPr wrap="square" rtlCol="0">
            <a:spAutoFit/>
          </a:bodyPr>
          <a:lstStyle/>
          <a:p>
            <a:pPr algn="ctr" rtl="1"/>
            <a:r>
              <a:rPr lang="fa-IR" sz="1100"/>
              <a:t>شبیه‌ساز یک مدل </a:t>
            </a:r>
            <a:r>
              <a:rPr lang="en-US" sz="1000"/>
              <a:t>SVM</a:t>
            </a:r>
            <a:r>
              <a:rPr lang="fa-IR" sz="1100"/>
              <a:t> در فضای سه بعدی</a:t>
            </a:r>
            <a:endParaRPr lang="en-US" sz="1100"/>
          </a:p>
        </p:txBody>
      </p:sp>
    </p:spTree>
    <p:extLst>
      <p:ext uri="{BB962C8B-B14F-4D97-AF65-F5344CB8AC3E}">
        <p14:creationId xmlns:p14="http://schemas.microsoft.com/office/powerpoint/2010/main" val="3173920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1FBC8"/>
        </a:solidFill>
        <a:effectLst/>
      </p:bgPr>
    </p:bg>
    <p:spTree>
      <p:nvGrpSpPr>
        <p:cNvPr id="1" name="">
          <a:extLst>
            <a:ext uri="{FF2B5EF4-FFF2-40B4-BE49-F238E27FC236}">
              <a16:creationId xmlns:a16="http://schemas.microsoft.com/office/drawing/2014/main" id="{6AA968ED-77CB-3409-1F0E-B3E06F52702A}"/>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99F7BD38-8251-D5B9-5960-326AC7418254}"/>
              </a:ext>
            </a:extLst>
          </p:cNvPr>
          <p:cNvSpPr/>
          <p:nvPr/>
        </p:nvSpPr>
        <p:spPr>
          <a:xfrm>
            <a:off x="85725" y="95250"/>
            <a:ext cx="8972550" cy="4953000"/>
          </a:xfrm>
          <a:prstGeom prst="rect">
            <a:avLst/>
          </a:prstGeom>
          <a:solidFill>
            <a:schemeClr val="bg1"/>
          </a:solidFill>
          <a:ln w="571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22" name="Title 6">
            <a:extLst>
              <a:ext uri="{FF2B5EF4-FFF2-40B4-BE49-F238E27FC236}">
                <a16:creationId xmlns:a16="http://schemas.microsoft.com/office/drawing/2014/main" id="{152EA0C4-B507-E301-4247-312F8F4783E3}"/>
              </a:ext>
            </a:extLst>
          </p:cNvPr>
          <p:cNvSpPr txBox="1">
            <a:spLocks/>
          </p:cNvSpPr>
          <p:nvPr/>
        </p:nvSpPr>
        <p:spPr>
          <a:xfrm>
            <a:off x="1733551" y="172008"/>
            <a:ext cx="6972300" cy="4852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Fredoka One"/>
              <a:buNone/>
              <a:defRPr sz="2800" b="0" i="0" u="none" strike="noStrike" cap="none">
                <a:solidFill>
                  <a:srgbClr val="FFFFFF"/>
                </a:solidFill>
                <a:latin typeface="Fredoka One"/>
                <a:ea typeface="Fredoka One"/>
                <a:cs typeface="Fredoka One"/>
                <a:sym typeface="Fredoka One"/>
              </a:defRPr>
            </a:lvl1pPr>
            <a:lvl2pPr marR="0" lvl="1"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2pPr>
            <a:lvl3pPr marR="0" lvl="2"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3pPr>
            <a:lvl4pPr marR="0" lvl="3"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4pPr>
            <a:lvl5pPr marR="0" lvl="4"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5pPr>
            <a:lvl6pPr marR="0" lvl="5"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6pPr>
            <a:lvl7pPr marR="0" lvl="6"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7pPr>
            <a:lvl8pPr marR="0" lvl="7"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8pPr>
            <a:lvl9pPr marR="0" lvl="8"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9pPr>
          </a:lstStyle>
          <a:p>
            <a:pPr marL="114300" algn="r" rtl="1"/>
            <a:r>
              <a:rPr lang="fa-IR" sz="2000" b="1">
                <a:solidFill>
                  <a:schemeClr val="accent3"/>
                </a:solidFill>
                <a:latin typeface="Vazir" panose="020B0603030804020204" pitchFamily="34" charset="-78"/>
                <a:cs typeface="Vazir" panose="020B0603030804020204" pitchFamily="34" charset="-78"/>
              </a:rPr>
              <a:t>خوشه‌بندی: (</a:t>
            </a:r>
            <a:r>
              <a:rPr lang="en-US" sz="2000">
                <a:solidFill>
                  <a:schemeClr val="accent3"/>
                </a:solidFill>
                <a:latin typeface="Fredoka One"/>
                <a:sym typeface="Raleway"/>
              </a:rPr>
              <a:t> </a:t>
            </a:r>
            <a:r>
              <a:rPr lang="en-US" sz="2000">
                <a:solidFill>
                  <a:schemeClr val="accent3"/>
                </a:solidFill>
              </a:rPr>
              <a:t>(Clustring</a:t>
            </a:r>
            <a:endParaRPr lang="en-US" sz="2000">
              <a:solidFill>
                <a:schemeClr val="accent3"/>
              </a:solidFill>
              <a:latin typeface="Fredoka One"/>
            </a:endParaRPr>
          </a:p>
          <a:p>
            <a:pPr marL="114300" algn="r" rtl="1"/>
            <a:endParaRPr lang="fa-IR" sz="2000" b="1">
              <a:solidFill>
                <a:schemeClr val="accent3"/>
              </a:solidFill>
              <a:latin typeface="Vazir" panose="020B0603030804020204" pitchFamily="34" charset="-78"/>
              <a:cs typeface="Vazir" panose="020B0603030804020204" pitchFamily="34" charset="-78"/>
            </a:endParaRPr>
          </a:p>
        </p:txBody>
      </p:sp>
      <p:sp>
        <p:nvSpPr>
          <p:cNvPr id="23" name="Flowchart: Connector 22">
            <a:extLst>
              <a:ext uri="{FF2B5EF4-FFF2-40B4-BE49-F238E27FC236}">
                <a16:creationId xmlns:a16="http://schemas.microsoft.com/office/drawing/2014/main" id="{8532B992-68E3-C9F8-F57D-555718D8C81D}"/>
              </a:ext>
            </a:extLst>
          </p:cNvPr>
          <p:cNvSpPr/>
          <p:nvPr/>
        </p:nvSpPr>
        <p:spPr>
          <a:xfrm>
            <a:off x="8591550" y="267258"/>
            <a:ext cx="323850" cy="294717"/>
          </a:xfrm>
          <a:prstGeom prst="flowChartConnector">
            <a:avLst/>
          </a:prstGeom>
          <a:solidFill>
            <a:schemeClr val="bg1">
              <a:lumMod val="95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77EE4D0-BC0D-B518-921C-2553F1C33788}"/>
              </a:ext>
            </a:extLst>
          </p:cNvPr>
          <p:cNvSpPr txBox="1"/>
          <p:nvPr/>
        </p:nvSpPr>
        <p:spPr>
          <a:xfrm>
            <a:off x="8567738" y="264281"/>
            <a:ext cx="447675" cy="307777"/>
          </a:xfrm>
          <a:prstGeom prst="rect">
            <a:avLst/>
          </a:prstGeom>
          <a:noFill/>
        </p:spPr>
        <p:txBody>
          <a:bodyPr wrap="square" rtlCol="0">
            <a:spAutoFit/>
          </a:bodyPr>
          <a:lstStyle/>
          <a:p>
            <a:r>
              <a:rPr lang="en-US" b="1">
                <a:solidFill>
                  <a:schemeClr val="accent3"/>
                </a:solidFill>
              </a:rPr>
              <a:t>05</a:t>
            </a:r>
          </a:p>
        </p:txBody>
      </p:sp>
      <p:sp>
        <p:nvSpPr>
          <p:cNvPr id="32" name="Arc 31">
            <a:extLst>
              <a:ext uri="{FF2B5EF4-FFF2-40B4-BE49-F238E27FC236}">
                <a16:creationId xmlns:a16="http://schemas.microsoft.com/office/drawing/2014/main" id="{4242FD97-2C39-374E-BEB3-4D437B7B4750}"/>
              </a:ext>
            </a:extLst>
          </p:cNvPr>
          <p:cNvSpPr/>
          <p:nvPr/>
        </p:nvSpPr>
        <p:spPr>
          <a:xfrm>
            <a:off x="1919288" y="2728913"/>
            <a:ext cx="52387" cy="50006"/>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F05573FF-7184-FFB0-8E0F-B312D3ABADE5}"/>
              </a:ext>
            </a:extLst>
          </p:cNvPr>
          <p:cNvSpPr txBox="1"/>
          <p:nvPr/>
        </p:nvSpPr>
        <p:spPr>
          <a:xfrm>
            <a:off x="1476376" y="292594"/>
            <a:ext cx="7486650" cy="2349361"/>
          </a:xfrm>
          <a:prstGeom prst="rect">
            <a:avLst/>
          </a:prstGeom>
          <a:noFill/>
        </p:spPr>
        <p:txBody>
          <a:bodyPr wrap="square" rtlCol="0">
            <a:spAutoFit/>
          </a:bodyPr>
          <a:lstStyle/>
          <a:p>
            <a:pPr algn="r" rtl="1">
              <a:spcAft>
                <a:spcPts val="800"/>
              </a:spcAft>
              <a:buNone/>
            </a:pPr>
            <a:r>
              <a:rPr lang="en-US"/>
              <a:t> </a:t>
            </a:r>
          </a:p>
          <a:p>
            <a:pPr algn="r" rtl="1">
              <a:buNone/>
            </a:pPr>
            <a:r>
              <a:rPr lang="fa-IR"/>
              <a:t>خوشه‌بندی یکی از روش‌های پایه در </a:t>
            </a:r>
            <a:r>
              <a:rPr lang="fa-IR" b="1"/>
              <a:t>یادگیری بدون نظارت</a:t>
            </a:r>
            <a:r>
              <a:rPr lang="en-US" sz="1300"/>
              <a:t>Unsupervised Learning) </a:t>
            </a:r>
            <a:r>
              <a:rPr lang="fa-IR" sz="1300"/>
              <a:t>) </a:t>
            </a:r>
            <a:r>
              <a:rPr lang="fa-IR"/>
              <a:t>است که تلاش می‌کند </a:t>
            </a:r>
            <a:r>
              <a:rPr lang="fa-IR" b="1"/>
              <a:t>داده‌های مشابه را در یک گروه (خوشه)</a:t>
            </a:r>
            <a:r>
              <a:rPr lang="fa-IR"/>
              <a:t> قرار دهد، بدون آن‌که از قبل برچسبی برای داده‌ها موجود باشد.</a:t>
            </a:r>
          </a:p>
          <a:p>
            <a:pPr algn="r" rtl="1"/>
            <a:r>
              <a:rPr lang="fa-IR"/>
              <a:t>هدف اصلی خوشه‌بندی، کشف </a:t>
            </a:r>
            <a:r>
              <a:rPr lang="fa-IR" b="1"/>
              <a:t>الگوها، ساختارها و شباهت‌های پنهان</a:t>
            </a:r>
            <a:r>
              <a:rPr lang="fa-IR"/>
              <a:t> در مجموعه داده‌هاست. الگوریتم‌های خوشه‌بندی معمولاً با توجه به </a:t>
            </a:r>
            <a:r>
              <a:rPr lang="fa-IR" b="1"/>
              <a:t>فاصله یا تراکم بین داده‌ها</a:t>
            </a:r>
            <a:r>
              <a:rPr lang="fa-IR"/>
              <a:t> تصمیم می‌گیرند که کدام داده‌ها به هم نزدیک هستند و باید در یک گروه قرار گیرند.</a:t>
            </a:r>
          </a:p>
          <a:p>
            <a:pPr algn="r" rtl="1"/>
            <a:r>
              <a:rPr lang="fa-IR" b="1"/>
              <a:t>ساختار خوشه‌ها</a:t>
            </a:r>
            <a:r>
              <a:rPr lang="fa-IR"/>
              <a:t> را بر اساس ویژگی داده‌ها مشخص می‌کند</a:t>
            </a:r>
          </a:p>
          <a:p>
            <a:pPr algn="r" rtl="1"/>
            <a:r>
              <a:rPr lang="fa-IR"/>
              <a:t>برخی الگوریتم‌ها نیاز به تعداد خوشه از قبل دارند مثل</a:t>
            </a:r>
            <a:r>
              <a:rPr lang="en-US"/>
              <a:t> </a:t>
            </a:r>
            <a:r>
              <a:rPr lang="en-US" sz="1300"/>
              <a:t>K-Means</a:t>
            </a:r>
            <a:r>
              <a:rPr lang="en-US"/>
              <a:t> </a:t>
            </a:r>
            <a:r>
              <a:rPr lang="fa-IR"/>
              <a:t>در حالی که برخی مثل</a:t>
            </a:r>
            <a:r>
              <a:rPr lang="en-US"/>
              <a:t> </a:t>
            </a:r>
            <a:r>
              <a:rPr lang="en-US" sz="1300"/>
              <a:t>DBSCAN </a:t>
            </a:r>
            <a:r>
              <a:rPr lang="fa-IR"/>
              <a:t>به‌صورت پویا خوشه‌ها را می‌سازند</a:t>
            </a:r>
          </a:p>
          <a:p>
            <a:pPr algn="r" rtl="1"/>
            <a:r>
              <a:rPr lang="fa-IR"/>
              <a:t>خروجی خوشه‌بندی به ما کمک می‌کند تا داده‌های پیچیده را </a:t>
            </a:r>
            <a:r>
              <a:rPr lang="fa-IR" b="1"/>
              <a:t>بصری، قابل تحلیل و قابل استفاده در مدل‌های بعدی</a:t>
            </a:r>
            <a:r>
              <a:rPr lang="fa-IR"/>
              <a:t> کنیم</a:t>
            </a:r>
            <a:r>
              <a:rPr lang="en-US"/>
              <a:t>.</a:t>
            </a:r>
            <a:endParaRPr lang="fa-IR"/>
          </a:p>
          <a:p>
            <a:pPr algn="r" rtl="1">
              <a:spcAft>
                <a:spcPts val="800"/>
              </a:spcAft>
              <a:buNone/>
            </a:pPr>
            <a:endParaRPr lang="en-US"/>
          </a:p>
        </p:txBody>
      </p:sp>
      <p:pic>
        <p:nvPicPr>
          <p:cNvPr id="5" name="Picture 4">
            <a:extLst>
              <a:ext uri="{FF2B5EF4-FFF2-40B4-BE49-F238E27FC236}">
                <a16:creationId xmlns:a16="http://schemas.microsoft.com/office/drawing/2014/main" id="{9E16F285-9FE0-D411-D521-C8B1201740F0}"/>
              </a:ext>
            </a:extLst>
          </p:cNvPr>
          <p:cNvPicPr>
            <a:picLocks noChangeAspect="1"/>
          </p:cNvPicPr>
          <p:nvPr/>
        </p:nvPicPr>
        <p:blipFill>
          <a:blip r:embed="rId2"/>
          <a:stretch>
            <a:fillRect/>
          </a:stretch>
        </p:blipFill>
        <p:spPr>
          <a:xfrm>
            <a:off x="238849" y="2728913"/>
            <a:ext cx="3465652" cy="1990324"/>
          </a:xfrm>
          <a:prstGeom prst="rect">
            <a:avLst/>
          </a:prstGeom>
        </p:spPr>
      </p:pic>
      <p:sp>
        <p:nvSpPr>
          <p:cNvPr id="6" name="TextBox 5">
            <a:extLst>
              <a:ext uri="{FF2B5EF4-FFF2-40B4-BE49-F238E27FC236}">
                <a16:creationId xmlns:a16="http://schemas.microsoft.com/office/drawing/2014/main" id="{B851C6C4-49C5-1858-DC29-AA3F7A866944}"/>
              </a:ext>
            </a:extLst>
          </p:cNvPr>
          <p:cNvSpPr txBox="1"/>
          <p:nvPr/>
        </p:nvSpPr>
        <p:spPr>
          <a:xfrm>
            <a:off x="3652115" y="2641955"/>
            <a:ext cx="5263286" cy="2103140"/>
          </a:xfrm>
          <a:prstGeom prst="rect">
            <a:avLst/>
          </a:prstGeom>
          <a:noFill/>
        </p:spPr>
        <p:txBody>
          <a:bodyPr wrap="square" rtlCol="0">
            <a:spAutoFit/>
          </a:bodyPr>
          <a:lstStyle/>
          <a:p>
            <a:pPr algn="r" rtl="1">
              <a:buNone/>
            </a:pPr>
            <a:r>
              <a:rPr lang="en-US" b="1">
                <a:solidFill>
                  <a:schemeClr val="accent3"/>
                </a:solidFill>
                <a:latin typeface="Vazir" panose="020B0603030804020204" pitchFamily="34" charset="-78"/>
                <a:cs typeface="Vazir" panose="020B0603030804020204" pitchFamily="34" charset="-78"/>
              </a:rPr>
              <a:t>K-Means Clustering🔹</a:t>
            </a:r>
            <a:endParaRPr lang="fa-IR" b="1">
              <a:solidFill>
                <a:schemeClr val="accent3"/>
              </a:solidFill>
              <a:latin typeface="Vazir" panose="020B0603030804020204" pitchFamily="34" charset="-78"/>
              <a:cs typeface="Vazir" panose="020B0603030804020204" pitchFamily="34" charset="-78"/>
            </a:endParaRPr>
          </a:p>
          <a:p>
            <a:pPr algn="r" rtl="1">
              <a:spcAft>
                <a:spcPts val="800"/>
              </a:spcAft>
              <a:buNone/>
            </a:pPr>
            <a:r>
              <a:rPr lang="en-US" sz="1250"/>
              <a:t>K-Means</a:t>
            </a:r>
            <a:r>
              <a:rPr lang="fa-IR" sz="1350"/>
              <a:t>محبوب‌ترین روش‌های خوشه‌بندی است که با انتخاب </a:t>
            </a:r>
            <a:r>
              <a:rPr lang="en-US" sz="1250"/>
              <a:t>K</a:t>
            </a:r>
            <a:r>
              <a:rPr lang="en-US" sz="1350"/>
              <a:t> </a:t>
            </a:r>
            <a:r>
              <a:rPr lang="fa-IR" sz="1350"/>
              <a:t> مرکز اولیه شروع می‌کند و داده‌ها را بر اساس </a:t>
            </a:r>
            <a:r>
              <a:rPr lang="fa-IR" sz="1350" b="1"/>
              <a:t>کمترین فاصله تا مراکز خوشه‌ها</a:t>
            </a:r>
            <a:r>
              <a:rPr lang="fa-IR" sz="1350"/>
              <a:t> گروه‌بندی می‌کند. الگوریتم به‌صورت تکراری مراکز خوشه‌ها را بازمحاسبه کرده و تا رسیدن به پایداری ادامه می‌دهد. این روش سریع و مقیاس‌پذیر است، اما در برابر نویز و مقدار</a:t>
            </a:r>
            <a:r>
              <a:rPr lang="en-US" sz="1250"/>
              <a:t>K</a:t>
            </a:r>
            <a:r>
              <a:rPr lang="fa-IR" sz="1350"/>
              <a:t> حساس است.</a:t>
            </a:r>
            <a:endParaRPr lang="en-US" sz="1350" b="1"/>
          </a:p>
          <a:p>
            <a:pPr algn="r" rtl="1"/>
            <a:r>
              <a:rPr lang="fa-IR" sz="1300" b="1"/>
              <a:t>کاربرد تخصصی</a:t>
            </a:r>
            <a:r>
              <a:rPr lang="fa-IR" sz="1300"/>
              <a:t>: </a:t>
            </a:r>
            <a:r>
              <a:rPr lang="fa-IR"/>
              <a:t>تحلیل رفتار کاربران، بخش‌بندی مشتریان، فشرده‌سازی داده‌ها</a:t>
            </a:r>
          </a:p>
          <a:p>
            <a:pPr algn="r" rtl="1"/>
            <a:r>
              <a:rPr lang="fa-IR" sz="1300" b="1"/>
              <a:t>ورودی</a:t>
            </a:r>
            <a:r>
              <a:rPr lang="fa-IR" sz="1300"/>
              <a:t>:</a:t>
            </a:r>
            <a:r>
              <a:rPr lang="fa-IR"/>
              <a:t>تعداد خوشه‌های </a:t>
            </a:r>
            <a:r>
              <a:rPr lang="en-US"/>
              <a:t>K</a:t>
            </a:r>
            <a:r>
              <a:rPr lang="fa-IR"/>
              <a:t>، ویژگی‌ عددی داده‌ها</a:t>
            </a:r>
          </a:p>
          <a:p>
            <a:pPr algn="r" rtl="1"/>
            <a:r>
              <a:rPr lang="fa-IR" sz="1300" b="1"/>
              <a:t>خروجی</a:t>
            </a:r>
            <a:r>
              <a:rPr lang="fa-IR" sz="1300"/>
              <a:t>:</a:t>
            </a:r>
            <a:r>
              <a:rPr lang="fa-IR"/>
              <a:t>مرکز هر خوشه، تخصیص هر داده به نزدیک‌ترین خوشه</a:t>
            </a:r>
          </a:p>
          <a:p>
            <a:pPr algn="r" rtl="1"/>
            <a:endParaRPr lang="en-US"/>
          </a:p>
        </p:txBody>
      </p:sp>
    </p:spTree>
    <p:extLst>
      <p:ext uri="{BB962C8B-B14F-4D97-AF65-F5344CB8AC3E}">
        <p14:creationId xmlns:p14="http://schemas.microsoft.com/office/powerpoint/2010/main" val="39904080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1FBC8"/>
        </a:solidFill>
        <a:effectLst/>
      </p:bgPr>
    </p:bg>
    <p:spTree>
      <p:nvGrpSpPr>
        <p:cNvPr id="1" name="">
          <a:extLst>
            <a:ext uri="{FF2B5EF4-FFF2-40B4-BE49-F238E27FC236}">
              <a16:creationId xmlns:a16="http://schemas.microsoft.com/office/drawing/2014/main" id="{133B0BE2-0628-7C97-4B22-9C68FC088302}"/>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95EC62E1-388C-EC7A-9D5B-CFBCCAEBD780}"/>
              </a:ext>
            </a:extLst>
          </p:cNvPr>
          <p:cNvSpPr/>
          <p:nvPr/>
        </p:nvSpPr>
        <p:spPr>
          <a:xfrm>
            <a:off x="85725" y="95250"/>
            <a:ext cx="8972550" cy="4953000"/>
          </a:xfrm>
          <a:prstGeom prst="rect">
            <a:avLst/>
          </a:prstGeom>
          <a:solidFill>
            <a:schemeClr val="bg1"/>
          </a:solidFill>
          <a:ln w="571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23" name="Flowchart: Connector 22">
            <a:extLst>
              <a:ext uri="{FF2B5EF4-FFF2-40B4-BE49-F238E27FC236}">
                <a16:creationId xmlns:a16="http://schemas.microsoft.com/office/drawing/2014/main" id="{1D378B4E-706C-395A-498A-1F802CEF2F79}"/>
              </a:ext>
            </a:extLst>
          </p:cNvPr>
          <p:cNvSpPr/>
          <p:nvPr/>
        </p:nvSpPr>
        <p:spPr>
          <a:xfrm>
            <a:off x="8591550" y="267258"/>
            <a:ext cx="323850" cy="294717"/>
          </a:xfrm>
          <a:prstGeom prst="flowChartConnector">
            <a:avLst/>
          </a:prstGeom>
          <a:solidFill>
            <a:schemeClr val="bg1">
              <a:lumMod val="95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1F091D5-516E-04EF-3157-B39D6E529DDF}"/>
              </a:ext>
            </a:extLst>
          </p:cNvPr>
          <p:cNvSpPr txBox="1"/>
          <p:nvPr/>
        </p:nvSpPr>
        <p:spPr>
          <a:xfrm>
            <a:off x="8567738" y="264281"/>
            <a:ext cx="447675" cy="307777"/>
          </a:xfrm>
          <a:prstGeom prst="rect">
            <a:avLst/>
          </a:prstGeom>
          <a:noFill/>
        </p:spPr>
        <p:txBody>
          <a:bodyPr wrap="square" rtlCol="0">
            <a:spAutoFit/>
          </a:bodyPr>
          <a:lstStyle/>
          <a:p>
            <a:r>
              <a:rPr lang="fa-IR" b="1">
                <a:solidFill>
                  <a:schemeClr val="accent3"/>
                </a:solidFill>
              </a:rPr>
              <a:t>05</a:t>
            </a:r>
          </a:p>
        </p:txBody>
      </p:sp>
      <p:sp>
        <p:nvSpPr>
          <p:cNvPr id="32" name="Arc 31">
            <a:extLst>
              <a:ext uri="{FF2B5EF4-FFF2-40B4-BE49-F238E27FC236}">
                <a16:creationId xmlns:a16="http://schemas.microsoft.com/office/drawing/2014/main" id="{1127B668-74DD-C829-88FA-001CA2A23638}"/>
              </a:ext>
            </a:extLst>
          </p:cNvPr>
          <p:cNvSpPr/>
          <p:nvPr/>
        </p:nvSpPr>
        <p:spPr>
          <a:xfrm>
            <a:off x="1919288" y="2728913"/>
            <a:ext cx="52387" cy="50006"/>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Title 6">
            <a:extLst>
              <a:ext uri="{FF2B5EF4-FFF2-40B4-BE49-F238E27FC236}">
                <a16:creationId xmlns:a16="http://schemas.microsoft.com/office/drawing/2014/main" id="{8DAE9B0F-E56F-F4B4-276B-FE0A29591280}"/>
              </a:ext>
            </a:extLst>
          </p:cNvPr>
          <p:cNvSpPr txBox="1">
            <a:spLocks/>
          </p:cNvSpPr>
          <p:nvPr/>
        </p:nvSpPr>
        <p:spPr>
          <a:xfrm>
            <a:off x="1733551" y="172008"/>
            <a:ext cx="6972300" cy="4852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Fredoka One"/>
              <a:buNone/>
              <a:defRPr sz="2800" b="0" i="0" u="none" strike="noStrike" cap="none">
                <a:solidFill>
                  <a:srgbClr val="FFFFFF"/>
                </a:solidFill>
                <a:latin typeface="Fredoka One"/>
                <a:ea typeface="Fredoka One"/>
                <a:cs typeface="Fredoka One"/>
                <a:sym typeface="Fredoka One"/>
              </a:defRPr>
            </a:lvl1pPr>
            <a:lvl2pPr marR="0" lvl="1"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2pPr>
            <a:lvl3pPr marR="0" lvl="2"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3pPr>
            <a:lvl4pPr marR="0" lvl="3"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4pPr>
            <a:lvl5pPr marR="0" lvl="4"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5pPr>
            <a:lvl6pPr marR="0" lvl="5"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6pPr>
            <a:lvl7pPr marR="0" lvl="6"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7pPr>
            <a:lvl8pPr marR="0" lvl="7"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8pPr>
            <a:lvl9pPr marR="0" lvl="8"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9pPr>
          </a:lstStyle>
          <a:p>
            <a:pPr marL="114300" algn="r" rtl="1"/>
            <a:r>
              <a:rPr lang="fa-IR" sz="2000" b="1">
                <a:solidFill>
                  <a:schemeClr val="accent3"/>
                </a:solidFill>
                <a:latin typeface="Vazir" panose="020B0603030804020204" pitchFamily="34" charset="-78"/>
                <a:cs typeface="Vazir" panose="020B0603030804020204" pitchFamily="34" charset="-78"/>
              </a:rPr>
              <a:t>خوشه‌بندی: (</a:t>
            </a:r>
            <a:r>
              <a:rPr lang="en-US" sz="2000">
                <a:solidFill>
                  <a:schemeClr val="accent3"/>
                </a:solidFill>
                <a:latin typeface="Fredoka One"/>
                <a:sym typeface="Raleway"/>
              </a:rPr>
              <a:t> </a:t>
            </a:r>
            <a:r>
              <a:rPr lang="en-US" sz="2000">
                <a:solidFill>
                  <a:schemeClr val="accent3"/>
                </a:solidFill>
              </a:rPr>
              <a:t>(Clustring</a:t>
            </a:r>
            <a:endParaRPr lang="en-US" sz="2000">
              <a:solidFill>
                <a:schemeClr val="accent3"/>
              </a:solidFill>
              <a:latin typeface="Fredoka One"/>
            </a:endParaRPr>
          </a:p>
          <a:p>
            <a:pPr marL="114300" algn="r" rtl="1"/>
            <a:endParaRPr lang="fa-IR" sz="2000" b="1">
              <a:solidFill>
                <a:schemeClr val="accent3"/>
              </a:solidFill>
              <a:latin typeface="Vazir" panose="020B0603030804020204" pitchFamily="34" charset="-78"/>
              <a:cs typeface="Vazir" panose="020B0603030804020204" pitchFamily="34" charset="-78"/>
            </a:endParaRPr>
          </a:p>
        </p:txBody>
      </p:sp>
      <p:sp>
        <p:nvSpPr>
          <p:cNvPr id="3" name="TextBox 2">
            <a:extLst>
              <a:ext uri="{FF2B5EF4-FFF2-40B4-BE49-F238E27FC236}">
                <a16:creationId xmlns:a16="http://schemas.microsoft.com/office/drawing/2014/main" id="{830D5E32-7138-3727-4FCA-FE6F497F90BD}"/>
              </a:ext>
            </a:extLst>
          </p:cNvPr>
          <p:cNvSpPr txBox="1"/>
          <p:nvPr/>
        </p:nvSpPr>
        <p:spPr>
          <a:xfrm>
            <a:off x="3602598" y="593803"/>
            <a:ext cx="5412815" cy="2072362"/>
          </a:xfrm>
          <a:prstGeom prst="rect">
            <a:avLst/>
          </a:prstGeom>
          <a:noFill/>
        </p:spPr>
        <p:txBody>
          <a:bodyPr wrap="square" rtlCol="0">
            <a:spAutoFit/>
          </a:bodyPr>
          <a:lstStyle/>
          <a:p>
            <a:pPr algn="r" rtl="1">
              <a:buNone/>
            </a:pPr>
            <a:r>
              <a:rPr lang="en-US" b="1">
                <a:solidFill>
                  <a:schemeClr val="accent3"/>
                </a:solidFill>
                <a:latin typeface="Vazir" panose="020B0603030804020204" pitchFamily="34" charset="-78"/>
                <a:cs typeface="Vazir" panose="020B0603030804020204" pitchFamily="34" charset="-78"/>
              </a:rPr>
              <a:t>Hierarchical Clustering</a:t>
            </a:r>
            <a:r>
              <a:rPr lang="en-US" sz="1200" b="1">
                <a:solidFill>
                  <a:schemeClr val="accent3"/>
                </a:solidFill>
                <a:latin typeface="Vazir" panose="020B0603030804020204" pitchFamily="34" charset="-78"/>
                <a:cs typeface="Vazir" panose="020B0603030804020204" pitchFamily="34" charset="-78"/>
              </a:rPr>
              <a:t>🔹</a:t>
            </a:r>
            <a:r>
              <a:rPr lang="fa-IR" sz="1200" b="1">
                <a:solidFill>
                  <a:schemeClr val="accent3"/>
                </a:solidFill>
                <a:latin typeface="Vazir" panose="020B0603030804020204" pitchFamily="34" charset="-78"/>
                <a:cs typeface="Vazir" panose="020B0603030804020204" pitchFamily="34" charset="-78"/>
              </a:rPr>
              <a:t> (خوشه‌بندی سلسله‌مراتبی)</a:t>
            </a:r>
          </a:p>
          <a:p>
            <a:pPr algn="r" rtl="1">
              <a:spcAft>
                <a:spcPts val="800"/>
              </a:spcAft>
            </a:pPr>
            <a:r>
              <a:rPr lang="fa-IR" sz="1350"/>
              <a:t>در این روش، خوشه‌ها به‌صورت سلسله‌ای از ادغام یا تقسیمات ساخته می‌شوند. به‌جای مشخص کردن تعداد خوشه از ابتدا، یک ساختار درختی تولید می‌شود که نمایش‌دهنده نحوه گروه‌بندی داده‌ها در سطوح مختلف است. این روش برای تحلیل ساختارهای طبیعی و بدون پیش‌فرض درباره تعداد خوشه‌ها بسیار مناسب است، اما با افزایش داده‌ها ممکن است کند شود.</a:t>
            </a:r>
            <a:endParaRPr lang="en-US" sz="1250" b="1">
              <a:solidFill>
                <a:schemeClr val="accent3"/>
              </a:solidFill>
              <a:latin typeface="Vazir" panose="020B0603030804020204" pitchFamily="34" charset="-78"/>
              <a:cs typeface="Vazir" panose="020B0603030804020204" pitchFamily="34" charset="-78"/>
            </a:endParaRPr>
          </a:p>
          <a:p>
            <a:pPr algn="r" rtl="1">
              <a:buNone/>
            </a:pPr>
            <a:r>
              <a:rPr lang="fa-IR" sz="1350" b="1"/>
              <a:t>کاربرد تخصصی: </a:t>
            </a:r>
            <a:r>
              <a:rPr lang="fa-IR" sz="1350"/>
              <a:t>تحلیل ساختار ژنتیکی، دسته‌بندی سندها، شبکه‌های اجتماعی</a:t>
            </a:r>
          </a:p>
          <a:p>
            <a:pPr algn="r" rtl="1">
              <a:buNone/>
            </a:pPr>
            <a:r>
              <a:rPr lang="fa-IR" sz="1350" b="1"/>
              <a:t>ورودی:</a:t>
            </a:r>
            <a:r>
              <a:rPr lang="fa-IR" sz="1350"/>
              <a:t>ماتریس فاصله بین داده‌ها، متریک فاصله (مثلاً اقلیدسی)</a:t>
            </a:r>
          </a:p>
          <a:p>
            <a:pPr algn="r" rtl="1">
              <a:buNone/>
            </a:pPr>
            <a:r>
              <a:rPr lang="fa-IR" sz="1350" b="1"/>
              <a:t>خروجی: </a:t>
            </a:r>
            <a:r>
              <a:rPr lang="fa-IR" sz="1350"/>
              <a:t>درخت دندروگرام که نمایانگر ساختار سلسله‌مراتبی خوشه‌هاست، امکان انتخاب تعداد خوشه‌ها به‌صورت انعطاف‌پذیر</a:t>
            </a:r>
            <a:endParaRPr lang="en-US"/>
          </a:p>
        </p:txBody>
      </p:sp>
      <p:pic>
        <p:nvPicPr>
          <p:cNvPr id="6" name="Picture 5">
            <a:extLst>
              <a:ext uri="{FF2B5EF4-FFF2-40B4-BE49-F238E27FC236}">
                <a16:creationId xmlns:a16="http://schemas.microsoft.com/office/drawing/2014/main" id="{5BD1A2FC-323D-9979-A7AC-60F59FB10B2A}"/>
              </a:ext>
            </a:extLst>
          </p:cNvPr>
          <p:cNvPicPr>
            <a:picLocks noChangeAspect="1"/>
          </p:cNvPicPr>
          <p:nvPr/>
        </p:nvPicPr>
        <p:blipFill>
          <a:blip r:embed="rId2"/>
          <a:stretch>
            <a:fillRect/>
          </a:stretch>
        </p:blipFill>
        <p:spPr>
          <a:xfrm>
            <a:off x="351056" y="432427"/>
            <a:ext cx="3136464" cy="2139323"/>
          </a:xfrm>
          <a:prstGeom prst="rect">
            <a:avLst/>
          </a:prstGeom>
        </p:spPr>
      </p:pic>
      <p:cxnSp>
        <p:nvCxnSpPr>
          <p:cNvPr id="7" name="Straight Connector 6">
            <a:extLst>
              <a:ext uri="{FF2B5EF4-FFF2-40B4-BE49-F238E27FC236}">
                <a16:creationId xmlns:a16="http://schemas.microsoft.com/office/drawing/2014/main" id="{3F382FA0-A5F9-341A-3FC5-4B87A1D0B759}"/>
              </a:ext>
            </a:extLst>
          </p:cNvPr>
          <p:cNvCxnSpPr>
            <a:cxnSpLocks/>
          </p:cNvCxnSpPr>
          <p:nvPr/>
        </p:nvCxnSpPr>
        <p:spPr>
          <a:xfrm flipH="1" flipV="1">
            <a:off x="220007" y="2666165"/>
            <a:ext cx="8687412" cy="8288"/>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FEC89B2D-4191-6722-B025-BB3262E75153}"/>
              </a:ext>
            </a:extLst>
          </p:cNvPr>
          <p:cNvSpPr txBox="1"/>
          <p:nvPr/>
        </p:nvSpPr>
        <p:spPr>
          <a:xfrm>
            <a:off x="3368842" y="2719654"/>
            <a:ext cx="5653655" cy="2280111"/>
          </a:xfrm>
          <a:prstGeom prst="rect">
            <a:avLst/>
          </a:prstGeom>
          <a:noFill/>
        </p:spPr>
        <p:txBody>
          <a:bodyPr wrap="square" rtlCol="0">
            <a:spAutoFit/>
          </a:bodyPr>
          <a:lstStyle/>
          <a:p>
            <a:pPr algn="r" rtl="1">
              <a:buNone/>
            </a:pPr>
            <a:r>
              <a:rPr lang="en-US" b="1">
                <a:solidFill>
                  <a:schemeClr val="accent3"/>
                </a:solidFill>
                <a:latin typeface="Vazir" panose="020B0603030804020204" pitchFamily="34" charset="-78"/>
                <a:cs typeface="Vazir" panose="020B0603030804020204" pitchFamily="34" charset="-78"/>
              </a:rPr>
              <a:t>Density Based Spatial Clustering_DBSCAN🔹</a:t>
            </a:r>
            <a:r>
              <a:rPr lang="fa-IR" b="1">
                <a:solidFill>
                  <a:schemeClr val="accent3"/>
                </a:solidFill>
                <a:latin typeface="Vazir" panose="020B0603030804020204" pitchFamily="34" charset="-78"/>
                <a:cs typeface="Vazir" panose="020B0603030804020204" pitchFamily="34" charset="-78"/>
              </a:rPr>
              <a:t> </a:t>
            </a:r>
            <a:r>
              <a:rPr lang="fa-IR" sz="1200" b="1">
                <a:solidFill>
                  <a:schemeClr val="accent3"/>
                </a:solidFill>
                <a:latin typeface="Vazir" panose="020B0603030804020204" pitchFamily="34" charset="-78"/>
                <a:cs typeface="Vazir" panose="020B0603030804020204" pitchFamily="34" charset="-78"/>
              </a:rPr>
              <a:t>(خوشه بندی برپایه تراکم)</a:t>
            </a:r>
          </a:p>
          <a:p>
            <a:pPr algn="r" rtl="1">
              <a:spcAft>
                <a:spcPts val="800"/>
              </a:spcAft>
            </a:pPr>
            <a:r>
              <a:rPr lang="en-US" sz="1250"/>
              <a:t> DBSCAN </a:t>
            </a:r>
            <a:r>
              <a:rPr lang="fa-IR" sz="1350"/>
              <a:t>بر پایه </a:t>
            </a:r>
            <a:r>
              <a:rPr lang="fa-IR" sz="1350" b="1"/>
              <a:t>تراکم داده‌ها </a:t>
            </a:r>
            <a:r>
              <a:rPr lang="fa-IR" sz="1350"/>
              <a:t>عمل می‌کند و می‌تواند خوشه‌هایی با شکل نامنظم را نیز شناسایی کند. </a:t>
            </a:r>
            <a:r>
              <a:rPr lang="fa-IR" sz="1350" b="1"/>
              <a:t>نقاطی که در یک ناحیه متراکم قرار دارند در یک خوشه قرار می‌گیرند</a:t>
            </a:r>
            <a:r>
              <a:rPr lang="fa-IR" sz="1350"/>
              <a:t>، و </a:t>
            </a:r>
            <a:r>
              <a:rPr lang="fa-IR" sz="1350" b="1"/>
              <a:t>داده‌های پراکنده به عنوان نویز یا نقاط پرت شناخته می‌شوند</a:t>
            </a:r>
            <a:r>
              <a:rPr lang="fa-IR" sz="1350"/>
              <a:t>. این الگوریتم نیاز به دانستن تعداد خوشه‌ها ندارد و برای داده‌های واقعی و پیچیده</a:t>
            </a:r>
            <a:r>
              <a:rPr lang="en-US" sz="1350"/>
              <a:t> </a:t>
            </a:r>
            <a:r>
              <a:rPr lang="fa-IR" sz="1350"/>
              <a:t>مانند داده‌های جغرافیایی یا شبکه‌های اجتماعی</a:t>
            </a:r>
            <a:r>
              <a:rPr lang="en-US" sz="1350"/>
              <a:t> </a:t>
            </a:r>
            <a:r>
              <a:rPr lang="fa-IR" sz="1350"/>
              <a:t>بسیار کاربردی است.</a:t>
            </a:r>
            <a:endParaRPr lang="fa-IR" sz="1350" b="1"/>
          </a:p>
          <a:p>
            <a:pPr algn="r" rtl="1"/>
            <a:r>
              <a:rPr lang="fa-IR" sz="1350" b="1"/>
              <a:t>کاربرد تخصصی</a:t>
            </a:r>
            <a:r>
              <a:rPr lang="fa-IR" sz="1350"/>
              <a:t>: تشخیص ناهنجاری</a:t>
            </a:r>
            <a:r>
              <a:rPr lang="en-US" sz="1350"/>
              <a:t> </a:t>
            </a:r>
            <a:r>
              <a:rPr lang="en-US" sz="1250"/>
              <a:t>(Anomaly Detection)</a:t>
            </a:r>
            <a:r>
              <a:rPr lang="en-US" sz="1350"/>
              <a:t>، </a:t>
            </a:r>
            <a:r>
              <a:rPr lang="fa-IR" sz="1350"/>
              <a:t>داده‌های فضایی یا چند بعدی، تحلیل جغرافیایی</a:t>
            </a:r>
          </a:p>
          <a:p>
            <a:pPr algn="r" rtl="1"/>
            <a:r>
              <a:rPr lang="fa-IR" sz="1350" b="1"/>
              <a:t>ورودی</a:t>
            </a:r>
            <a:r>
              <a:rPr lang="fa-IR" sz="1350"/>
              <a:t>: </a:t>
            </a:r>
            <a:r>
              <a:rPr lang="en-US" sz="1350"/>
              <a:t>Eps</a:t>
            </a:r>
            <a:r>
              <a:rPr lang="fa-IR" sz="1350"/>
              <a:t> (شعاع همسایگی)، </a:t>
            </a:r>
            <a:r>
              <a:rPr lang="en-US" sz="1250"/>
              <a:t>MinPts</a:t>
            </a:r>
            <a:r>
              <a:rPr lang="fa-IR" sz="1350"/>
              <a:t>(حداقل نقاط برای تشکیل خوشه)</a:t>
            </a:r>
          </a:p>
          <a:p>
            <a:pPr algn="r" rtl="1"/>
            <a:r>
              <a:rPr lang="fa-IR" sz="1350" b="1"/>
              <a:t>خروجی</a:t>
            </a:r>
            <a:r>
              <a:rPr lang="fa-IR" sz="1350"/>
              <a:t>: خوشه‌های متراکم، نقاط پرت به عنوان داده‌های نوی کاربرد تخصصی: تحلیل ساختار ژنتیکی، دسته‌بندی سندها</a:t>
            </a:r>
          </a:p>
        </p:txBody>
      </p:sp>
      <p:pic>
        <p:nvPicPr>
          <p:cNvPr id="11" name="Picture 10">
            <a:extLst>
              <a:ext uri="{FF2B5EF4-FFF2-40B4-BE49-F238E27FC236}">
                <a16:creationId xmlns:a16="http://schemas.microsoft.com/office/drawing/2014/main" id="{B512BEC2-2D8D-2AED-79DA-A80766BF5E5C}"/>
              </a:ext>
            </a:extLst>
          </p:cNvPr>
          <p:cNvPicPr>
            <a:picLocks noChangeAspect="1"/>
          </p:cNvPicPr>
          <p:nvPr/>
        </p:nvPicPr>
        <p:blipFill>
          <a:blip r:embed="rId3"/>
          <a:stretch>
            <a:fillRect/>
          </a:stretch>
        </p:blipFill>
        <p:spPr>
          <a:xfrm>
            <a:off x="220007" y="2792612"/>
            <a:ext cx="2701097" cy="1954203"/>
          </a:xfrm>
          <a:prstGeom prst="rect">
            <a:avLst/>
          </a:prstGeom>
        </p:spPr>
      </p:pic>
    </p:spTree>
    <p:extLst>
      <p:ext uri="{BB962C8B-B14F-4D97-AF65-F5344CB8AC3E}">
        <p14:creationId xmlns:p14="http://schemas.microsoft.com/office/powerpoint/2010/main" val="1930714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1FBC8"/>
        </a:solidFill>
        <a:effectLst/>
      </p:bgPr>
    </p:bg>
    <p:spTree>
      <p:nvGrpSpPr>
        <p:cNvPr id="1" name="">
          <a:extLst>
            <a:ext uri="{FF2B5EF4-FFF2-40B4-BE49-F238E27FC236}">
              <a16:creationId xmlns:a16="http://schemas.microsoft.com/office/drawing/2014/main" id="{617B7234-F0C4-97E3-0368-4355510BBF5B}"/>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A4203C6A-F664-EC19-2ADE-1D7217CE0D52}"/>
              </a:ext>
            </a:extLst>
          </p:cNvPr>
          <p:cNvSpPr/>
          <p:nvPr/>
        </p:nvSpPr>
        <p:spPr>
          <a:xfrm>
            <a:off x="85725" y="95250"/>
            <a:ext cx="8972550" cy="4953000"/>
          </a:xfrm>
          <a:prstGeom prst="rect">
            <a:avLst/>
          </a:prstGeom>
          <a:solidFill>
            <a:schemeClr val="bg1"/>
          </a:solidFill>
          <a:ln w="571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22" name="Title 6">
            <a:extLst>
              <a:ext uri="{FF2B5EF4-FFF2-40B4-BE49-F238E27FC236}">
                <a16:creationId xmlns:a16="http://schemas.microsoft.com/office/drawing/2014/main" id="{7ED5FCD5-C7F6-CF64-29BD-F636748C2CC9}"/>
              </a:ext>
            </a:extLst>
          </p:cNvPr>
          <p:cNvSpPr txBox="1">
            <a:spLocks/>
          </p:cNvSpPr>
          <p:nvPr/>
        </p:nvSpPr>
        <p:spPr>
          <a:xfrm>
            <a:off x="3540722" y="172008"/>
            <a:ext cx="5027625" cy="4852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Fredoka One"/>
              <a:buNone/>
              <a:defRPr sz="2800" b="0" i="0" u="none" strike="noStrike" cap="none">
                <a:solidFill>
                  <a:srgbClr val="FFFFFF"/>
                </a:solidFill>
                <a:latin typeface="Fredoka One"/>
                <a:ea typeface="Fredoka One"/>
                <a:cs typeface="Fredoka One"/>
                <a:sym typeface="Fredoka One"/>
              </a:defRPr>
            </a:lvl1pPr>
            <a:lvl2pPr marR="0" lvl="1"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2pPr>
            <a:lvl3pPr marR="0" lvl="2"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3pPr>
            <a:lvl4pPr marR="0" lvl="3"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4pPr>
            <a:lvl5pPr marR="0" lvl="4"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5pPr>
            <a:lvl6pPr marR="0" lvl="5"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6pPr>
            <a:lvl7pPr marR="0" lvl="6"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7pPr>
            <a:lvl8pPr marR="0" lvl="7"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8pPr>
            <a:lvl9pPr marR="0" lvl="8"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9pPr>
          </a:lstStyle>
          <a:p>
            <a:pPr marL="0" lvl="0" indent="0" algn="r" rtl="1">
              <a:spcBef>
                <a:spcPts val="0"/>
              </a:spcBef>
              <a:spcAft>
                <a:spcPts val="0"/>
              </a:spcAft>
              <a:buNone/>
            </a:pPr>
            <a:r>
              <a:rPr lang="fa-IR" sz="2000" b="1">
                <a:solidFill>
                  <a:schemeClr val="accent3"/>
                </a:solidFill>
                <a:latin typeface="Vazir" panose="020B0603030804020204" pitchFamily="34" charset="-78"/>
                <a:cs typeface="Vazir" panose="020B0603030804020204" pitchFamily="34" charset="-78"/>
              </a:rPr>
              <a:t>روش های تلفیقی: (</a:t>
            </a:r>
            <a:r>
              <a:rPr lang="en-US" sz="2000">
                <a:solidFill>
                  <a:schemeClr val="accent3"/>
                </a:solidFill>
                <a:latin typeface="Fredoka One"/>
                <a:sym typeface="Raleway"/>
              </a:rPr>
              <a:t> </a:t>
            </a:r>
            <a:r>
              <a:rPr lang="en-US" sz="2000">
                <a:solidFill>
                  <a:schemeClr val="accent3"/>
                </a:solidFill>
              </a:rPr>
              <a:t>(</a:t>
            </a:r>
            <a:r>
              <a:rPr lang="en-US" sz="2000">
                <a:solidFill>
                  <a:schemeClr val="accent3"/>
                </a:solidFill>
                <a:latin typeface="Fredoka One"/>
              </a:rPr>
              <a:t>Ensemble Methods</a:t>
            </a:r>
          </a:p>
          <a:p>
            <a:pPr marL="114300" algn="r" rtl="1"/>
            <a:endParaRPr lang="fa-IR" sz="2000" b="1">
              <a:solidFill>
                <a:schemeClr val="accent3"/>
              </a:solidFill>
              <a:latin typeface="Vazir" panose="020B0603030804020204" pitchFamily="34" charset="-78"/>
              <a:cs typeface="Vazir" panose="020B0603030804020204" pitchFamily="34" charset="-78"/>
            </a:endParaRPr>
          </a:p>
        </p:txBody>
      </p:sp>
      <p:sp>
        <p:nvSpPr>
          <p:cNvPr id="23" name="Flowchart: Connector 22">
            <a:extLst>
              <a:ext uri="{FF2B5EF4-FFF2-40B4-BE49-F238E27FC236}">
                <a16:creationId xmlns:a16="http://schemas.microsoft.com/office/drawing/2014/main" id="{5089529E-CA4B-675E-9B46-C4341A59757C}"/>
              </a:ext>
            </a:extLst>
          </p:cNvPr>
          <p:cNvSpPr/>
          <p:nvPr/>
        </p:nvSpPr>
        <p:spPr>
          <a:xfrm>
            <a:off x="8591550" y="267258"/>
            <a:ext cx="323850" cy="294717"/>
          </a:xfrm>
          <a:prstGeom prst="flowChartConnector">
            <a:avLst/>
          </a:prstGeom>
          <a:solidFill>
            <a:schemeClr val="bg1">
              <a:lumMod val="95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C5ECA92-7BE6-237A-1F6A-25AFB1E57D6C}"/>
              </a:ext>
            </a:extLst>
          </p:cNvPr>
          <p:cNvSpPr txBox="1"/>
          <p:nvPr/>
        </p:nvSpPr>
        <p:spPr>
          <a:xfrm>
            <a:off x="8567738" y="264281"/>
            <a:ext cx="447675" cy="307777"/>
          </a:xfrm>
          <a:prstGeom prst="rect">
            <a:avLst/>
          </a:prstGeom>
          <a:noFill/>
        </p:spPr>
        <p:txBody>
          <a:bodyPr wrap="square" rtlCol="0">
            <a:spAutoFit/>
          </a:bodyPr>
          <a:lstStyle/>
          <a:p>
            <a:r>
              <a:rPr lang="fa-IR" b="1">
                <a:solidFill>
                  <a:schemeClr val="accent3"/>
                </a:solidFill>
              </a:rPr>
              <a:t>06</a:t>
            </a:r>
            <a:endParaRPr lang="en-US" b="1">
              <a:solidFill>
                <a:schemeClr val="accent3"/>
              </a:solidFill>
            </a:endParaRPr>
          </a:p>
        </p:txBody>
      </p:sp>
      <p:sp>
        <p:nvSpPr>
          <p:cNvPr id="32" name="Arc 31">
            <a:extLst>
              <a:ext uri="{FF2B5EF4-FFF2-40B4-BE49-F238E27FC236}">
                <a16:creationId xmlns:a16="http://schemas.microsoft.com/office/drawing/2014/main" id="{982334E9-F343-E87F-0DBE-0A244A5E3AFC}"/>
              </a:ext>
            </a:extLst>
          </p:cNvPr>
          <p:cNvSpPr/>
          <p:nvPr/>
        </p:nvSpPr>
        <p:spPr>
          <a:xfrm>
            <a:off x="1919288" y="2728913"/>
            <a:ext cx="52387" cy="50006"/>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5CCF5A75-C812-32B9-B0C2-8E1E8DEECB45}"/>
              </a:ext>
            </a:extLst>
          </p:cNvPr>
          <p:cNvSpPr txBox="1"/>
          <p:nvPr/>
        </p:nvSpPr>
        <p:spPr>
          <a:xfrm>
            <a:off x="287862" y="285772"/>
            <a:ext cx="8734426" cy="1056700"/>
          </a:xfrm>
          <a:prstGeom prst="rect">
            <a:avLst/>
          </a:prstGeom>
          <a:noFill/>
        </p:spPr>
        <p:txBody>
          <a:bodyPr wrap="square" rtlCol="0">
            <a:spAutoFit/>
          </a:bodyPr>
          <a:lstStyle/>
          <a:p>
            <a:pPr algn="r" rtl="1">
              <a:spcAft>
                <a:spcPts val="800"/>
              </a:spcAft>
              <a:buNone/>
            </a:pPr>
            <a:r>
              <a:rPr lang="en-US"/>
              <a:t> </a:t>
            </a:r>
          </a:p>
          <a:p>
            <a:pPr algn="r" rtl="1">
              <a:buNone/>
            </a:pPr>
            <a:r>
              <a:rPr lang="fa-IR"/>
              <a:t>این نام را بر مدل‌هایی که از روش های تلفیقی برای افزایش دقت و پایداری در یادگیری ماشین استفاده می‌کنند نام نهاده‌اند. بطور کلی با ترکیب چند الگوریتم یک مدل قوی‌تر ساخته می‌شود. این روش‌ها می‌توانند خطاهای پیش‌بینی را کاهش داده وعملکرد بهتری نسبت به مدل‌های منفرد داشته باشند. در ادامه مثال هایی از مدل هایی با الگوریتم های تلفیقی خواهیم داشت:</a:t>
            </a:r>
            <a:endParaRPr lang="en-US"/>
          </a:p>
        </p:txBody>
      </p:sp>
      <p:sp>
        <p:nvSpPr>
          <p:cNvPr id="4" name="TextBox 3">
            <a:extLst>
              <a:ext uri="{FF2B5EF4-FFF2-40B4-BE49-F238E27FC236}">
                <a16:creationId xmlns:a16="http://schemas.microsoft.com/office/drawing/2014/main" id="{4B6BC55D-ACB0-CB21-9794-95817FED342D}"/>
              </a:ext>
            </a:extLst>
          </p:cNvPr>
          <p:cNvSpPr txBox="1"/>
          <p:nvPr/>
        </p:nvSpPr>
        <p:spPr>
          <a:xfrm>
            <a:off x="3540722" y="1357870"/>
            <a:ext cx="5474691" cy="3313728"/>
          </a:xfrm>
          <a:prstGeom prst="rect">
            <a:avLst/>
          </a:prstGeom>
          <a:noFill/>
        </p:spPr>
        <p:txBody>
          <a:bodyPr wrap="square" rtlCol="0">
            <a:spAutoFit/>
          </a:bodyPr>
          <a:lstStyle/>
          <a:p>
            <a:pPr algn="r" rtl="1"/>
            <a:r>
              <a:rPr lang="en-US" b="1">
                <a:solidFill>
                  <a:schemeClr val="accent3"/>
                </a:solidFill>
                <a:latin typeface="Vazir" panose="020B0603030804020204" pitchFamily="34" charset="-78"/>
                <a:cs typeface="Vazir" panose="020B0603030804020204" pitchFamily="34" charset="-78"/>
              </a:rPr>
              <a:t>🔹</a:t>
            </a:r>
            <a:r>
              <a:rPr lang="fa-IR" b="1">
                <a:solidFill>
                  <a:schemeClr val="accent3"/>
                </a:solidFill>
                <a:latin typeface="Vazir" panose="020B0603030804020204" pitchFamily="34" charset="-78"/>
                <a:cs typeface="Vazir" panose="020B0603030804020204" pitchFamily="34" charset="-78"/>
                <a:sym typeface="Fredoka One"/>
              </a:rPr>
              <a:t>جنگل تصادفی: (</a:t>
            </a:r>
            <a:r>
              <a:rPr lang="en-US" b="1">
                <a:solidFill>
                  <a:schemeClr val="accent3"/>
                </a:solidFill>
                <a:latin typeface="Vazir" panose="020B0603030804020204" pitchFamily="34" charset="-78"/>
                <a:cs typeface="Vazir" panose="020B0603030804020204" pitchFamily="34" charset="-78"/>
                <a:sym typeface="Fredoka One"/>
              </a:rPr>
              <a:t>Random Forest</a:t>
            </a:r>
            <a:r>
              <a:rPr lang="fa-IR" b="1">
                <a:solidFill>
                  <a:schemeClr val="accent3"/>
                </a:solidFill>
                <a:latin typeface="Vazir" panose="020B0603030804020204" pitchFamily="34" charset="-78"/>
                <a:cs typeface="Vazir" panose="020B0603030804020204" pitchFamily="34" charset="-78"/>
                <a:sym typeface="Fredoka One"/>
              </a:rPr>
              <a:t>)</a:t>
            </a:r>
            <a:endParaRPr lang="en-US" b="1">
              <a:solidFill>
                <a:schemeClr val="accent3"/>
              </a:solidFill>
              <a:latin typeface="Vazir" panose="020B0603030804020204" pitchFamily="34" charset="-78"/>
              <a:cs typeface="Vazir" panose="020B0603030804020204" pitchFamily="34" charset="-78"/>
              <a:sym typeface="Fredoka One"/>
            </a:endParaRPr>
          </a:p>
          <a:p>
            <a:pPr algn="r" rtl="1"/>
            <a:r>
              <a:rPr lang="fa-IR">
                <a:sym typeface="Fredoka One"/>
              </a:rPr>
              <a:t>جنگل تصادفی اسمش را از تعدد درخت های تصمیمی که بصورت تصادفی پردازش می‌کند گرفته است؛ کارکرد این مدل </a:t>
            </a:r>
            <a:r>
              <a:rPr lang="fa-IR" b="1"/>
              <a:t>ترکیبی از چندین درخت تصمیم</a:t>
            </a:r>
            <a:r>
              <a:rPr lang="fa-IR"/>
              <a:t> است که به‌صورت </a:t>
            </a:r>
            <a:r>
              <a:rPr lang="fa-IR" b="1"/>
              <a:t>تصادفی</a:t>
            </a:r>
            <a:r>
              <a:rPr lang="fa-IR"/>
              <a:t> آموزش می‌بینند. هر درخت از یک نمونه تصادفی از داده‌ها و ویژگی‌ها استفاده می‌کند، و در نهایت نتایج درخت‌ها با </a:t>
            </a:r>
            <a:r>
              <a:rPr lang="fa-IR" b="1"/>
              <a:t>رأی‌گیری(برای دسته‌بندی)</a:t>
            </a:r>
            <a:r>
              <a:rPr lang="fa-IR"/>
              <a:t> یا </a:t>
            </a:r>
            <a:r>
              <a:rPr lang="fa-IR" b="1"/>
              <a:t>میانگین‌گیری(برای رگرسیون/مقادیر عددی)</a:t>
            </a:r>
            <a:r>
              <a:rPr lang="fa-IR"/>
              <a:t> ترکیب می‌شود.</a:t>
            </a:r>
          </a:p>
          <a:p>
            <a:pPr algn="r" rtl="1">
              <a:spcAft>
                <a:spcPts val="800"/>
              </a:spcAft>
              <a:buNone/>
            </a:pPr>
            <a:r>
              <a:rPr lang="fa-IR"/>
              <a:t>جنگل تصادفی الگوریتم تلفیقی پیشرفته ای است که با وجود داده های بهم ریخته بهینه سازی را به حداکثر می‌رساند، از این رو بسیار محبوب هم هست. ورودی داده ها می‌توانند شامل ترکیبی از متغیرهای عددی و گروه بندس شده باشند.</a:t>
            </a:r>
          </a:p>
          <a:p>
            <a:pPr algn="r" rtl="1">
              <a:buNone/>
            </a:pPr>
            <a:r>
              <a:rPr lang="fa-IR" b="1"/>
              <a:t>ورودی: </a:t>
            </a:r>
            <a:r>
              <a:rPr lang="fa-IR"/>
              <a:t>ویژگی‌های عددی یا دسته‌ای</a:t>
            </a:r>
          </a:p>
          <a:p>
            <a:pPr algn="r" rtl="1">
              <a:buNone/>
            </a:pPr>
            <a:r>
              <a:rPr lang="fa-IR" b="1"/>
              <a:t>خروجی: </a:t>
            </a:r>
            <a:r>
              <a:rPr lang="fa-IR"/>
              <a:t>کلاس پیش‌بینی‌شده یا مقدار عددی</a:t>
            </a:r>
          </a:p>
          <a:p>
            <a:pPr algn="r" rtl="1">
              <a:buNone/>
            </a:pPr>
            <a:r>
              <a:rPr lang="fa-IR" b="1"/>
              <a:t>کاربرد: </a:t>
            </a:r>
            <a:r>
              <a:rPr lang="fa-IR"/>
              <a:t>زمانی که داده‌ها دارای نویز هستند یا ویژگی‌های غیرمفید زیادی دارند، نیاز به مدلی داریم که بدون تنظیم زیاد پارامترها عملکرد قابل قبولی داشته باشد؛مانند تشخیص بیماری، سیستم‌های توصیه‌گر، پیش‌بینی فروش و ...</a:t>
            </a:r>
            <a:endParaRPr lang="en-US"/>
          </a:p>
        </p:txBody>
      </p:sp>
      <p:pic>
        <p:nvPicPr>
          <p:cNvPr id="11" name="Picture 10">
            <a:extLst>
              <a:ext uri="{FF2B5EF4-FFF2-40B4-BE49-F238E27FC236}">
                <a16:creationId xmlns:a16="http://schemas.microsoft.com/office/drawing/2014/main" id="{55D2F03A-F5BF-1C8C-C38E-1D8A104A6271}"/>
              </a:ext>
            </a:extLst>
          </p:cNvPr>
          <p:cNvPicPr>
            <a:picLocks noChangeAspect="1"/>
          </p:cNvPicPr>
          <p:nvPr/>
        </p:nvPicPr>
        <p:blipFill>
          <a:blip r:embed="rId2"/>
          <a:srcRect t="1916" b="2131"/>
          <a:stretch/>
        </p:blipFill>
        <p:spPr>
          <a:xfrm>
            <a:off x="231712" y="1449359"/>
            <a:ext cx="3315882" cy="3442745"/>
          </a:xfrm>
          <a:prstGeom prst="rect">
            <a:avLst/>
          </a:prstGeom>
        </p:spPr>
      </p:pic>
      <p:sp>
        <p:nvSpPr>
          <p:cNvPr id="13" name="Rectangle 12">
            <a:extLst>
              <a:ext uri="{FF2B5EF4-FFF2-40B4-BE49-F238E27FC236}">
                <a16:creationId xmlns:a16="http://schemas.microsoft.com/office/drawing/2014/main" id="{85A6153F-9094-DA85-F7DC-2C18A54838E2}"/>
              </a:ext>
            </a:extLst>
          </p:cNvPr>
          <p:cNvSpPr/>
          <p:nvPr/>
        </p:nvSpPr>
        <p:spPr>
          <a:xfrm>
            <a:off x="3172095" y="1546742"/>
            <a:ext cx="281883" cy="22000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8878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1FBC8"/>
        </a:solidFill>
        <a:effectLst/>
      </p:bgPr>
    </p:bg>
    <p:spTree>
      <p:nvGrpSpPr>
        <p:cNvPr id="1" name="">
          <a:extLst>
            <a:ext uri="{FF2B5EF4-FFF2-40B4-BE49-F238E27FC236}">
              <a16:creationId xmlns:a16="http://schemas.microsoft.com/office/drawing/2014/main" id="{5A95CF5B-AC6E-C258-F611-B583EDE33007}"/>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AB140377-4123-8319-83CF-D35FDCC7804F}"/>
              </a:ext>
            </a:extLst>
          </p:cNvPr>
          <p:cNvSpPr/>
          <p:nvPr/>
        </p:nvSpPr>
        <p:spPr>
          <a:xfrm>
            <a:off x="85725" y="95250"/>
            <a:ext cx="8972550" cy="4953000"/>
          </a:xfrm>
          <a:prstGeom prst="rect">
            <a:avLst/>
          </a:prstGeom>
          <a:solidFill>
            <a:schemeClr val="bg1"/>
          </a:solidFill>
          <a:ln w="571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23" name="Flowchart: Connector 22">
            <a:extLst>
              <a:ext uri="{FF2B5EF4-FFF2-40B4-BE49-F238E27FC236}">
                <a16:creationId xmlns:a16="http://schemas.microsoft.com/office/drawing/2014/main" id="{5CC48E26-C73F-78E1-6F40-F0C19DA1353A}"/>
              </a:ext>
            </a:extLst>
          </p:cNvPr>
          <p:cNvSpPr/>
          <p:nvPr/>
        </p:nvSpPr>
        <p:spPr>
          <a:xfrm>
            <a:off x="8591550" y="267258"/>
            <a:ext cx="323850" cy="294717"/>
          </a:xfrm>
          <a:prstGeom prst="flowChartConnector">
            <a:avLst/>
          </a:prstGeom>
          <a:solidFill>
            <a:schemeClr val="bg1">
              <a:lumMod val="95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91AD9D1-3B53-14E5-D767-898C8ED98F10}"/>
              </a:ext>
            </a:extLst>
          </p:cNvPr>
          <p:cNvSpPr txBox="1"/>
          <p:nvPr/>
        </p:nvSpPr>
        <p:spPr>
          <a:xfrm>
            <a:off x="8567738" y="264281"/>
            <a:ext cx="447675" cy="307777"/>
          </a:xfrm>
          <a:prstGeom prst="rect">
            <a:avLst/>
          </a:prstGeom>
          <a:noFill/>
        </p:spPr>
        <p:txBody>
          <a:bodyPr wrap="square" rtlCol="0">
            <a:spAutoFit/>
          </a:bodyPr>
          <a:lstStyle/>
          <a:p>
            <a:r>
              <a:rPr lang="fa-IR" b="1">
                <a:solidFill>
                  <a:schemeClr val="accent3"/>
                </a:solidFill>
              </a:rPr>
              <a:t>06</a:t>
            </a:r>
            <a:endParaRPr lang="en-US" b="1">
              <a:solidFill>
                <a:schemeClr val="accent3"/>
              </a:solidFill>
            </a:endParaRPr>
          </a:p>
        </p:txBody>
      </p:sp>
      <p:sp>
        <p:nvSpPr>
          <p:cNvPr id="32" name="Arc 31">
            <a:extLst>
              <a:ext uri="{FF2B5EF4-FFF2-40B4-BE49-F238E27FC236}">
                <a16:creationId xmlns:a16="http://schemas.microsoft.com/office/drawing/2014/main" id="{DF91DDC6-0E25-D4FB-0CDE-2B98AE4357F5}"/>
              </a:ext>
            </a:extLst>
          </p:cNvPr>
          <p:cNvSpPr/>
          <p:nvPr/>
        </p:nvSpPr>
        <p:spPr>
          <a:xfrm>
            <a:off x="1919288" y="2728913"/>
            <a:ext cx="52387" cy="50006"/>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Title 6">
            <a:extLst>
              <a:ext uri="{FF2B5EF4-FFF2-40B4-BE49-F238E27FC236}">
                <a16:creationId xmlns:a16="http://schemas.microsoft.com/office/drawing/2014/main" id="{DE13B186-9A82-1E52-23C2-53D07A38C4EB}"/>
              </a:ext>
            </a:extLst>
          </p:cNvPr>
          <p:cNvSpPr txBox="1">
            <a:spLocks/>
          </p:cNvSpPr>
          <p:nvPr/>
        </p:nvSpPr>
        <p:spPr>
          <a:xfrm>
            <a:off x="3540722" y="172008"/>
            <a:ext cx="5027625" cy="4852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Fredoka One"/>
              <a:buNone/>
              <a:defRPr sz="2800" b="0" i="0" u="none" strike="noStrike" cap="none">
                <a:solidFill>
                  <a:srgbClr val="FFFFFF"/>
                </a:solidFill>
                <a:latin typeface="Fredoka One"/>
                <a:ea typeface="Fredoka One"/>
                <a:cs typeface="Fredoka One"/>
                <a:sym typeface="Fredoka One"/>
              </a:defRPr>
            </a:lvl1pPr>
            <a:lvl2pPr marR="0" lvl="1"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2pPr>
            <a:lvl3pPr marR="0" lvl="2"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3pPr>
            <a:lvl4pPr marR="0" lvl="3"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4pPr>
            <a:lvl5pPr marR="0" lvl="4"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5pPr>
            <a:lvl6pPr marR="0" lvl="5"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6pPr>
            <a:lvl7pPr marR="0" lvl="6"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7pPr>
            <a:lvl8pPr marR="0" lvl="7"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8pPr>
            <a:lvl9pPr marR="0" lvl="8" algn="l" rtl="0">
              <a:lnSpc>
                <a:spcPct val="100000"/>
              </a:lnSpc>
              <a:spcBef>
                <a:spcPts val="0"/>
              </a:spcBef>
              <a:spcAft>
                <a:spcPts val="0"/>
              </a:spcAft>
              <a:buClr>
                <a:schemeClr val="dk1"/>
              </a:buClr>
              <a:buSzPts val="2800"/>
              <a:buFont typeface="Fredoka One"/>
              <a:buNone/>
              <a:defRPr sz="2800" b="0" i="0" u="none" strike="noStrike" cap="none">
                <a:solidFill>
                  <a:schemeClr val="dk1"/>
                </a:solidFill>
                <a:latin typeface="Fredoka One"/>
                <a:ea typeface="Fredoka One"/>
                <a:cs typeface="Fredoka One"/>
                <a:sym typeface="Fredoka One"/>
              </a:defRPr>
            </a:lvl9pPr>
          </a:lstStyle>
          <a:p>
            <a:pPr marL="0" lvl="0" indent="0" algn="r" rtl="1">
              <a:spcBef>
                <a:spcPts val="0"/>
              </a:spcBef>
              <a:spcAft>
                <a:spcPts val="0"/>
              </a:spcAft>
              <a:buNone/>
            </a:pPr>
            <a:r>
              <a:rPr lang="fa-IR" sz="2000" b="1">
                <a:solidFill>
                  <a:schemeClr val="accent3"/>
                </a:solidFill>
                <a:latin typeface="Vazir" panose="020B0603030804020204" pitchFamily="34" charset="-78"/>
                <a:cs typeface="Vazir" panose="020B0603030804020204" pitchFamily="34" charset="-78"/>
              </a:rPr>
              <a:t>روش های تلفیقی: (</a:t>
            </a:r>
            <a:r>
              <a:rPr lang="en-US" sz="2000">
                <a:solidFill>
                  <a:schemeClr val="accent3"/>
                </a:solidFill>
                <a:latin typeface="Fredoka One"/>
                <a:sym typeface="Raleway"/>
              </a:rPr>
              <a:t> </a:t>
            </a:r>
            <a:r>
              <a:rPr lang="en-US" sz="2000">
                <a:solidFill>
                  <a:schemeClr val="accent3"/>
                </a:solidFill>
              </a:rPr>
              <a:t>(</a:t>
            </a:r>
            <a:r>
              <a:rPr lang="en-US" sz="2000">
                <a:solidFill>
                  <a:schemeClr val="accent3"/>
                </a:solidFill>
                <a:latin typeface="Fredoka One"/>
              </a:rPr>
              <a:t>Ensemble Methods</a:t>
            </a:r>
          </a:p>
          <a:p>
            <a:pPr marL="114300" algn="r" rtl="1"/>
            <a:endParaRPr lang="fa-IR" sz="2000" b="1">
              <a:solidFill>
                <a:schemeClr val="accent3"/>
              </a:solidFill>
              <a:latin typeface="Vazir" panose="020B0603030804020204" pitchFamily="34" charset="-78"/>
              <a:cs typeface="Vazir" panose="020B0603030804020204" pitchFamily="34" charset="-78"/>
            </a:endParaRPr>
          </a:p>
        </p:txBody>
      </p:sp>
      <p:sp>
        <p:nvSpPr>
          <p:cNvPr id="3" name="TextBox 2">
            <a:extLst>
              <a:ext uri="{FF2B5EF4-FFF2-40B4-BE49-F238E27FC236}">
                <a16:creationId xmlns:a16="http://schemas.microsoft.com/office/drawing/2014/main" id="{D9F11631-5569-BF8C-A5FA-7B227AF9C12A}"/>
              </a:ext>
            </a:extLst>
          </p:cNvPr>
          <p:cNvSpPr txBox="1"/>
          <p:nvPr/>
        </p:nvSpPr>
        <p:spPr>
          <a:xfrm>
            <a:off x="85726" y="733984"/>
            <a:ext cx="8929688" cy="1123384"/>
          </a:xfrm>
          <a:prstGeom prst="rect">
            <a:avLst/>
          </a:prstGeom>
          <a:noFill/>
        </p:spPr>
        <p:txBody>
          <a:bodyPr wrap="square" rtlCol="0">
            <a:spAutoFit/>
          </a:bodyPr>
          <a:lstStyle/>
          <a:p>
            <a:pPr algn="r" rtl="1"/>
            <a:r>
              <a:rPr lang="en-US" b="1">
                <a:solidFill>
                  <a:schemeClr val="accent3"/>
                </a:solidFill>
                <a:latin typeface="Vazir" panose="020B0603030804020204" pitchFamily="34" charset="-78"/>
                <a:cs typeface="Vazir" panose="020B0603030804020204" pitchFamily="34" charset="-78"/>
              </a:rPr>
              <a:t>🔹</a:t>
            </a:r>
            <a:r>
              <a:rPr lang="fa-IR" b="1">
                <a:solidFill>
                  <a:schemeClr val="accent3"/>
                </a:solidFill>
                <a:latin typeface="Vazir" panose="020B0603030804020204" pitchFamily="34" charset="-78"/>
                <a:cs typeface="Vazir" panose="020B0603030804020204" pitchFamily="34" charset="-78"/>
                <a:sym typeface="Fredoka One"/>
              </a:rPr>
              <a:t>تقویت گرادیان: (</a:t>
            </a:r>
            <a:r>
              <a:rPr lang="en-US" b="1">
                <a:solidFill>
                  <a:schemeClr val="accent3"/>
                </a:solidFill>
                <a:latin typeface="Vazir" panose="020B0603030804020204" pitchFamily="34" charset="-78"/>
                <a:cs typeface="Vazir" panose="020B0603030804020204" pitchFamily="34" charset="-78"/>
              </a:rPr>
              <a:t>Gradient Boosting</a:t>
            </a:r>
            <a:r>
              <a:rPr lang="fa-IR" b="1">
                <a:solidFill>
                  <a:schemeClr val="accent3"/>
                </a:solidFill>
                <a:latin typeface="Vazir" panose="020B0603030804020204" pitchFamily="34" charset="-78"/>
                <a:cs typeface="Vazir" panose="020B0603030804020204" pitchFamily="34" charset="-78"/>
                <a:sym typeface="Fredoka One"/>
              </a:rPr>
              <a:t>)</a:t>
            </a:r>
            <a:endParaRPr lang="en-US" b="1">
              <a:solidFill>
                <a:schemeClr val="accent3"/>
              </a:solidFill>
              <a:latin typeface="Vazir" panose="020B0603030804020204" pitchFamily="34" charset="-78"/>
              <a:cs typeface="Vazir" panose="020B0603030804020204" pitchFamily="34" charset="-78"/>
              <a:sym typeface="Fredoka One"/>
            </a:endParaRPr>
          </a:p>
          <a:p>
            <a:pPr algn="r" rtl="1"/>
            <a:r>
              <a:rPr lang="fa-IR" sz="1300"/>
              <a:t>مدلی قدرتمند که با آموزش مدل‌های ساده (اغلب درخت‌های کم‌عمق) به‌صورت پشت‌سرهم کار می‌کند. هر مدل جدید سعی می‌کند خطای مدل قبلی را اصلاح کند. این مدل بسیار دقیق تر از </a:t>
            </a:r>
            <a:r>
              <a:rPr lang="en-US" sz="1300"/>
              <a:t>Random Forest</a:t>
            </a:r>
            <a:r>
              <a:rPr lang="fa-IR" sz="1300"/>
              <a:t> است، صادقانه دقیق ترین مدل ممکن اما باید با داده های مرتب شده و مرتبط کار کند.</a:t>
            </a:r>
          </a:p>
          <a:p>
            <a:pPr algn="r" rtl="1"/>
            <a:r>
              <a:rPr lang="fa-IR" sz="1300"/>
              <a:t>الگوریتم‌های محبوب در این دسته شامل </a:t>
            </a:r>
            <a:r>
              <a:rPr lang="en-US" sz="1200"/>
              <a:t>XGBoost</a:t>
            </a:r>
            <a:r>
              <a:rPr lang="en-US" sz="1300"/>
              <a:t>،</a:t>
            </a:r>
            <a:r>
              <a:rPr lang="en-US" sz="1200"/>
              <a:t>LightGBM</a:t>
            </a:r>
            <a:r>
              <a:rPr lang="en-US" sz="1300"/>
              <a:t> </a:t>
            </a:r>
            <a:r>
              <a:rPr lang="fa-IR" sz="1300"/>
              <a:t> و </a:t>
            </a:r>
            <a:r>
              <a:rPr lang="en-US" sz="1300"/>
              <a:t> </a:t>
            </a:r>
            <a:r>
              <a:rPr lang="en-US" sz="1200"/>
              <a:t>CatBoost</a:t>
            </a:r>
            <a:r>
              <a:rPr lang="fa-IR" sz="1300"/>
              <a:t>هستند.</a:t>
            </a:r>
          </a:p>
          <a:p>
            <a:pPr algn="r" rtl="1"/>
            <a:endParaRPr lang="fa-IR"/>
          </a:p>
        </p:txBody>
      </p:sp>
      <p:pic>
        <p:nvPicPr>
          <p:cNvPr id="6" name="Picture 5">
            <a:extLst>
              <a:ext uri="{FF2B5EF4-FFF2-40B4-BE49-F238E27FC236}">
                <a16:creationId xmlns:a16="http://schemas.microsoft.com/office/drawing/2014/main" id="{BC4EAB65-1A2A-B794-EABF-45B514ECEE14}"/>
              </a:ext>
            </a:extLst>
          </p:cNvPr>
          <p:cNvPicPr>
            <a:picLocks noChangeAspect="1"/>
          </p:cNvPicPr>
          <p:nvPr/>
        </p:nvPicPr>
        <p:blipFill>
          <a:blip r:embed="rId2"/>
          <a:stretch>
            <a:fillRect/>
          </a:stretch>
        </p:blipFill>
        <p:spPr>
          <a:xfrm>
            <a:off x="197623" y="1809033"/>
            <a:ext cx="5199400" cy="3162459"/>
          </a:xfrm>
          <a:prstGeom prst="rect">
            <a:avLst/>
          </a:prstGeom>
        </p:spPr>
      </p:pic>
      <p:sp>
        <p:nvSpPr>
          <p:cNvPr id="7" name="TextBox 6">
            <a:extLst>
              <a:ext uri="{FF2B5EF4-FFF2-40B4-BE49-F238E27FC236}">
                <a16:creationId xmlns:a16="http://schemas.microsoft.com/office/drawing/2014/main" id="{5766B999-18B0-49CF-F5F5-6909A267E7FA}"/>
              </a:ext>
            </a:extLst>
          </p:cNvPr>
          <p:cNvSpPr txBox="1"/>
          <p:nvPr/>
        </p:nvSpPr>
        <p:spPr>
          <a:xfrm>
            <a:off x="5301523" y="1647107"/>
            <a:ext cx="3713892" cy="2410916"/>
          </a:xfrm>
          <a:prstGeom prst="rect">
            <a:avLst/>
          </a:prstGeom>
          <a:noFill/>
        </p:spPr>
        <p:txBody>
          <a:bodyPr wrap="square" rtlCol="0">
            <a:spAutoFit/>
          </a:bodyPr>
          <a:lstStyle/>
          <a:p>
            <a:pPr algn="r" rtl="1"/>
            <a:r>
              <a:rPr lang="fa-IR" sz="1200" b="1"/>
              <a:t>ورودی: </a:t>
            </a:r>
            <a:r>
              <a:rPr lang="fa-IR" sz="1200"/>
              <a:t>داده‌های عددی یا دسته‌ای مرتب شده با برچسب هدف</a:t>
            </a:r>
          </a:p>
          <a:p>
            <a:pPr algn="r" rtl="1"/>
            <a:r>
              <a:rPr lang="fa-IR" sz="1200" b="1"/>
              <a:t>خروجی: </a:t>
            </a:r>
            <a:r>
              <a:rPr lang="fa-IR" sz="1200"/>
              <a:t>احتمال دسته، کلاس یا مقدار پیوسته</a:t>
            </a:r>
          </a:p>
          <a:p>
            <a:pPr algn="r" rtl="1">
              <a:spcAft>
                <a:spcPts val="800"/>
              </a:spcAft>
            </a:pPr>
            <a:r>
              <a:rPr lang="fa-IR" sz="1200" b="1"/>
              <a:t>کاربرد: </a:t>
            </a:r>
            <a:r>
              <a:rPr lang="fa-IR" sz="1200"/>
              <a:t>رتبه‌بندی نتایج جستجو، قیمت‌گذاری، پیش‌بینی زمان‌بند رویدادها </a:t>
            </a:r>
          </a:p>
          <a:p>
            <a:pPr algn="r" rtl="1">
              <a:spcAft>
                <a:spcPts val="800"/>
              </a:spcAft>
            </a:pPr>
            <a:r>
              <a:rPr lang="fa-IR" sz="1200"/>
              <a:t>تفاوت تعیین کننده بین </a:t>
            </a:r>
            <a:r>
              <a:rPr lang="en-US" sz="1100"/>
              <a:t>Random Forest</a:t>
            </a:r>
            <a:r>
              <a:rPr lang="fa-IR" sz="1100"/>
              <a:t> </a:t>
            </a:r>
            <a:r>
              <a:rPr lang="fa-IR" sz="1200"/>
              <a:t>و</a:t>
            </a:r>
            <a:r>
              <a:rPr lang="en-US" sz="1100"/>
              <a:t>Gradient Boosting</a:t>
            </a:r>
            <a:r>
              <a:rPr lang="fa-IR" sz="1200"/>
              <a:t> در این است که </a:t>
            </a:r>
            <a:r>
              <a:rPr lang="en-US" sz="1100"/>
              <a:t>Random Forest</a:t>
            </a:r>
            <a:r>
              <a:rPr lang="fa-IR" sz="1100"/>
              <a:t> </a:t>
            </a:r>
            <a:r>
              <a:rPr lang="fa-IR" sz="1200"/>
              <a:t>درخت ها را تصدفی انتخاب کرده هر کدام را جداگانه پردازش می‌کند و در آخر با در نظر گرفتن این مدل های تمرین داده شده به جوابی میانگین می‌رسد،</a:t>
            </a:r>
            <a:r>
              <a:rPr lang="en-US" sz="1200"/>
              <a:t> </a:t>
            </a:r>
            <a:r>
              <a:rPr lang="fa-IR" sz="1200"/>
              <a:t>درواقع تمرکز </a:t>
            </a:r>
            <a:r>
              <a:rPr lang="en-US" sz="1100"/>
              <a:t>Random Forest</a:t>
            </a:r>
            <a:r>
              <a:rPr lang="fa-IR" sz="1100"/>
              <a:t> </a:t>
            </a:r>
            <a:r>
              <a:rPr lang="fa-IR" sz="1200"/>
              <a:t>روی کم کردن واریانس است، درحالی که </a:t>
            </a:r>
            <a:r>
              <a:rPr lang="en-US" sz="1100"/>
              <a:t>Boosting</a:t>
            </a:r>
            <a:r>
              <a:rPr lang="fa-IR" sz="1200"/>
              <a:t> </a:t>
            </a:r>
            <a:r>
              <a:rPr lang="en-US" sz="1100"/>
              <a:t>Gradient</a:t>
            </a:r>
            <a:r>
              <a:rPr lang="fa-IR" sz="1200"/>
              <a:t> مدل‌ها به‌صورت پشت‌سرهم ساخته می‌شوند و هر مدل جدید سعی می‌کند با مدل قبلی تلفیق داده شود و آن را اصلاح کند. تمرکز آن روی کاهش بایاس مدل است. دقت بالاتری دارد ولی به تنظیمات دقیق‌تر و داده‌های تمیزتری نیاز دارد.</a:t>
            </a:r>
            <a:endParaRPr lang="en-US" sz="1200"/>
          </a:p>
        </p:txBody>
      </p:sp>
      <p:sp>
        <p:nvSpPr>
          <p:cNvPr id="9" name="TextBox 8">
            <a:extLst>
              <a:ext uri="{FF2B5EF4-FFF2-40B4-BE49-F238E27FC236}">
                <a16:creationId xmlns:a16="http://schemas.microsoft.com/office/drawing/2014/main" id="{2FA7D94D-C071-3A41-B3AD-25020C92026D}"/>
              </a:ext>
            </a:extLst>
          </p:cNvPr>
          <p:cNvSpPr txBox="1"/>
          <p:nvPr/>
        </p:nvSpPr>
        <p:spPr>
          <a:xfrm>
            <a:off x="3842478" y="4202664"/>
            <a:ext cx="5185597" cy="646331"/>
          </a:xfrm>
          <a:prstGeom prst="rect">
            <a:avLst/>
          </a:prstGeom>
          <a:noFill/>
        </p:spPr>
        <p:txBody>
          <a:bodyPr wrap="square" rtlCol="0">
            <a:spAutoFit/>
          </a:bodyPr>
          <a:lstStyle/>
          <a:p>
            <a:pPr algn="r" rtl="1"/>
            <a:r>
              <a:rPr lang="fa-IR" sz="1200" b="1"/>
              <a:t>بایاس (</a:t>
            </a:r>
            <a:r>
              <a:rPr lang="en-US" sz="1200" b="1"/>
              <a:t> (Bias</a:t>
            </a:r>
            <a:r>
              <a:rPr lang="fa-IR" sz="1200"/>
              <a:t>در علم داده به معنی خطای سیستماتیک مدل است؛ یعنی مدلی که به دلیل ساده بودن یا نادرست بودن فرضیات، نمی‌تواند الگوهای واقعی داده را به‌درستی یاد بگیرد.</a:t>
            </a:r>
            <a:r>
              <a:rPr lang="en-US" sz="1200"/>
              <a:t> </a:t>
            </a:r>
            <a:r>
              <a:rPr lang="fa-IR" sz="1200"/>
              <a:t>با اضافه کردن متغییری به عنوان بایاس به مدل می‌توان دقت جواب های مدل را به مقدار درست نزدیک تر کرد.</a:t>
            </a:r>
            <a:endParaRPr lang="en-US" sz="1200"/>
          </a:p>
        </p:txBody>
      </p:sp>
      <p:sp>
        <p:nvSpPr>
          <p:cNvPr id="10" name="TextBox 9">
            <a:extLst>
              <a:ext uri="{FF2B5EF4-FFF2-40B4-BE49-F238E27FC236}">
                <a16:creationId xmlns:a16="http://schemas.microsoft.com/office/drawing/2014/main" id="{7DAB7858-55DA-859F-5422-AF3B909809C4}"/>
              </a:ext>
            </a:extLst>
          </p:cNvPr>
          <p:cNvSpPr txBox="1"/>
          <p:nvPr/>
        </p:nvSpPr>
        <p:spPr>
          <a:xfrm>
            <a:off x="8514959" y="4019347"/>
            <a:ext cx="555171" cy="523220"/>
          </a:xfrm>
          <a:prstGeom prst="rect">
            <a:avLst/>
          </a:prstGeom>
          <a:noFill/>
        </p:spPr>
        <p:txBody>
          <a:bodyPr wrap="square" rtlCol="0">
            <a:spAutoFit/>
          </a:bodyPr>
          <a:lstStyle/>
          <a:p>
            <a:pPr algn="r"/>
            <a:r>
              <a:rPr lang="fa-IR" sz="1400">
                <a:solidFill>
                  <a:schemeClr val="accent3"/>
                </a:solidFill>
                <a:latin typeface="+mj-lt"/>
                <a:cs typeface="B Jadid" panose="00000700000000000000" pitchFamily="2" charset="-78"/>
              </a:rPr>
              <a:t>*</a:t>
            </a:r>
            <a:r>
              <a:rPr lang="fa-IR" sz="1400">
                <a:solidFill>
                  <a:schemeClr val="accent3"/>
                </a:solidFill>
                <a:cs typeface="Mitra" panose="00000400000000000000" pitchFamily="2" charset="-78"/>
              </a:rPr>
              <a:t>نکته</a:t>
            </a:r>
            <a:r>
              <a:rPr lang="fa-IR">
                <a:solidFill>
                  <a:schemeClr val="accent3"/>
                </a:solidFill>
                <a:cs typeface="Mitra" panose="00000400000000000000" pitchFamily="2" charset="-78"/>
              </a:rPr>
              <a:t>:</a:t>
            </a:r>
          </a:p>
          <a:p>
            <a:pPr algn="r"/>
            <a:endParaRPr lang="en-US"/>
          </a:p>
        </p:txBody>
      </p:sp>
    </p:spTree>
    <p:extLst>
      <p:ext uri="{BB962C8B-B14F-4D97-AF65-F5344CB8AC3E}">
        <p14:creationId xmlns:p14="http://schemas.microsoft.com/office/powerpoint/2010/main" val="3083676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81">
          <a:extLst>
            <a:ext uri="{FF2B5EF4-FFF2-40B4-BE49-F238E27FC236}">
              <a16:creationId xmlns:a16="http://schemas.microsoft.com/office/drawing/2014/main" id="{D6CFAEAB-FA4D-0FAD-9EDC-C2F2900B200F}"/>
            </a:ext>
          </a:extLst>
        </p:cNvPr>
        <p:cNvGrpSpPr/>
        <p:nvPr/>
      </p:nvGrpSpPr>
      <p:grpSpPr>
        <a:xfrm>
          <a:off x="0" y="0"/>
          <a:ext cx="0" cy="0"/>
          <a:chOff x="0" y="0"/>
          <a:chExt cx="0" cy="0"/>
        </a:xfrm>
      </p:grpSpPr>
      <p:grpSp>
        <p:nvGrpSpPr>
          <p:cNvPr id="2" name="Google Shape;921;p47">
            <a:extLst>
              <a:ext uri="{FF2B5EF4-FFF2-40B4-BE49-F238E27FC236}">
                <a16:creationId xmlns:a16="http://schemas.microsoft.com/office/drawing/2014/main" id="{5E58E00D-6020-E648-8D26-9C2293485FB5}"/>
              </a:ext>
            </a:extLst>
          </p:cNvPr>
          <p:cNvGrpSpPr/>
          <p:nvPr/>
        </p:nvGrpSpPr>
        <p:grpSpPr>
          <a:xfrm rot="3657457">
            <a:off x="1163489" y="-783528"/>
            <a:ext cx="7136436" cy="6668216"/>
            <a:chOff x="1692303" y="1064449"/>
            <a:chExt cx="4039148" cy="3868297"/>
          </a:xfrm>
          <a:solidFill>
            <a:srgbClr val="01FBC8"/>
          </a:solidFill>
        </p:grpSpPr>
        <p:sp>
          <p:nvSpPr>
            <p:cNvPr id="3" name="Google Shape;922;p47">
              <a:extLst>
                <a:ext uri="{FF2B5EF4-FFF2-40B4-BE49-F238E27FC236}">
                  <a16:creationId xmlns:a16="http://schemas.microsoft.com/office/drawing/2014/main" id="{9C0B508B-468F-1DBB-9506-FAE54EAAF42F}"/>
                </a:ext>
              </a:extLst>
            </p:cNvPr>
            <p:cNvSpPr/>
            <p:nvPr/>
          </p:nvSpPr>
          <p:spPr>
            <a:xfrm rot="20427377">
              <a:off x="1692303" y="1064449"/>
              <a:ext cx="4039148" cy="3868297"/>
            </a:xfrm>
            <a:custGeom>
              <a:avLst/>
              <a:gdLst/>
              <a:ahLst/>
              <a:cxnLst/>
              <a:rect l="l" t="t" r="r" b="b"/>
              <a:pathLst>
                <a:path w="154472" h="148515" extrusionOk="0">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923;p47">
              <a:extLst>
                <a:ext uri="{FF2B5EF4-FFF2-40B4-BE49-F238E27FC236}">
                  <a16:creationId xmlns:a16="http://schemas.microsoft.com/office/drawing/2014/main" id="{30465D6E-1C39-6987-5829-79E9F802B8F2}"/>
                </a:ext>
              </a:extLst>
            </p:cNvPr>
            <p:cNvSpPr/>
            <p:nvPr/>
          </p:nvSpPr>
          <p:spPr>
            <a:xfrm>
              <a:off x="2818350" y="1817311"/>
              <a:ext cx="218125" cy="218125"/>
            </a:xfrm>
            <a:custGeom>
              <a:avLst/>
              <a:gdLst/>
              <a:ahLst/>
              <a:cxnLst/>
              <a:rect l="l" t="t" r="r" b="b"/>
              <a:pathLst>
                <a:path w="8725" h="8725" extrusionOk="0">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924;p47">
              <a:extLst>
                <a:ext uri="{FF2B5EF4-FFF2-40B4-BE49-F238E27FC236}">
                  <a16:creationId xmlns:a16="http://schemas.microsoft.com/office/drawing/2014/main" id="{05A41B41-B1D8-188B-F2EC-7B4932ED7768}"/>
                </a:ext>
              </a:extLst>
            </p:cNvPr>
            <p:cNvSpPr/>
            <p:nvPr/>
          </p:nvSpPr>
          <p:spPr>
            <a:xfrm>
              <a:off x="3016041" y="1693534"/>
              <a:ext cx="96525" cy="96525"/>
            </a:xfrm>
            <a:custGeom>
              <a:avLst/>
              <a:gdLst/>
              <a:ahLst/>
              <a:cxnLst/>
              <a:rect l="l" t="t" r="r" b="b"/>
              <a:pathLst>
                <a:path w="3861" h="3861" extrusionOk="0">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922;p47">
            <a:extLst>
              <a:ext uri="{FF2B5EF4-FFF2-40B4-BE49-F238E27FC236}">
                <a16:creationId xmlns:a16="http://schemas.microsoft.com/office/drawing/2014/main" id="{3548C3D3-B01B-E77E-1170-52D1C7AEB2F8}"/>
              </a:ext>
            </a:extLst>
          </p:cNvPr>
          <p:cNvSpPr/>
          <p:nvPr/>
        </p:nvSpPr>
        <p:spPr>
          <a:xfrm rot="2484834">
            <a:off x="1666477" y="-405981"/>
            <a:ext cx="6130460" cy="5955461"/>
          </a:xfrm>
          <a:custGeom>
            <a:avLst/>
            <a:gdLst/>
            <a:ahLst/>
            <a:cxnLst/>
            <a:rect l="l" t="t" r="r" b="b"/>
            <a:pathLst>
              <a:path w="154472" h="148515" extrusionOk="0">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5">
            <a:extLst>
              <a:ext uri="{FF2B5EF4-FFF2-40B4-BE49-F238E27FC236}">
                <a16:creationId xmlns:a16="http://schemas.microsoft.com/office/drawing/2014/main" id="{6EB39077-DE95-8B28-AECB-B2A23E42EFAB}"/>
              </a:ext>
            </a:extLst>
          </p:cNvPr>
          <p:cNvSpPr txBox="1">
            <a:spLocks noGrp="1"/>
          </p:cNvSpPr>
          <p:nvPr>
            <p:ph type="title"/>
          </p:nvPr>
        </p:nvSpPr>
        <p:spPr>
          <a:xfrm>
            <a:off x="1629419" y="1507998"/>
            <a:ext cx="5010895" cy="990600"/>
          </a:xfrm>
          <a:prstGeom prst="rect">
            <a:avLst/>
          </a:prstGeom>
        </p:spPr>
        <p:txBody>
          <a:bodyPr spcFirstLastPara="1" wrap="square" lIns="91425" tIns="91425" rIns="91425" bIns="91425" anchor="t" anchorCtr="0">
            <a:noAutofit/>
          </a:bodyPr>
          <a:lstStyle/>
          <a:p>
            <a:pPr marL="0" lvl="0" indent="0" algn="r" rtl="1">
              <a:spcBef>
                <a:spcPts val="0"/>
              </a:spcBef>
              <a:spcAft>
                <a:spcPts val="0"/>
              </a:spcAft>
              <a:buNone/>
            </a:pPr>
            <a:r>
              <a:rPr lang="fa-IR" sz="1800" b="1">
                <a:latin typeface="Vazir" panose="020B0603030804020204" pitchFamily="34" charset="-78"/>
                <a:cs typeface="Vazir" panose="020B0603030804020204" pitchFamily="34" charset="-78"/>
              </a:rPr>
              <a:t>بخش 3</a:t>
            </a:r>
            <a:br>
              <a:rPr lang="fa-IR" sz="2800" b="1">
                <a:latin typeface="Vazir" panose="020B0603030804020204" pitchFamily="34" charset="-78"/>
                <a:cs typeface="Vazir" panose="020B0603030804020204" pitchFamily="34" charset="-78"/>
              </a:rPr>
            </a:br>
            <a:r>
              <a:rPr lang="fa-IR" sz="2800" b="1">
                <a:latin typeface="Vazir" panose="020B0603030804020204" pitchFamily="34" charset="-78"/>
                <a:cs typeface="Vazir" panose="020B0603030804020204" pitchFamily="34" charset="-78"/>
              </a:rPr>
              <a:t>ورود به محاسبات و برنامه نویسی</a:t>
            </a:r>
            <a:endParaRPr sz="2800" b="1">
              <a:latin typeface="Vazir" panose="020B0603030804020204" pitchFamily="34" charset="-78"/>
              <a:cs typeface="Vazir" panose="020B0603030804020204" pitchFamily="34" charset="-78"/>
            </a:endParaRPr>
          </a:p>
        </p:txBody>
      </p:sp>
      <p:sp>
        <p:nvSpPr>
          <p:cNvPr id="883" name="Google Shape;883;p45">
            <a:extLst>
              <a:ext uri="{FF2B5EF4-FFF2-40B4-BE49-F238E27FC236}">
                <a16:creationId xmlns:a16="http://schemas.microsoft.com/office/drawing/2014/main" id="{71D0F3A5-39B1-43CF-E80F-EB94C21D9AE6}"/>
              </a:ext>
            </a:extLst>
          </p:cNvPr>
          <p:cNvSpPr txBox="1">
            <a:spLocks noGrp="1"/>
          </p:cNvSpPr>
          <p:nvPr>
            <p:ph type="subTitle" idx="1"/>
          </p:nvPr>
        </p:nvSpPr>
        <p:spPr>
          <a:xfrm>
            <a:off x="2326014" y="2176397"/>
            <a:ext cx="4314300" cy="1383751"/>
          </a:xfrm>
          <a:prstGeom prst="rect">
            <a:avLst/>
          </a:prstGeom>
        </p:spPr>
        <p:txBody>
          <a:bodyPr spcFirstLastPara="1" wrap="square" lIns="91425" tIns="91425" rIns="91425" bIns="91425" anchor="t" anchorCtr="0">
            <a:noAutofit/>
          </a:bodyPr>
          <a:lstStyle/>
          <a:p>
            <a:pPr marL="0" lvl="0" indent="0" algn="r" rtl="1">
              <a:spcBef>
                <a:spcPts val="0"/>
              </a:spcBef>
              <a:spcAft>
                <a:spcPts val="0"/>
              </a:spcAft>
              <a:buNone/>
            </a:pPr>
            <a:endParaRPr lang="fa-IR">
              <a:cs typeface="Mitra" panose="00000400000000000000" pitchFamily="2" charset="-78"/>
            </a:endParaRPr>
          </a:p>
          <a:p>
            <a:pPr marL="0" lvl="0" indent="0" algn="r" rtl="1">
              <a:spcBef>
                <a:spcPts val="0"/>
              </a:spcBef>
              <a:spcAft>
                <a:spcPts val="0"/>
              </a:spcAft>
              <a:buNone/>
            </a:pPr>
            <a:r>
              <a:rPr lang="fa-IR" sz="1600">
                <a:cs typeface="Mitra" panose="00000400000000000000" pitchFamily="2" charset="-78"/>
              </a:rPr>
              <a:t>محاسبات ریاضی شاخص جینی</a:t>
            </a:r>
          </a:p>
          <a:p>
            <a:pPr marL="0" lvl="0" indent="0" algn="r" rtl="1">
              <a:spcBef>
                <a:spcPts val="0"/>
              </a:spcBef>
              <a:spcAft>
                <a:spcPts val="0"/>
              </a:spcAft>
              <a:buNone/>
            </a:pPr>
            <a:r>
              <a:rPr lang="fa-IR" sz="1600">
                <a:cs typeface="Mitra" panose="00000400000000000000" pitchFamily="2" charset="-78"/>
              </a:rPr>
              <a:t>نوشتن برنامه ای برای بدست آوردن مقدار ناخالصی جینی</a:t>
            </a:r>
          </a:p>
          <a:p>
            <a:pPr marL="0" lvl="0" indent="0" algn="r" rtl="1">
              <a:spcBef>
                <a:spcPts val="0"/>
              </a:spcBef>
              <a:spcAft>
                <a:spcPts val="0"/>
              </a:spcAft>
              <a:buNone/>
            </a:pPr>
            <a:r>
              <a:rPr lang="fa-IR" sz="1600">
                <a:cs typeface="Mitra" panose="00000400000000000000" pitchFamily="2" charset="-78"/>
              </a:rPr>
              <a:t>استفاده از رگرسیون با کمک برنامه نویسی پایتون</a:t>
            </a:r>
          </a:p>
          <a:p>
            <a:pPr marL="0" lvl="0" indent="0" algn="r" rtl="1">
              <a:spcBef>
                <a:spcPts val="0"/>
              </a:spcBef>
              <a:spcAft>
                <a:spcPts val="0"/>
              </a:spcAft>
              <a:buNone/>
            </a:pPr>
            <a:r>
              <a:rPr lang="fa-IR" sz="1600">
                <a:cs typeface="Mitra" panose="00000400000000000000" pitchFamily="2" charset="-78"/>
              </a:rPr>
              <a:t>پیاده سازی مدلی از </a:t>
            </a:r>
            <a:r>
              <a:rPr lang="en-US" sz="1500">
                <a:cs typeface="Mitra" panose="00000400000000000000" pitchFamily="2" charset="-78"/>
              </a:rPr>
              <a:t>Random Forest</a:t>
            </a:r>
            <a:endParaRPr sz="1500">
              <a:cs typeface="Mitra" panose="00000400000000000000" pitchFamily="2" charset="-78"/>
            </a:endParaRPr>
          </a:p>
        </p:txBody>
      </p:sp>
    </p:spTree>
    <p:extLst>
      <p:ext uri="{BB962C8B-B14F-4D97-AF65-F5344CB8AC3E}">
        <p14:creationId xmlns:p14="http://schemas.microsoft.com/office/powerpoint/2010/main" val="3176475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81">
          <a:extLst>
            <a:ext uri="{FF2B5EF4-FFF2-40B4-BE49-F238E27FC236}">
              <a16:creationId xmlns:a16="http://schemas.microsoft.com/office/drawing/2014/main" id="{9CB9422C-1C94-45AC-4BA0-45D0AD6608D1}"/>
            </a:ext>
          </a:extLst>
        </p:cNvPr>
        <p:cNvGrpSpPr/>
        <p:nvPr/>
      </p:nvGrpSpPr>
      <p:grpSpPr>
        <a:xfrm>
          <a:off x="0" y="0"/>
          <a:ext cx="0" cy="0"/>
          <a:chOff x="0" y="0"/>
          <a:chExt cx="0" cy="0"/>
        </a:xfrm>
      </p:grpSpPr>
      <p:grpSp>
        <p:nvGrpSpPr>
          <p:cNvPr id="2" name="Google Shape;921;p47">
            <a:extLst>
              <a:ext uri="{FF2B5EF4-FFF2-40B4-BE49-F238E27FC236}">
                <a16:creationId xmlns:a16="http://schemas.microsoft.com/office/drawing/2014/main" id="{91CCCD1F-5496-9F13-959F-F5215C6C95F0}"/>
              </a:ext>
            </a:extLst>
          </p:cNvPr>
          <p:cNvGrpSpPr/>
          <p:nvPr/>
        </p:nvGrpSpPr>
        <p:grpSpPr>
          <a:xfrm rot="3657457">
            <a:off x="1163489" y="-783528"/>
            <a:ext cx="7136436" cy="6668216"/>
            <a:chOff x="1692303" y="1064449"/>
            <a:chExt cx="4039148" cy="3868297"/>
          </a:xfrm>
          <a:solidFill>
            <a:srgbClr val="01FBC8"/>
          </a:solidFill>
        </p:grpSpPr>
        <p:sp>
          <p:nvSpPr>
            <p:cNvPr id="3" name="Google Shape;922;p47">
              <a:extLst>
                <a:ext uri="{FF2B5EF4-FFF2-40B4-BE49-F238E27FC236}">
                  <a16:creationId xmlns:a16="http://schemas.microsoft.com/office/drawing/2014/main" id="{FC0FCFB4-0FE0-D239-82E3-71DFBDA3C138}"/>
                </a:ext>
              </a:extLst>
            </p:cNvPr>
            <p:cNvSpPr/>
            <p:nvPr/>
          </p:nvSpPr>
          <p:spPr>
            <a:xfrm rot="20427377">
              <a:off x="1692303" y="1064449"/>
              <a:ext cx="4039148" cy="3868297"/>
            </a:xfrm>
            <a:custGeom>
              <a:avLst/>
              <a:gdLst/>
              <a:ahLst/>
              <a:cxnLst/>
              <a:rect l="l" t="t" r="r" b="b"/>
              <a:pathLst>
                <a:path w="154472" h="148515" extrusionOk="0">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923;p47">
              <a:extLst>
                <a:ext uri="{FF2B5EF4-FFF2-40B4-BE49-F238E27FC236}">
                  <a16:creationId xmlns:a16="http://schemas.microsoft.com/office/drawing/2014/main" id="{7DA3DC22-8891-C88F-F897-B07F421834FF}"/>
                </a:ext>
              </a:extLst>
            </p:cNvPr>
            <p:cNvSpPr/>
            <p:nvPr/>
          </p:nvSpPr>
          <p:spPr>
            <a:xfrm>
              <a:off x="2818350" y="1817311"/>
              <a:ext cx="218125" cy="218125"/>
            </a:xfrm>
            <a:custGeom>
              <a:avLst/>
              <a:gdLst/>
              <a:ahLst/>
              <a:cxnLst/>
              <a:rect l="l" t="t" r="r" b="b"/>
              <a:pathLst>
                <a:path w="8725" h="8725" extrusionOk="0">
                  <a:moveTo>
                    <a:pt x="4377" y="1"/>
                  </a:moveTo>
                  <a:cubicBezTo>
                    <a:pt x="1946" y="1"/>
                    <a:pt x="0" y="1946"/>
                    <a:pt x="0" y="4347"/>
                  </a:cubicBezTo>
                  <a:cubicBezTo>
                    <a:pt x="0" y="6779"/>
                    <a:pt x="1946" y="8724"/>
                    <a:pt x="4377" y="8724"/>
                  </a:cubicBezTo>
                  <a:cubicBezTo>
                    <a:pt x="6779" y="8724"/>
                    <a:pt x="8724" y="6779"/>
                    <a:pt x="8724" y="4347"/>
                  </a:cubicBezTo>
                  <a:cubicBezTo>
                    <a:pt x="8724" y="1946"/>
                    <a:pt x="6779" y="1"/>
                    <a:pt x="43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924;p47">
              <a:extLst>
                <a:ext uri="{FF2B5EF4-FFF2-40B4-BE49-F238E27FC236}">
                  <a16:creationId xmlns:a16="http://schemas.microsoft.com/office/drawing/2014/main" id="{B4106B4F-5F3B-D660-6203-C015AACCDC64}"/>
                </a:ext>
              </a:extLst>
            </p:cNvPr>
            <p:cNvSpPr/>
            <p:nvPr/>
          </p:nvSpPr>
          <p:spPr>
            <a:xfrm>
              <a:off x="3016041" y="1693534"/>
              <a:ext cx="96525" cy="96525"/>
            </a:xfrm>
            <a:custGeom>
              <a:avLst/>
              <a:gdLst/>
              <a:ahLst/>
              <a:cxnLst/>
              <a:rect l="l" t="t" r="r" b="b"/>
              <a:pathLst>
                <a:path w="3861" h="3861" extrusionOk="0">
                  <a:moveTo>
                    <a:pt x="1946" y="1"/>
                  </a:moveTo>
                  <a:cubicBezTo>
                    <a:pt x="851" y="1"/>
                    <a:pt x="0" y="852"/>
                    <a:pt x="0" y="1946"/>
                  </a:cubicBezTo>
                  <a:cubicBezTo>
                    <a:pt x="0" y="3010"/>
                    <a:pt x="851" y="3861"/>
                    <a:pt x="1946" y="3861"/>
                  </a:cubicBezTo>
                  <a:cubicBezTo>
                    <a:pt x="3010" y="3861"/>
                    <a:pt x="3861" y="3010"/>
                    <a:pt x="3861" y="1946"/>
                  </a:cubicBezTo>
                  <a:cubicBezTo>
                    <a:pt x="3861" y="852"/>
                    <a:pt x="3010" y="1"/>
                    <a:pt x="194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922;p47">
            <a:extLst>
              <a:ext uri="{FF2B5EF4-FFF2-40B4-BE49-F238E27FC236}">
                <a16:creationId xmlns:a16="http://schemas.microsoft.com/office/drawing/2014/main" id="{7C3DFB55-00DA-A281-BBB2-43800EAD4744}"/>
              </a:ext>
            </a:extLst>
          </p:cNvPr>
          <p:cNvSpPr/>
          <p:nvPr/>
        </p:nvSpPr>
        <p:spPr>
          <a:xfrm rot="2484834">
            <a:off x="1666477" y="-405981"/>
            <a:ext cx="6130460" cy="5955461"/>
          </a:xfrm>
          <a:custGeom>
            <a:avLst/>
            <a:gdLst/>
            <a:ahLst/>
            <a:cxnLst/>
            <a:rect l="l" t="t" r="r" b="b"/>
            <a:pathLst>
              <a:path w="154472" h="148515" extrusionOk="0">
                <a:moveTo>
                  <a:pt x="88939" y="1"/>
                </a:moveTo>
                <a:cubicBezTo>
                  <a:pt x="84075" y="1"/>
                  <a:pt x="78478" y="1648"/>
                  <a:pt x="72069" y="5669"/>
                </a:cubicBezTo>
                <a:cubicBezTo>
                  <a:pt x="61886" y="12053"/>
                  <a:pt x="57236" y="24332"/>
                  <a:pt x="54895" y="35457"/>
                </a:cubicBezTo>
                <a:cubicBezTo>
                  <a:pt x="52919" y="44971"/>
                  <a:pt x="43679" y="50017"/>
                  <a:pt x="36810" y="55214"/>
                </a:cubicBezTo>
                <a:cubicBezTo>
                  <a:pt x="28360" y="61658"/>
                  <a:pt x="20214" y="69135"/>
                  <a:pt x="13587" y="77677"/>
                </a:cubicBezTo>
                <a:cubicBezTo>
                  <a:pt x="0" y="95245"/>
                  <a:pt x="821" y="110929"/>
                  <a:pt x="9454" y="127465"/>
                </a:cubicBezTo>
                <a:cubicBezTo>
                  <a:pt x="12068" y="132419"/>
                  <a:pt x="16505" y="140140"/>
                  <a:pt x="29545" y="145489"/>
                </a:cubicBezTo>
                <a:cubicBezTo>
                  <a:pt x="34502" y="147539"/>
                  <a:pt x="39466" y="148514"/>
                  <a:pt x="44435" y="148514"/>
                </a:cubicBezTo>
                <a:cubicBezTo>
                  <a:pt x="57077" y="148514"/>
                  <a:pt x="69748" y="142200"/>
                  <a:pt x="82403" y="131203"/>
                </a:cubicBezTo>
                <a:cubicBezTo>
                  <a:pt x="86415" y="127708"/>
                  <a:pt x="89850" y="123544"/>
                  <a:pt x="93680" y="119866"/>
                </a:cubicBezTo>
                <a:cubicBezTo>
                  <a:pt x="97662" y="115975"/>
                  <a:pt x="102130" y="112601"/>
                  <a:pt x="106902" y="109774"/>
                </a:cubicBezTo>
                <a:cubicBezTo>
                  <a:pt x="118027" y="103209"/>
                  <a:pt x="131097" y="99561"/>
                  <a:pt x="140672" y="90868"/>
                </a:cubicBezTo>
                <a:cubicBezTo>
                  <a:pt x="145748" y="86279"/>
                  <a:pt x="149608" y="80351"/>
                  <a:pt x="151766" y="73847"/>
                </a:cubicBezTo>
                <a:cubicBezTo>
                  <a:pt x="154471" y="65670"/>
                  <a:pt x="152739" y="56977"/>
                  <a:pt x="146721" y="50898"/>
                </a:cubicBezTo>
                <a:cubicBezTo>
                  <a:pt x="141037" y="45153"/>
                  <a:pt x="136112" y="44849"/>
                  <a:pt x="130337" y="42205"/>
                </a:cubicBezTo>
                <a:cubicBezTo>
                  <a:pt x="123285" y="38892"/>
                  <a:pt x="118392" y="36430"/>
                  <a:pt x="116294" y="28892"/>
                </a:cubicBezTo>
                <a:cubicBezTo>
                  <a:pt x="113682" y="19384"/>
                  <a:pt x="105622" y="1"/>
                  <a:pt x="88939" y="1"/>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5">
            <a:extLst>
              <a:ext uri="{FF2B5EF4-FFF2-40B4-BE49-F238E27FC236}">
                <a16:creationId xmlns:a16="http://schemas.microsoft.com/office/drawing/2014/main" id="{6EE19ABD-4C53-FABA-2F89-231752919388}"/>
              </a:ext>
            </a:extLst>
          </p:cNvPr>
          <p:cNvSpPr txBox="1">
            <a:spLocks noGrp="1"/>
          </p:cNvSpPr>
          <p:nvPr>
            <p:ph type="subTitle" idx="1"/>
          </p:nvPr>
        </p:nvSpPr>
        <p:spPr>
          <a:xfrm>
            <a:off x="2716207" y="1858704"/>
            <a:ext cx="3216470" cy="1383751"/>
          </a:xfrm>
          <a:prstGeom prst="rect">
            <a:avLst/>
          </a:prstGeom>
        </p:spPr>
        <p:txBody>
          <a:bodyPr spcFirstLastPara="1" wrap="square" lIns="91425" tIns="91425" rIns="91425" bIns="91425" anchor="t" anchorCtr="0">
            <a:noAutofit/>
          </a:bodyPr>
          <a:lstStyle/>
          <a:p>
            <a:pPr marL="0" lvl="0" indent="0" rtl="1">
              <a:spcBef>
                <a:spcPts val="0"/>
              </a:spcBef>
              <a:spcAft>
                <a:spcPts val="0"/>
              </a:spcAft>
              <a:buNone/>
            </a:pPr>
            <a:r>
              <a:rPr lang="fa-IR" sz="1500">
                <a:cs typeface="Mitra" panose="00000400000000000000" pitchFamily="2" charset="-78"/>
              </a:rPr>
              <a:t>ادامه ارائه در قالب فایل های ضمیمه شده و کد ها در محیط کد ادیتور تقدیم می‌شود.</a:t>
            </a:r>
            <a:br>
              <a:rPr lang="fa-IR" sz="1500">
                <a:cs typeface="Mitra" panose="00000400000000000000" pitchFamily="2" charset="-78"/>
              </a:rPr>
            </a:br>
            <a:br>
              <a:rPr lang="fa-IR" sz="1500">
                <a:cs typeface="Mitra" panose="00000400000000000000" pitchFamily="2" charset="-78"/>
              </a:rPr>
            </a:br>
            <a:r>
              <a:rPr lang="fa-IR" sz="1500">
                <a:cs typeface="Mitra" panose="00000400000000000000" pitchFamily="2" charset="-78"/>
              </a:rPr>
              <a:t>باتشکر - </a:t>
            </a:r>
            <a:r>
              <a:rPr lang="en-US" sz="1500">
                <a:cs typeface="Mitra" panose="00000400000000000000" pitchFamily="2" charset="-78"/>
              </a:rPr>
              <a:t>AP</a:t>
            </a:r>
            <a:endParaRPr sz="1500">
              <a:cs typeface="Mitra" panose="00000400000000000000" pitchFamily="2" charset="-78"/>
            </a:endParaRPr>
          </a:p>
        </p:txBody>
      </p:sp>
    </p:spTree>
    <p:extLst>
      <p:ext uri="{BB962C8B-B14F-4D97-AF65-F5344CB8AC3E}">
        <p14:creationId xmlns:p14="http://schemas.microsoft.com/office/powerpoint/2010/main" val="1228573702"/>
      </p:ext>
    </p:extLst>
  </p:cSld>
  <p:clrMapOvr>
    <a:masterClrMapping/>
  </p:clrMapOvr>
</p:sld>
</file>

<file path=ppt/theme/theme1.xml><?xml version="1.0" encoding="utf-8"?>
<a:theme xmlns:a="http://schemas.openxmlformats.org/drawingml/2006/main" name="Retato Slideshow by Slidesgo">
  <a:themeElements>
    <a:clrScheme name="Simple Light">
      <a:dk1>
        <a:srgbClr val="263238"/>
      </a:dk1>
      <a:lt1>
        <a:srgbClr val="FFFFFF"/>
      </a:lt1>
      <a:dk2>
        <a:srgbClr val="263238"/>
      </a:dk2>
      <a:lt2>
        <a:srgbClr val="EEEEEE"/>
      </a:lt2>
      <a:accent1>
        <a:srgbClr val="F5F5F5"/>
      </a:accent1>
      <a:accent2>
        <a:srgbClr val="407BFF"/>
      </a:accent2>
      <a:accent3>
        <a:srgbClr val="305DBF"/>
      </a:accent3>
      <a:accent4>
        <a:srgbClr val="455A64"/>
      </a:accent4>
      <a:accent5>
        <a:srgbClr val="E0E0E0"/>
      </a:accent5>
      <a:accent6>
        <a:srgbClr val="203E80"/>
      </a:accent6>
      <a:hlink>
        <a:srgbClr val="2632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1358</TotalTime>
  <Words>3972</Words>
  <Application>Microsoft Office PowerPoint</Application>
  <PresentationFormat>On-screen Show (16:9)</PresentationFormat>
  <Paragraphs>352</Paragraphs>
  <Slides>27</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Vazir</vt:lpstr>
      <vt:lpstr>Mitra</vt:lpstr>
      <vt:lpstr>Arial</vt:lpstr>
      <vt:lpstr>Raleway</vt:lpstr>
      <vt:lpstr>Fredoka One</vt:lpstr>
      <vt:lpstr>Retato Slideshow by Slidesgo</vt:lpstr>
      <vt:lpstr>Data  Science</vt:lpstr>
      <vt:lpstr>فهرست موضاعات این ارائه</vt:lpstr>
      <vt:lpstr>بخش 1 آشنایی با علم داده</vt:lpstr>
      <vt:lpstr>_ پیتر سوندرگارد، رئیس هیئت مدیره</vt:lpstr>
      <vt:lpstr>علم‌داده چیست؟</vt:lpstr>
      <vt:lpstr>اجزای علم داده</vt:lpstr>
      <vt:lpstr>PowerPoint Presentation</vt:lpstr>
      <vt:lpstr>فرصت های شغلی دانشمند داده:</vt:lpstr>
      <vt:lpstr>فرصت های تحصیلی برون مرزی:</vt:lpstr>
      <vt:lpstr>مسیر یادگیری علم‌داده:</vt:lpstr>
      <vt:lpstr>بخش 2 معرفی ابزار ها و الگوریتم های علم داده</vt:lpstr>
      <vt:lpstr>ابزارهای رایج علم داده:</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بخش 3 ورود به محاسبات و برنامه نویسی</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Ashkan</cp:lastModifiedBy>
  <cp:revision>218</cp:revision>
  <dcterms:modified xsi:type="dcterms:W3CDTF">2026-02-08T17:43:48Z</dcterms:modified>
</cp:coreProperties>
</file>